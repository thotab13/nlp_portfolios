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8"/>
  </p:notesMasterIdLst>
  <p:sldIdLst>
    <p:sldId id="256" r:id="rId2"/>
    <p:sldId id="260" r:id="rId3"/>
    <p:sldId id="304" r:id="rId4"/>
    <p:sldId id="261" r:id="rId5"/>
    <p:sldId id="262" r:id="rId6"/>
    <p:sldId id="264" r:id="rId7"/>
  </p:sldIdLst>
  <p:sldSz cx="9144000" cy="5143500" type="screen16x9"/>
  <p:notesSz cx="6858000" cy="9144000"/>
  <p:embeddedFontLst>
    <p:embeddedFont>
      <p:font typeface="DM Sans" panose="020B0604020202020204" charset="0"/>
      <p:regular r:id="rId9"/>
      <p:bold r:id="rId10"/>
      <p:italic r:id="rId11"/>
      <p:boldItalic r:id="rId12"/>
    </p:embeddedFont>
    <p:embeddedFont>
      <p:font typeface="Kumbh Sans" panose="020B0604020202020204" charset="0"/>
      <p:regular r:id="rId13"/>
      <p:bold r:id="rId14"/>
    </p:embeddedFon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0BF647-BEB8-4389-BCDA-ACD0BB32C059}">
  <a:tblStyle styleId="{130BF647-BEB8-4389-BCDA-ACD0BB32C0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632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dd46dd1d6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dd46dd1d6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284075" y="314500"/>
            <a:ext cx="11272623" cy="5795424"/>
            <a:chOff x="-1284075" y="314500"/>
            <a:chExt cx="11272623" cy="5795424"/>
          </a:xfrm>
        </p:grpSpPr>
        <p:sp>
          <p:nvSpPr>
            <p:cNvPr id="10" name="Google Shape;10;p2"/>
            <p:cNvSpPr/>
            <p:nvPr/>
          </p:nvSpPr>
          <p:spPr>
            <a:xfrm flipH="1">
              <a:off x="4572000" y="4443899"/>
              <a:ext cx="4572005" cy="706325"/>
            </a:xfrm>
            <a:custGeom>
              <a:avLst/>
              <a:gdLst/>
              <a:ahLst/>
              <a:cxnLst/>
              <a:rect l="l" t="t" r="r" b="b"/>
              <a:pathLst>
                <a:path w="8773" h="1962" extrusionOk="0">
                  <a:moveTo>
                    <a:pt x="8773" y="1962"/>
                  </a:moveTo>
                  <a:lnTo>
                    <a:pt x="17" y="1962"/>
                  </a:lnTo>
                  <a:cubicBezTo>
                    <a:pt x="75" y="1962"/>
                    <a:pt x="-115" y="971"/>
                    <a:pt x="129" y="1019"/>
                  </a:cubicBezTo>
                  <a:cubicBezTo>
                    <a:pt x="142" y="1006"/>
                    <a:pt x="114" y="982"/>
                    <a:pt x="125" y="969"/>
                  </a:cubicBezTo>
                  <a:cubicBezTo>
                    <a:pt x="131" y="962"/>
                    <a:pt x="141" y="964"/>
                    <a:pt x="149" y="965"/>
                  </a:cubicBezTo>
                  <a:lnTo>
                    <a:pt x="300" y="1000"/>
                  </a:lnTo>
                  <a:cubicBezTo>
                    <a:pt x="314" y="983"/>
                    <a:pt x="293" y="960"/>
                    <a:pt x="291" y="937"/>
                  </a:cubicBezTo>
                  <a:lnTo>
                    <a:pt x="291" y="937"/>
                  </a:lnTo>
                  <a:cubicBezTo>
                    <a:pt x="291" y="929"/>
                    <a:pt x="293" y="920"/>
                    <a:pt x="298" y="913"/>
                  </a:cubicBezTo>
                  <a:cubicBezTo>
                    <a:pt x="302" y="905"/>
                    <a:pt x="309" y="899"/>
                    <a:pt x="317" y="894"/>
                  </a:cubicBezTo>
                  <a:cubicBezTo>
                    <a:pt x="323" y="891"/>
                    <a:pt x="329" y="888"/>
                    <a:pt x="335" y="887"/>
                  </a:cubicBezTo>
                  <a:lnTo>
                    <a:pt x="335" y="887"/>
                  </a:lnTo>
                  <a:cubicBezTo>
                    <a:pt x="341" y="887"/>
                    <a:pt x="346" y="886"/>
                    <a:pt x="352" y="886"/>
                  </a:cubicBezTo>
                  <a:cubicBezTo>
                    <a:pt x="371" y="886"/>
                    <a:pt x="390" y="890"/>
                    <a:pt x="407" y="897"/>
                  </a:cubicBezTo>
                  <a:cubicBezTo>
                    <a:pt x="411" y="881"/>
                    <a:pt x="400" y="866"/>
                    <a:pt x="392" y="851"/>
                  </a:cubicBezTo>
                  <a:cubicBezTo>
                    <a:pt x="384" y="837"/>
                    <a:pt x="381" y="814"/>
                    <a:pt x="396" y="807"/>
                  </a:cubicBezTo>
                  <a:lnTo>
                    <a:pt x="396" y="807"/>
                  </a:lnTo>
                  <a:cubicBezTo>
                    <a:pt x="400" y="806"/>
                    <a:pt x="404" y="805"/>
                    <a:pt x="408" y="805"/>
                  </a:cubicBezTo>
                  <a:cubicBezTo>
                    <a:pt x="411" y="805"/>
                    <a:pt x="415" y="806"/>
                    <a:pt x="419" y="807"/>
                  </a:cubicBezTo>
                  <a:lnTo>
                    <a:pt x="419" y="807"/>
                  </a:lnTo>
                  <a:cubicBezTo>
                    <a:pt x="466" y="817"/>
                    <a:pt x="513" y="832"/>
                    <a:pt x="557" y="851"/>
                  </a:cubicBezTo>
                  <a:cubicBezTo>
                    <a:pt x="563" y="854"/>
                    <a:pt x="572" y="856"/>
                    <a:pt x="576" y="851"/>
                  </a:cubicBezTo>
                  <a:lnTo>
                    <a:pt x="576" y="851"/>
                  </a:lnTo>
                  <a:cubicBezTo>
                    <a:pt x="577" y="849"/>
                    <a:pt x="578" y="848"/>
                    <a:pt x="578" y="845"/>
                  </a:cubicBezTo>
                  <a:cubicBezTo>
                    <a:pt x="578" y="843"/>
                    <a:pt x="577" y="840"/>
                    <a:pt x="576" y="838"/>
                  </a:cubicBezTo>
                  <a:lnTo>
                    <a:pt x="576" y="838"/>
                  </a:lnTo>
                  <a:cubicBezTo>
                    <a:pt x="554" y="787"/>
                    <a:pt x="535" y="735"/>
                    <a:pt x="519" y="682"/>
                  </a:cubicBezTo>
                  <a:cubicBezTo>
                    <a:pt x="528" y="682"/>
                    <a:pt x="543" y="671"/>
                    <a:pt x="559" y="672"/>
                  </a:cubicBezTo>
                  <a:cubicBezTo>
                    <a:pt x="545" y="655"/>
                    <a:pt x="541" y="626"/>
                    <a:pt x="569" y="617"/>
                  </a:cubicBezTo>
                  <a:cubicBezTo>
                    <a:pt x="596" y="608"/>
                    <a:pt x="618" y="623"/>
                    <a:pt x="639" y="639"/>
                  </a:cubicBezTo>
                  <a:lnTo>
                    <a:pt x="639" y="639"/>
                  </a:lnTo>
                  <a:cubicBezTo>
                    <a:pt x="645" y="595"/>
                    <a:pt x="658" y="552"/>
                    <a:pt x="678" y="513"/>
                  </a:cubicBezTo>
                  <a:lnTo>
                    <a:pt x="678" y="513"/>
                  </a:lnTo>
                  <a:cubicBezTo>
                    <a:pt x="679" y="511"/>
                    <a:pt x="680" y="509"/>
                    <a:pt x="681" y="507"/>
                  </a:cubicBezTo>
                  <a:cubicBezTo>
                    <a:pt x="684" y="501"/>
                    <a:pt x="689" y="496"/>
                    <a:pt x="694" y="492"/>
                  </a:cubicBezTo>
                  <a:cubicBezTo>
                    <a:pt x="713" y="482"/>
                    <a:pt x="735" y="501"/>
                    <a:pt x="742" y="522"/>
                  </a:cubicBezTo>
                  <a:cubicBezTo>
                    <a:pt x="748" y="543"/>
                    <a:pt x="746" y="566"/>
                    <a:pt x="757" y="586"/>
                  </a:cubicBezTo>
                  <a:lnTo>
                    <a:pt x="757" y="586"/>
                  </a:lnTo>
                  <a:cubicBezTo>
                    <a:pt x="766" y="575"/>
                    <a:pt x="777" y="566"/>
                    <a:pt x="789" y="559"/>
                  </a:cubicBezTo>
                  <a:cubicBezTo>
                    <a:pt x="796" y="555"/>
                    <a:pt x="804" y="552"/>
                    <a:pt x="811" y="549"/>
                  </a:cubicBezTo>
                  <a:lnTo>
                    <a:pt x="811" y="549"/>
                  </a:lnTo>
                  <a:cubicBezTo>
                    <a:pt x="816" y="547"/>
                    <a:pt x="821" y="547"/>
                    <a:pt x="826" y="547"/>
                  </a:cubicBezTo>
                  <a:cubicBezTo>
                    <a:pt x="835" y="547"/>
                    <a:pt x="843" y="549"/>
                    <a:pt x="850" y="553"/>
                  </a:cubicBezTo>
                  <a:cubicBezTo>
                    <a:pt x="857" y="557"/>
                    <a:pt x="863" y="563"/>
                    <a:pt x="867" y="570"/>
                  </a:cubicBezTo>
                  <a:cubicBezTo>
                    <a:pt x="868" y="571"/>
                    <a:pt x="868" y="571"/>
                    <a:pt x="868" y="571"/>
                  </a:cubicBezTo>
                  <a:cubicBezTo>
                    <a:pt x="881" y="604"/>
                    <a:pt x="841" y="635"/>
                    <a:pt x="838" y="670"/>
                  </a:cubicBezTo>
                  <a:lnTo>
                    <a:pt x="838" y="670"/>
                  </a:lnTo>
                  <a:cubicBezTo>
                    <a:pt x="840" y="669"/>
                    <a:pt x="842" y="667"/>
                    <a:pt x="844" y="666"/>
                  </a:cubicBezTo>
                  <a:cubicBezTo>
                    <a:pt x="851" y="662"/>
                    <a:pt x="859" y="660"/>
                    <a:pt x="868" y="660"/>
                  </a:cubicBezTo>
                  <a:cubicBezTo>
                    <a:pt x="876" y="660"/>
                    <a:pt x="885" y="662"/>
                    <a:pt x="892" y="666"/>
                  </a:cubicBezTo>
                  <a:cubicBezTo>
                    <a:pt x="899" y="670"/>
                    <a:pt x="904" y="676"/>
                    <a:pt x="909" y="684"/>
                  </a:cubicBezTo>
                  <a:cubicBezTo>
                    <a:pt x="909" y="685"/>
                    <a:pt x="911" y="687"/>
                    <a:pt x="912" y="689"/>
                  </a:cubicBezTo>
                  <a:cubicBezTo>
                    <a:pt x="919" y="709"/>
                    <a:pt x="911" y="735"/>
                    <a:pt x="926" y="750"/>
                  </a:cubicBezTo>
                  <a:cubicBezTo>
                    <a:pt x="940" y="766"/>
                    <a:pt x="967" y="760"/>
                    <a:pt x="989" y="753"/>
                  </a:cubicBezTo>
                  <a:cubicBezTo>
                    <a:pt x="1010" y="747"/>
                    <a:pt x="1040" y="745"/>
                    <a:pt x="1049" y="765"/>
                  </a:cubicBezTo>
                  <a:cubicBezTo>
                    <a:pt x="1046" y="739"/>
                    <a:pt x="1043" y="711"/>
                    <a:pt x="1057" y="688"/>
                  </a:cubicBezTo>
                  <a:cubicBezTo>
                    <a:pt x="1070" y="665"/>
                    <a:pt x="1108" y="656"/>
                    <a:pt x="1123" y="677"/>
                  </a:cubicBezTo>
                  <a:cubicBezTo>
                    <a:pt x="1131" y="689"/>
                    <a:pt x="1140" y="710"/>
                    <a:pt x="1152" y="701"/>
                  </a:cubicBezTo>
                  <a:lnTo>
                    <a:pt x="1152" y="701"/>
                  </a:lnTo>
                  <a:cubicBezTo>
                    <a:pt x="1156" y="687"/>
                    <a:pt x="1162" y="674"/>
                    <a:pt x="1170" y="661"/>
                  </a:cubicBezTo>
                  <a:cubicBezTo>
                    <a:pt x="1178" y="646"/>
                    <a:pt x="1189" y="632"/>
                    <a:pt x="1202" y="619"/>
                  </a:cubicBezTo>
                  <a:lnTo>
                    <a:pt x="1202" y="619"/>
                  </a:lnTo>
                  <a:cubicBezTo>
                    <a:pt x="1205" y="616"/>
                    <a:pt x="1207" y="613"/>
                    <a:pt x="1212" y="611"/>
                  </a:cubicBezTo>
                  <a:cubicBezTo>
                    <a:pt x="1214" y="610"/>
                    <a:pt x="1217" y="608"/>
                    <a:pt x="1219" y="608"/>
                  </a:cubicBezTo>
                  <a:cubicBezTo>
                    <a:pt x="1239" y="602"/>
                    <a:pt x="1257" y="625"/>
                    <a:pt x="1255" y="645"/>
                  </a:cubicBezTo>
                  <a:lnTo>
                    <a:pt x="1255" y="645"/>
                  </a:lnTo>
                  <a:cubicBezTo>
                    <a:pt x="1252" y="655"/>
                    <a:pt x="1248" y="665"/>
                    <a:pt x="1244" y="673"/>
                  </a:cubicBezTo>
                  <a:cubicBezTo>
                    <a:pt x="1238" y="682"/>
                    <a:pt x="1232" y="690"/>
                    <a:pt x="1225" y="697"/>
                  </a:cubicBezTo>
                  <a:lnTo>
                    <a:pt x="1225" y="697"/>
                  </a:lnTo>
                  <a:cubicBezTo>
                    <a:pt x="1225" y="696"/>
                    <a:pt x="1225" y="696"/>
                    <a:pt x="1225" y="696"/>
                  </a:cubicBezTo>
                  <a:cubicBezTo>
                    <a:pt x="1245" y="685"/>
                    <a:pt x="1267" y="676"/>
                    <a:pt x="1289" y="671"/>
                  </a:cubicBezTo>
                  <a:cubicBezTo>
                    <a:pt x="1267" y="779"/>
                    <a:pt x="1327" y="748"/>
                    <a:pt x="1413" y="747"/>
                  </a:cubicBezTo>
                  <a:cubicBezTo>
                    <a:pt x="1518" y="747"/>
                    <a:pt x="1623" y="778"/>
                    <a:pt x="1728" y="761"/>
                  </a:cubicBezTo>
                  <a:cubicBezTo>
                    <a:pt x="1885" y="737"/>
                    <a:pt x="1885" y="625"/>
                    <a:pt x="1760" y="535"/>
                  </a:cubicBezTo>
                  <a:lnTo>
                    <a:pt x="1985" y="650"/>
                  </a:lnTo>
                  <a:lnTo>
                    <a:pt x="1985" y="650"/>
                  </a:lnTo>
                  <a:cubicBezTo>
                    <a:pt x="1970" y="635"/>
                    <a:pt x="1957" y="617"/>
                    <a:pt x="1947" y="599"/>
                  </a:cubicBezTo>
                  <a:cubicBezTo>
                    <a:pt x="1928" y="568"/>
                    <a:pt x="1917" y="534"/>
                    <a:pt x="1912" y="499"/>
                  </a:cubicBezTo>
                  <a:lnTo>
                    <a:pt x="1912" y="499"/>
                  </a:lnTo>
                  <a:cubicBezTo>
                    <a:pt x="1967" y="540"/>
                    <a:pt x="2015" y="590"/>
                    <a:pt x="2055" y="646"/>
                  </a:cubicBezTo>
                  <a:lnTo>
                    <a:pt x="2055" y="646"/>
                  </a:lnTo>
                  <a:cubicBezTo>
                    <a:pt x="2018" y="572"/>
                    <a:pt x="1999" y="491"/>
                    <a:pt x="1999" y="409"/>
                  </a:cubicBezTo>
                  <a:cubicBezTo>
                    <a:pt x="1999" y="369"/>
                    <a:pt x="2004" y="328"/>
                    <a:pt x="2013" y="289"/>
                  </a:cubicBezTo>
                  <a:cubicBezTo>
                    <a:pt x="2018" y="269"/>
                    <a:pt x="2036" y="244"/>
                    <a:pt x="2053" y="255"/>
                  </a:cubicBezTo>
                  <a:lnTo>
                    <a:pt x="2053" y="255"/>
                  </a:lnTo>
                  <a:cubicBezTo>
                    <a:pt x="2056" y="258"/>
                    <a:pt x="2059" y="261"/>
                    <a:pt x="2061" y="265"/>
                  </a:cubicBezTo>
                  <a:cubicBezTo>
                    <a:pt x="2062" y="267"/>
                    <a:pt x="2063" y="269"/>
                    <a:pt x="2064" y="271"/>
                  </a:cubicBezTo>
                  <a:lnTo>
                    <a:pt x="2064" y="271"/>
                  </a:lnTo>
                  <a:cubicBezTo>
                    <a:pt x="2085" y="324"/>
                    <a:pt x="2097" y="381"/>
                    <a:pt x="2099" y="438"/>
                  </a:cubicBezTo>
                  <a:lnTo>
                    <a:pt x="2099" y="438"/>
                  </a:lnTo>
                  <a:lnTo>
                    <a:pt x="2099" y="437"/>
                  </a:lnTo>
                  <a:cubicBezTo>
                    <a:pt x="2099" y="390"/>
                    <a:pt x="2111" y="343"/>
                    <a:pt x="2135" y="302"/>
                  </a:cubicBezTo>
                  <a:cubicBezTo>
                    <a:pt x="2146" y="282"/>
                    <a:pt x="2160" y="264"/>
                    <a:pt x="2175" y="248"/>
                  </a:cubicBezTo>
                  <a:lnTo>
                    <a:pt x="2175" y="248"/>
                  </a:lnTo>
                  <a:cubicBezTo>
                    <a:pt x="2178" y="245"/>
                    <a:pt x="2180" y="242"/>
                    <a:pt x="2184" y="240"/>
                  </a:cubicBezTo>
                  <a:cubicBezTo>
                    <a:pt x="2187" y="238"/>
                    <a:pt x="2192" y="237"/>
                    <a:pt x="2197" y="236"/>
                  </a:cubicBezTo>
                  <a:cubicBezTo>
                    <a:pt x="2216" y="236"/>
                    <a:pt x="2219" y="265"/>
                    <a:pt x="2214" y="284"/>
                  </a:cubicBezTo>
                  <a:lnTo>
                    <a:pt x="2214" y="284"/>
                  </a:lnTo>
                  <a:cubicBezTo>
                    <a:pt x="2199" y="346"/>
                    <a:pt x="2175" y="406"/>
                    <a:pt x="2144" y="462"/>
                  </a:cubicBezTo>
                  <a:lnTo>
                    <a:pt x="2144" y="462"/>
                  </a:lnTo>
                  <a:cubicBezTo>
                    <a:pt x="2151" y="456"/>
                    <a:pt x="2157" y="451"/>
                    <a:pt x="2166" y="446"/>
                  </a:cubicBezTo>
                  <a:cubicBezTo>
                    <a:pt x="2190" y="432"/>
                    <a:pt x="2219" y="425"/>
                    <a:pt x="2247" y="425"/>
                  </a:cubicBezTo>
                  <a:cubicBezTo>
                    <a:pt x="2248" y="425"/>
                    <a:pt x="2249" y="425"/>
                    <a:pt x="2249" y="425"/>
                  </a:cubicBezTo>
                  <a:cubicBezTo>
                    <a:pt x="2228" y="478"/>
                    <a:pt x="2205" y="530"/>
                    <a:pt x="2179" y="580"/>
                  </a:cubicBezTo>
                  <a:lnTo>
                    <a:pt x="2179" y="580"/>
                  </a:lnTo>
                  <a:cubicBezTo>
                    <a:pt x="2188" y="574"/>
                    <a:pt x="2197" y="568"/>
                    <a:pt x="2206" y="563"/>
                  </a:cubicBezTo>
                  <a:cubicBezTo>
                    <a:pt x="2234" y="547"/>
                    <a:pt x="2264" y="535"/>
                    <a:pt x="2296" y="529"/>
                  </a:cubicBezTo>
                  <a:cubicBezTo>
                    <a:pt x="2291" y="562"/>
                    <a:pt x="2287" y="599"/>
                    <a:pt x="2304" y="628"/>
                  </a:cubicBezTo>
                  <a:cubicBezTo>
                    <a:pt x="2320" y="657"/>
                    <a:pt x="2368" y="670"/>
                    <a:pt x="2387" y="642"/>
                  </a:cubicBezTo>
                  <a:cubicBezTo>
                    <a:pt x="2443" y="564"/>
                    <a:pt x="2361" y="381"/>
                    <a:pt x="2328" y="310"/>
                  </a:cubicBezTo>
                  <a:lnTo>
                    <a:pt x="2328" y="310"/>
                  </a:lnTo>
                  <a:cubicBezTo>
                    <a:pt x="2386" y="352"/>
                    <a:pt x="2438" y="404"/>
                    <a:pt x="2480" y="463"/>
                  </a:cubicBezTo>
                  <a:lnTo>
                    <a:pt x="2480" y="463"/>
                  </a:lnTo>
                  <a:cubicBezTo>
                    <a:pt x="2478" y="459"/>
                    <a:pt x="2475" y="455"/>
                    <a:pt x="2473" y="451"/>
                  </a:cubicBezTo>
                  <a:cubicBezTo>
                    <a:pt x="2453" y="417"/>
                    <a:pt x="2443" y="377"/>
                    <a:pt x="2443" y="337"/>
                  </a:cubicBezTo>
                  <a:cubicBezTo>
                    <a:pt x="2443" y="310"/>
                    <a:pt x="2447" y="283"/>
                    <a:pt x="2457" y="257"/>
                  </a:cubicBezTo>
                  <a:lnTo>
                    <a:pt x="2457" y="257"/>
                  </a:lnTo>
                  <a:cubicBezTo>
                    <a:pt x="2491" y="293"/>
                    <a:pt x="2521" y="332"/>
                    <a:pt x="2546" y="374"/>
                  </a:cubicBezTo>
                  <a:cubicBezTo>
                    <a:pt x="2555" y="390"/>
                    <a:pt x="2563" y="406"/>
                    <a:pt x="2571" y="422"/>
                  </a:cubicBezTo>
                  <a:lnTo>
                    <a:pt x="2571" y="422"/>
                  </a:lnTo>
                  <a:cubicBezTo>
                    <a:pt x="2570" y="417"/>
                    <a:pt x="2570" y="411"/>
                    <a:pt x="2570" y="405"/>
                  </a:cubicBezTo>
                  <a:cubicBezTo>
                    <a:pt x="2570" y="346"/>
                    <a:pt x="2586" y="289"/>
                    <a:pt x="2615" y="238"/>
                  </a:cubicBezTo>
                  <a:cubicBezTo>
                    <a:pt x="2616" y="235"/>
                    <a:pt x="2618" y="233"/>
                    <a:pt x="2619" y="231"/>
                  </a:cubicBezTo>
                  <a:cubicBezTo>
                    <a:pt x="2633" y="208"/>
                    <a:pt x="2662" y="185"/>
                    <a:pt x="2682" y="202"/>
                  </a:cubicBezTo>
                  <a:lnTo>
                    <a:pt x="2682" y="202"/>
                  </a:lnTo>
                  <a:cubicBezTo>
                    <a:pt x="2685" y="205"/>
                    <a:pt x="2687" y="208"/>
                    <a:pt x="2690" y="212"/>
                  </a:cubicBezTo>
                  <a:cubicBezTo>
                    <a:pt x="2693" y="219"/>
                    <a:pt x="2696" y="226"/>
                    <a:pt x="2697" y="234"/>
                  </a:cubicBezTo>
                  <a:lnTo>
                    <a:pt x="2719" y="356"/>
                  </a:lnTo>
                  <a:lnTo>
                    <a:pt x="2719" y="356"/>
                  </a:lnTo>
                  <a:cubicBezTo>
                    <a:pt x="2720" y="313"/>
                    <a:pt x="2732" y="270"/>
                    <a:pt x="2754" y="232"/>
                  </a:cubicBezTo>
                  <a:cubicBezTo>
                    <a:pt x="2777" y="192"/>
                    <a:pt x="2811" y="159"/>
                    <a:pt x="2851" y="136"/>
                  </a:cubicBezTo>
                  <a:cubicBezTo>
                    <a:pt x="2870" y="125"/>
                    <a:pt x="2890" y="116"/>
                    <a:pt x="2911" y="110"/>
                  </a:cubicBezTo>
                  <a:lnTo>
                    <a:pt x="2911" y="110"/>
                  </a:lnTo>
                  <a:cubicBezTo>
                    <a:pt x="2913" y="121"/>
                    <a:pt x="2914" y="132"/>
                    <a:pt x="2914" y="143"/>
                  </a:cubicBezTo>
                  <a:cubicBezTo>
                    <a:pt x="2914" y="172"/>
                    <a:pt x="2906" y="200"/>
                    <a:pt x="2892" y="224"/>
                  </a:cubicBezTo>
                  <a:cubicBezTo>
                    <a:pt x="2886" y="233"/>
                    <a:pt x="2881" y="242"/>
                    <a:pt x="2874" y="250"/>
                  </a:cubicBezTo>
                  <a:lnTo>
                    <a:pt x="2874" y="250"/>
                  </a:lnTo>
                  <a:cubicBezTo>
                    <a:pt x="2891" y="231"/>
                    <a:pt x="2911" y="214"/>
                    <a:pt x="2934" y="201"/>
                  </a:cubicBezTo>
                  <a:cubicBezTo>
                    <a:pt x="2946" y="194"/>
                    <a:pt x="2958" y="188"/>
                    <a:pt x="2970" y="184"/>
                  </a:cubicBezTo>
                  <a:lnTo>
                    <a:pt x="2970" y="184"/>
                  </a:lnTo>
                  <a:cubicBezTo>
                    <a:pt x="2975" y="181"/>
                    <a:pt x="2981" y="180"/>
                    <a:pt x="2986" y="180"/>
                  </a:cubicBezTo>
                  <a:cubicBezTo>
                    <a:pt x="2989" y="180"/>
                    <a:pt x="2993" y="180"/>
                    <a:pt x="2996" y="181"/>
                  </a:cubicBezTo>
                  <a:cubicBezTo>
                    <a:pt x="3015" y="189"/>
                    <a:pt x="3011" y="218"/>
                    <a:pt x="3003" y="237"/>
                  </a:cubicBezTo>
                  <a:lnTo>
                    <a:pt x="2951" y="358"/>
                  </a:lnTo>
                  <a:cubicBezTo>
                    <a:pt x="2964" y="323"/>
                    <a:pt x="3023" y="348"/>
                    <a:pt x="3028" y="384"/>
                  </a:cubicBezTo>
                  <a:cubicBezTo>
                    <a:pt x="3033" y="421"/>
                    <a:pt x="3011" y="454"/>
                    <a:pt x="2999" y="489"/>
                  </a:cubicBezTo>
                  <a:cubicBezTo>
                    <a:pt x="2987" y="524"/>
                    <a:pt x="2998" y="574"/>
                    <a:pt x="3034" y="579"/>
                  </a:cubicBezTo>
                  <a:cubicBezTo>
                    <a:pt x="3057" y="582"/>
                    <a:pt x="3080" y="565"/>
                    <a:pt x="3102" y="572"/>
                  </a:cubicBezTo>
                  <a:cubicBezTo>
                    <a:pt x="3128" y="580"/>
                    <a:pt x="3139" y="621"/>
                    <a:pt x="3167" y="621"/>
                  </a:cubicBezTo>
                  <a:cubicBezTo>
                    <a:pt x="3191" y="621"/>
                    <a:pt x="3203" y="591"/>
                    <a:pt x="3207" y="567"/>
                  </a:cubicBezTo>
                  <a:lnTo>
                    <a:pt x="3207" y="567"/>
                  </a:lnTo>
                  <a:cubicBezTo>
                    <a:pt x="3214" y="519"/>
                    <a:pt x="3218" y="471"/>
                    <a:pt x="3218" y="422"/>
                  </a:cubicBezTo>
                  <a:cubicBezTo>
                    <a:pt x="3218" y="374"/>
                    <a:pt x="3214" y="325"/>
                    <a:pt x="3207" y="277"/>
                  </a:cubicBezTo>
                  <a:lnTo>
                    <a:pt x="3275" y="429"/>
                  </a:lnTo>
                  <a:lnTo>
                    <a:pt x="3275" y="429"/>
                  </a:lnTo>
                  <a:cubicBezTo>
                    <a:pt x="3263" y="382"/>
                    <a:pt x="3257" y="333"/>
                    <a:pt x="3257" y="283"/>
                  </a:cubicBezTo>
                  <a:cubicBezTo>
                    <a:pt x="3257" y="233"/>
                    <a:pt x="3263" y="182"/>
                    <a:pt x="3276" y="133"/>
                  </a:cubicBezTo>
                  <a:lnTo>
                    <a:pt x="3276" y="133"/>
                  </a:lnTo>
                  <a:cubicBezTo>
                    <a:pt x="3277" y="124"/>
                    <a:pt x="3280" y="115"/>
                    <a:pt x="3285" y="107"/>
                  </a:cubicBezTo>
                  <a:cubicBezTo>
                    <a:pt x="3288" y="101"/>
                    <a:pt x="3293" y="96"/>
                    <a:pt x="3298" y="91"/>
                  </a:cubicBezTo>
                  <a:cubicBezTo>
                    <a:pt x="3331" y="65"/>
                    <a:pt x="3379" y="107"/>
                    <a:pt x="3384" y="149"/>
                  </a:cubicBezTo>
                  <a:cubicBezTo>
                    <a:pt x="3388" y="191"/>
                    <a:pt x="3371" y="233"/>
                    <a:pt x="3377" y="275"/>
                  </a:cubicBezTo>
                  <a:cubicBezTo>
                    <a:pt x="3401" y="233"/>
                    <a:pt x="3426" y="189"/>
                    <a:pt x="3465" y="161"/>
                  </a:cubicBezTo>
                  <a:cubicBezTo>
                    <a:pt x="3504" y="133"/>
                    <a:pt x="3563" y="125"/>
                    <a:pt x="3600" y="156"/>
                  </a:cubicBezTo>
                  <a:cubicBezTo>
                    <a:pt x="3637" y="187"/>
                    <a:pt x="3629" y="261"/>
                    <a:pt x="3582" y="272"/>
                  </a:cubicBezTo>
                  <a:lnTo>
                    <a:pt x="3582" y="272"/>
                  </a:lnTo>
                  <a:cubicBezTo>
                    <a:pt x="3601" y="256"/>
                    <a:pt x="3621" y="242"/>
                    <a:pt x="3643" y="229"/>
                  </a:cubicBezTo>
                  <a:cubicBezTo>
                    <a:pt x="3663" y="218"/>
                    <a:pt x="3683" y="208"/>
                    <a:pt x="3705" y="200"/>
                  </a:cubicBezTo>
                  <a:lnTo>
                    <a:pt x="3705" y="200"/>
                  </a:lnTo>
                  <a:cubicBezTo>
                    <a:pt x="3717" y="195"/>
                    <a:pt x="3729" y="192"/>
                    <a:pt x="3742" y="192"/>
                  </a:cubicBezTo>
                  <a:cubicBezTo>
                    <a:pt x="3749" y="192"/>
                    <a:pt x="3756" y="193"/>
                    <a:pt x="3763" y="195"/>
                  </a:cubicBezTo>
                  <a:cubicBezTo>
                    <a:pt x="3809" y="210"/>
                    <a:pt x="3807" y="280"/>
                    <a:pt x="3779" y="320"/>
                  </a:cubicBezTo>
                  <a:cubicBezTo>
                    <a:pt x="3750" y="360"/>
                    <a:pt x="3706" y="390"/>
                    <a:pt x="3692" y="437"/>
                  </a:cubicBezTo>
                  <a:lnTo>
                    <a:pt x="3784" y="409"/>
                  </a:lnTo>
                  <a:cubicBezTo>
                    <a:pt x="3789" y="462"/>
                    <a:pt x="3753" y="508"/>
                    <a:pt x="3731" y="556"/>
                  </a:cubicBezTo>
                  <a:cubicBezTo>
                    <a:pt x="3708" y="604"/>
                    <a:pt x="3709" y="674"/>
                    <a:pt x="3758" y="694"/>
                  </a:cubicBezTo>
                  <a:lnTo>
                    <a:pt x="3758" y="694"/>
                  </a:lnTo>
                  <a:cubicBezTo>
                    <a:pt x="3787" y="618"/>
                    <a:pt x="3822" y="545"/>
                    <a:pt x="3862" y="474"/>
                  </a:cubicBezTo>
                  <a:cubicBezTo>
                    <a:pt x="3869" y="462"/>
                    <a:pt x="3876" y="450"/>
                    <a:pt x="3884" y="438"/>
                  </a:cubicBezTo>
                  <a:lnTo>
                    <a:pt x="3884" y="438"/>
                  </a:lnTo>
                  <a:cubicBezTo>
                    <a:pt x="3907" y="496"/>
                    <a:pt x="3921" y="557"/>
                    <a:pt x="3926" y="620"/>
                  </a:cubicBezTo>
                  <a:lnTo>
                    <a:pt x="3926" y="620"/>
                  </a:lnTo>
                  <a:cubicBezTo>
                    <a:pt x="3932" y="605"/>
                    <a:pt x="3940" y="591"/>
                    <a:pt x="3947" y="578"/>
                  </a:cubicBezTo>
                  <a:cubicBezTo>
                    <a:pt x="3972" y="537"/>
                    <a:pt x="4001" y="500"/>
                    <a:pt x="4036" y="469"/>
                  </a:cubicBezTo>
                  <a:lnTo>
                    <a:pt x="4036" y="469"/>
                  </a:lnTo>
                  <a:cubicBezTo>
                    <a:pt x="4042" y="462"/>
                    <a:pt x="4049" y="458"/>
                    <a:pt x="4056" y="453"/>
                  </a:cubicBezTo>
                  <a:cubicBezTo>
                    <a:pt x="4065" y="449"/>
                    <a:pt x="4072" y="445"/>
                    <a:pt x="4081" y="443"/>
                  </a:cubicBezTo>
                  <a:cubicBezTo>
                    <a:pt x="4124" y="436"/>
                    <a:pt x="4155" y="492"/>
                    <a:pt x="4143" y="534"/>
                  </a:cubicBezTo>
                  <a:cubicBezTo>
                    <a:pt x="4131" y="576"/>
                    <a:pt x="4094" y="604"/>
                    <a:pt x="4058" y="631"/>
                  </a:cubicBezTo>
                  <a:lnTo>
                    <a:pt x="4058" y="631"/>
                  </a:lnTo>
                  <a:cubicBezTo>
                    <a:pt x="4068" y="625"/>
                    <a:pt x="4079" y="623"/>
                    <a:pt x="4090" y="623"/>
                  </a:cubicBezTo>
                  <a:cubicBezTo>
                    <a:pt x="4102" y="623"/>
                    <a:pt x="4113" y="625"/>
                    <a:pt x="4123" y="631"/>
                  </a:cubicBezTo>
                  <a:cubicBezTo>
                    <a:pt x="4099" y="731"/>
                    <a:pt x="4019" y="823"/>
                    <a:pt x="3937" y="883"/>
                  </a:cubicBezTo>
                  <a:lnTo>
                    <a:pt x="3937" y="883"/>
                  </a:lnTo>
                  <a:cubicBezTo>
                    <a:pt x="3960" y="879"/>
                    <a:pt x="3983" y="877"/>
                    <a:pt x="4007" y="877"/>
                  </a:cubicBezTo>
                  <a:cubicBezTo>
                    <a:pt x="4054" y="877"/>
                    <a:pt x="4102" y="885"/>
                    <a:pt x="4146" y="903"/>
                  </a:cubicBezTo>
                  <a:lnTo>
                    <a:pt x="4146" y="903"/>
                  </a:lnTo>
                  <a:cubicBezTo>
                    <a:pt x="4107" y="950"/>
                    <a:pt x="4061" y="991"/>
                    <a:pt x="4009" y="1024"/>
                  </a:cubicBezTo>
                  <a:lnTo>
                    <a:pt x="4009" y="1024"/>
                  </a:lnTo>
                  <a:cubicBezTo>
                    <a:pt x="4014" y="1029"/>
                    <a:pt x="4021" y="1034"/>
                    <a:pt x="4026" y="1037"/>
                  </a:cubicBezTo>
                  <a:cubicBezTo>
                    <a:pt x="4037" y="1043"/>
                    <a:pt x="4047" y="1046"/>
                    <a:pt x="4059" y="1046"/>
                  </a:cubicBezTo>
                  <a:cubicBezTo>
                    <a:pt x="4066" y="1046"/>
                    <a:pt x="4074" y="1045"/>
                    <a:pt x="4081" y="1042"/>
                  </a:cubicBezTo>
                  <a:lnTo>
                    <a:pt x="4081" y="1042"/>
                  </a:lnTo>
                  <a:cubicBezTo>
                    <a:pt x="4094" y="1037"/>
                    <a:pt x="4107" y="1031"/>
                    <a:pt x="4119" y="1024"/>
                  </a:cubicBezTo>
                  <a:cubicBezTo>
                    <a:pt x="4130" y="1018"/>
                    <a:pt x="4140" y="1011"/>
                    <a:pt x="4150" y="1003"/>
                  </a:cubicBezTo>
                  <a:lnTo>
                    <a:pt x="4150" y="1003"/>
                  </a:lnTo>
                  <a:cubicBezTo>
                    <a:pt x="4156" y="999"/>
                    <a:pt x="4164" y="995"/>
                    <a:pt x="4170" y="991"/>
                  </a:cubicBezTo>
                  <a:cubicBezTo>
                    <a:pt x="4207" y="970"/>
                    <a:pt x="4245" y="955"/>
                    <a:pt x="4286" y="945"/>
                  </a:cubicBezTo>
                  <a:lnTo>
                    <a:pt x="4286" y="945"/>
                  </a:lnTo>
                  <a:cubicBezTo>
                    <a:pt x="4300" y="940"/>
                    <a:pt x="4314" y="938"/>
                    <a:pt x="4329" y="938"/>
                  </a:cubicBezTo>
                  <a:cubicBezTo>
                    <a:pt x="4344" y="938"/>
                    <a:pt x="4360" y="941"/>
                    <a:pt x="4375" y="946"/>
                  </a:cubicBezTo>
                  <a:cubicBezTo>
                    <a:pt x="4403" y="958"/>
                    <a:pt x="4423" y="991"/>
                    <a:pt x="4413" y="1019"/>
                  </a:cubicBezTo>
                  <a:cubicBezTo>
                    <a:pt x="4480" y="954"/>
                    <a:pt x="4611" y="979"/>
                    <a:pt x="4648" y="1066"/>
                  </a:cubicBezTo>
                  <a:cubicBezTo>
                    <a:pt x="4652" y="1032"/>
                    <a:pt x="4694" y="1015"/>
                    <a:pt x="4726" y="1022"/>
                  </a:cubicBezTo>
                  <a:cubicBezTo>
                    <a:pt x="4759" y="1029"/>
                    <a:pt x="4784" y="1054"/>
                    <a:pt x="4808" y="1077"/>
                  </a:cubicBezTo>
                  <a:lnTo>
                    <a:pt x="4777" y="840"/>
                  </a:lnTo>
                  <a:lnTo>
                    <a:pt x="4777" y="840"/>
                  </a:lnTo>
                  <a:cubicBezTo>
                    <a:pt x="4795" y="841"/>
                    <a:pt x="4812" y="847"/>
                    <a:pt x="4828" y="856"/>
                  </a:cubicBezTo>
                  <a:cubicBezTo>
                    <a:pt x="4842" y="864"/>
                    <a:pt x="4855" y="875"/>
                    <a:pt x="4865" y="888"/>
                  </a:cubicBezTo>
                  <a:cubicBezTo>
                    <a:pt x="4871" y="813"/>
                    <a:pt x="4885" y="734"/>
                    <a:pt x="4970" y="723"/>
                  </a:cubicBezTo>
                  <a:cubicBezTo>
                    <a:pt x="4987" y="720"/>
                    <a:pt x="5208" y="746"/>
                    <a:pt x="5205" y="739"/>
                  </a:cubicBezTo>
                  <a:lnTo>
                    <a:pt x="5134" y="574"/>
                  </a:lnTo>
                  <a:lnTo>
                    <a:pt x="5266" y="629"/>
                  </a:lnTo>
                  <a:lnTo>
                    <a:pt x="5196" y="411"/>
                  </a:lnTo>
                  <a:lnTo>
                    <a:pt x="5196" y="411"/>
                  </a:lnTo>
                  <a:cubicBezTo>
                    <a:pt x="5197" y="412"/>
                    <a:pt x="5198" y="413"/>
                    <a:pt x="5200" y="413"/>
                  </a:cubicBezTo>
                  <a:cubicBezTo>
                    <a:pt x="5223" y="427"/>
                    <a:pt x="5249" y="434"/>
                    <a:pt x="5275" y="434"/>
                  </a:cubicBezTo>
                  <a:cubicBezTo>
                    <a:pt x="5277" y="434"/>
                    <a:pt x="5279" y="434"/>
                    <a:pt x="5281" y="434"/>
                  </a:cubicBezTo>
                  <a:lnTo>
                    <a:pt x="5281" y="434"/>
                  </a:lnTo>
                  <a:cubicBezTo>
                    <a:pt x="5257" y="375"/>
                    <a:pt x="5246" y="312"/>
                    <a:pt x="5246" y="249"/>
                  </a:cubicBezTo>
                  <a:cubicBezTo>
                    <a:pt x="5246" y="229"/>
                    <a:pt x="5247" y="208"/>
                    <a:pt x="5249" y="187"/>
                  </a:cubicBezTo>
                  <a:lnTo>
                    <a:pt x="5249" y="187"/>
                  </a:lnTo>
                  <a:cubicBezTo>
                    <a:pt x="5261" y="190"/>
                    <a:pt x="5272" y="195"/>
                    <a:pt x="5283" y="201"/>
                  </a:cubicBezTo>
                  <a:cubicBezTo>
                    <a:pt x="5301" y="211"/>
                    <a:pt x="5318" y="227"/>
                    <a:pt x="5328" y="245"/>
                  </a:cubicBezTo>
                  <a:cubicBezTo>
                    <a:pt x="5332" y="252"/>
                    <a:pt x="5334" y="259"/>
                    <a:pt x="5337" y="266"/>
                  </a:cubicBezTo>
                  <a:cubicBezTo>
                    <a:pt x="5312" y="228"/>
                    <a:pt x="5393" y="195"/>
                    <a:pt x="5418" y="233"/>
                  </a:cubicBezTo>
                  <a:cubicBezTo>
                    <a:pt x="5444" y="271"/>
                    <a:pt x="5420" y="322"/>
                    <a:pt x="5391" y="358"/>
                  </a:cubicBezTo>
                  <a:cubicBezTo>
                    <a:pt x="5406" y="308"/>
                    <a:pt x="5493" y="324"/>
                    <a:pt x="5507" y="373"/>
                  </a:cubicBezTo>
                  <a:cubicBezTo>
                    <a:pt x="5522" y="423"/>
                    <a:pt x="5486" y="474"/>
                    <a:pt x="5442" y="504"/>
                  </a:cubicBezTo>
                  <a:lnTo>
                    <a:pt x="5442" y="504"/>
                  </a:lnTo>
                  <a:cubicBezTo>
                    <a:pt x="5449" y="494"/>
                    <a:pt x="5459" y="487"/>
                    <a:pt x="5469" y="480"/>
                  </a:cubicBezTo>
                  <a:cubicBezTo>
                    <a:pt x="5483" y="473"/>
                    <a:pt x="5496" y="468"/>
                    <a:pt x="5511" y="468"/>
                  </a:cubicBezTo>
                  <a:cubicBezTo>
                    <a:pt x="5526" y="468"/>
                    <a:pt x="5540" y="473"/>
                    <a:pt x="5553" y="480"/>
                  </a:cubicBezTo>
                  <a:cubicBezTo>
                    <a:pt x="5566" y="488"/>
                    <a:pt x="5577" y="497"/>
                    <a:pt x="5584" y="510"/>
                  </a:cubicBezTo>
                  <a:cubicBezTo>
                    <a:pt x="5592" y="523"/>
                    <a:pt x="5595" y="537"/>
                    <a:pt x="5595" y="552"/>
                  </a:cubicBezTo>
                  <a:cubicBezTo>
                    <a:pt x="5595" y="567"/>
                    <a:pt x="5592" y="581"/>
                    <a:pt x="5584" y="594"/>
                  </a:cubicBezTo>
                  <a:cubicBezTo>
                    <a:pt x="5581" y="601"/>
                    <a:pt x="5575" y="607"/>
                    <a:pt x="5569" y="612"/>
                  </a:cubicBezTo>
                  <a:lnTo>
                    <a:pt x="5569" y="612"/>
                  </a:lnTo>
                  <a:cubicBezTo>
                    <a:pt x="5576" y="612"/>
                    <a:pt x="5582" y="611"/>
                    <a:pt x="5589" y="611"/>
                  </a:cubicBezTo>
                  <a:cubicBezTo>
                    <a:pt x="5621" y="611"/>
                    <a:pt x="5653" y="620"/>
                    <a:pt x="5681" y="636"/>
                  </a:cubicBezTo>
                  <a:cubicBezTo>
                    <a:pt x="5707" y="651"/>
                    <a:pt x="5730" y="673"/>
                    <a:pt x="5746" y="698"/>
                  </a:cubicBezTo>
                  <a:lnTo>
                    <a:pt x="5746" y="698"/>
                  </a:lnTo>
                  <a:cubicBezTo>
                    <a:pt x="5759" y="673"/>
                    <a:pt x="5766" y="645"/>
                    <a:pt x="5766" y="617"/>
                  </a:cubicBezTo>
                  <a:cubicBezTo>
                    <a:pt x="5766" y="597"/>
                    <a:pt x="5763" y="578"/>
                    <a:pt x="5756" y="559"/>
                  </a:cubicBezTo>
                  <a:lnTo>
                    <a:pt x="5756" y="559"/>
                  </a:lnTo>
                  <a:cubicBezTo>
                    <a:pt x="5763" y="563"/>
                    <a:pt x="5770" y="566"/>
                    <a:pt x="5775" y="569"/>
                  </a:cubicBezTo>
                  <a:cubicBezTo>
                    <a:pt x="5810" y="589"/>
                    <a:pt x="5839" y="614"/>
                    <a:pt x="5866" y="644"/>
                  </a:cubicBezTo>
                  <a:lnTo>
                    <a:pt x="5866" y="644"/>
                  </a:lnTo>
                  <a:cubicBezTo>
                    <a:pt x="5865" y="638"/>
                    <a:pt x="5865" y="632"/>
                    <a:pt x="5865" y="626"/>
                  </a:cubicBezTo>
                  <a:cubicBezTo>
                    <a:pt x="5865" y="595"/>
                    <a:pt x="5871" y="565"/>
                    <a:pt x="5883" y="537"/>
                  </a:cubicBezTo>
                  <a:lnTo>
                    <a:pt x="5942" y="616"/>
                  </a:lnTo>
                  <a:lnTo>
                    <a:pt x="5942" y="616"/>
                  </a:lnTo>
                  <a:cubicBezTo>
                    <a:pt x="5939" y="593"/>
                    <a:pt x="5937" y="571"/>
                    <a:pt x="5937" y="548"/>
                  </a:cubicBezTo>
                  <a:cubicBezTo>
                    <a:pt x="5937" y="466"/>
                    <a:pt x="5959" y="386"/>
                    <a:pt x="6000" y="315"/>
                  </a:cubicBezTo>
                  <a:cubicBezTo>
                    <a:pt x="6018" y="284"/>
                    <a:pt x="6040" y="254"/>
                    <a:pt x="6065" y="228"/>
                  </a:cubicBezTo>
                  <a:lnTo>
                    <a:pt x="6065" y="228"/>
                  </a:lnTo>
                  <a:cubicBezTo>
                    <a:pt x="6069" y="234"/>
                    <a:pt x="6073" y="240"/>
                    <a:pt x="6076" y="246"/>
                  </a:cubicBezTo>
                  <a:cubicBezTo>
                    <a:pt x="6096" y="279"/>
                    <a:pt x="6107" y="318"/>
                    <a:pt x="6108" y="357"/>
                  </a:cubicBezTo>
                  <a:lnTo>
                    <a:pt x="6108" y="357"/>
                  </a:lnTo>
                  <a:cubicBezTo>
                    <a:pt x="6108" y="286"/>
                    <a:pt x="6127" y="216"/>
                    <a:pt x="6162" y="154"/>
                  </a:cubicBezTo>
                  <a:cubicBezTo>
                    <a:pt x="6198" y="92"/>
                    <a:pt x="6249" y="41"/>
                    <a:pt x="6311" y="5"/>
                  </a:cubicBezTo>
                  <a:cubicBezTo>
                    <a:pt x="6314" y="4"/>
                    <a:pt x="6318" y="2"/>
                    <a:pt x="6321" y="0"/>
                  </a:cubicBezTo>
                  <a:lnTo>
                    <a:pt x="6321" y="0"/>
                  </a:lnTo>
                  <a:cubicBezTo>
                    <a:pt x="6324" y="14"/>
                    <a:pt x="6325" y="28"/>
                    <a:pt x="6325" y="42"/>
                  </a:cubicBezTo>
                  <a:cubicBezTo>
                    <a:pt x="6325" y="75"/>
                    <a:pt x="6318" y="107"/>
                    <a:pt x="6303" y="137"/>
                  </a:cubicBezTo>
                  <a:cubicBezTo>
                    <a:pt x="6303" y="72"/>
                    <a:pt x="6411" y="46"/>
                    <a:pt x="6444" y="102"/>
                  </a:cubicBezTo>
                  <a:cubicBezTo>
                    <a:pt x="6478" y="159"/>
                    <a:pt x="6414" y="238"/>
                    <a:pt x="6351" y="222"/>
                  </a:cubicBezTo>
                  <a:cubicBezTo>
                    <a:pt x="6393" y="235"/>
                    <a:pt x="6434" y="249"/>
                    <a:pt x="6475" y="264"/>
                  </a:cubicBezTo>
                  <a:lnTo>
                    <a:pt x="6475" y="264"/>
                  </a:lnTo>
                  <a:cubicBezTo>
                    <a:pt x="6442" y="317"/>
                    <a:pt x="6398" y="363"/>
                    <a:pt x="6347" y="398"/>
                  </a:cubicBezTo>
                  <a:lnTo>
                    <a:pt x="6505" y="387"/>
                  </a:lnTo>
                  <a:lnTo>
                    <a:pt x="6471" y="524"/>
                  </a:lnTo>
                  <a:cubicBezTo>
                    <a:pt x="6474" y="557"/>
                    <a:pt x="6524" y="564"/>
                    <a:pt x="6548" y="541"/>
                  </a:cubicBezTo>
                  <a:cubicBezTo>
                    <a:pt x="6573" y="519"/>
                    <a:pt x="6575" y="482"/>
                    <a:pt x="6577" y="450"/>
                  </a:cubicBezTo>
                  <a:lnTo>
                    <a:pt x="6642" y="558"/>
                  </a:lnTo>
                  <a:lnTo>
                    <a:pt x="6666" y="485"/>
                  </a:lnTo>
                  <a:lnTo>
                    <a:pt x="6666" y="485"/>
                  </a:lnTo>
                  <a:cubicBezTo>
                    <a:pt x="6681" y="497"/>
                    <a:pt x="6693" y="511"/>
                    <a:pt x="6702" y="527"/>
                  </a:cubicBezTo>
                  <a:cubicBezTo>
                    <a:pt x="6716" y="550"/>
                    <a:pt x="6723" y="576"/>
                    <a:pt x="6723" y="603"/>
                  </a:cubicBezTo>
                  <a:lnTo>
                    <a:pt x="6723" y="604"/>
                  </a:lnTo>
                  <a:cubicBezTo>
                    <a:pt x="6748" y="517"/>
                    <a:pt x="6838" y="590"/>
                    <a:pt x="6851" y="649"/>
                  </a:cubicBezTo>
                  <a:lnTo>
                    <a:pt x="6851" y="649"/>
                  </a:lnTo>
                  <a:cubicBezTo>
                    <a:pt x="6852" y="656"/>
                    <a:pt x="6853" y="664"/>
                    <a:pt x="6853" y="671"/>
                  </a:cubicBezTo>
                  <a:cubicBezTo>
                    <a:pt x="6853" y="692"/>
                    <a:pt x="6848" y="712"/>
                    <a:pt x="6837" y="730"/>
                  </a:cubicBezTo>
                  <a:cubicBezTo>
                    <a:pt x="6827" y="748"/>
                    <a:pt x="6811" y="763"/>
                    <a:pt x="6794" y="773"/>
                  </a:cubicBezTo>
                  <a:cubicBezTo>
                    <a:pt x="6791" y="775"/>
                    <a:pt x="6789" y="776"/>
                    <a:pt x="6786" y="777"/>
                  </a:cubicBezTo>
                  <a:lnTo>
                    <a:pt x="6786" y="777"/>
                  </a:lnTo>
                  <a:cubicBezTo>
                    <a:pt x="6789" y="777"/>
                    <a:pt x="6791" y="777"/>
                    <a:pt x="6794" y="777"/>
                  </a:cubicBezTo>
                  <a:cubicBezTo>
                    <a:pt x="6807" y="777"/>
                    <a:pt x="6821" y="782"/>
                    <a:pt x="6833" y="788"/>
                  </a:cubicBezTo>
                  <a:cubicBezTo>
                    <a:pt x="6845" y="795"/>
                    <a:pt x="6854" y="804"/>
                    <a:pt x="6861" y="816"/>
                  </a:cubicBezTo>
                  <a:cubicBezTo>
                    <a:pt x="6868" y="828"/>
                    <a:pt x="6872" y="842"/>
                    <a:pt x="6872" y="855"/>
                  </a:cubicBezTo>
                  <a:cubicBezTo>
                    <a:pt x="6872" y="869"/>
                    <a:pt x="6868" y="883"/>
                    <a:pt x="6861" y="894"/>
                  </a:cubicBezTo>
                  <a:cubicBezTo>
                    <a:pt x="6854" y="906"/>
                    <a:pt x="6846" y="916"/>
                    <a:pt x="6833" y="923"/>
                  </a:cubicBezTo>
                  <a:cubicBezTo>
                    <a:pt x="6828" y="926"/>
                    <a:pt x="6822" y="929"/>
                    <a:pt x="6816" y="930"/>
                  </a:cubicBezTo>
                  <a:cubicBezTo>
                    <a:pt x="6841" y="946"/>
                    <a:pt x="6844" y="983"/>
                    <a:pt x="6831" y="1009"/>
                  </a:cubicBezTo>
                  <a:lnTo>
                    <a:pt x="6831" y="1009"/>
                  </a:lnTo>
                  <a:cubicBezTo>
                    <a:pt x="6816" y="1034"/>
                    <a:pt x="6794" y="1055"/>
                    <a:pt x="6769" y="1070"/>
                  </a:cubicBezTo>
                  <a:lnTo>
                    <a:pt x="6769" y="1070"/>
                  </a:lnTo>
                  <a:cubicBezTo>
                    <a:pt x="6777" y="1068"/>
                    <a:pt x="6786" y="1067"/>
                    <a:pt x="6794" y="1067"/>
                  </a:cubicBezTo>
                  <a:cubicBezTo>
                    <a:pt x="6815" y="1067"/>
                    <a:pt x="6835" y="1073"/>
                    <a:pt x="6853" y="1083"/>
                  </a:cubicBezTo>
                  <a:cubicBezTo>
                    <a:pt x="6871" y="1093"/>
                    <a:pt x="6886" y="1108"/>
                    <a:pt x="6896" y="1126"/>
                  </a:cubicBezTo>
                  <a:cubicBezTo>
                    <a:pt x="6902" y="1137"/>
                    <a:pt x="6906" y="1148"/>
                    <a:pt x="6909" y="1160"/>
                  </a:cubicBezTo>
                  <a:lnTo>
                    <a:pt x="6909" y="1160"/>
                  </a:lnTo>
                  <a:cubicBezTo>
                    <a:pt x="6917" y="1153"/>
                    <a:pt x="6925" y="1147"/>
                    <a:pt x="6934" y="1142"/>
                  </a:cubicBezTo>
                  <a:cubicBezTo>
                    <a:pt x="6955" y="1130"/>
                    <a:pt x="6979" y="1123"/>
                    <a:pt x="7003" y="1123"/>
                  </a:cubicBezTo>
                  <a:cubicBezTo>
                    <a:pt x="7027" y="1123"/>
                    <a:pt x="7051" y="1130"/>
                    <a:pt x="7072" y="1142"/>
                  </a:cubicBezTo>
                  <a:cubicBezTo>
                    <a:pt x="7074" y="1143"/>
                    <a:pt x="7076" y="1144"/>
                    <a:pt x="7078" y="1146"/>
                  </a:cubicBezTo>
                  <a:lnTo>
                    <a:pt x="7108" y="1032"/>
                  </a:lnTo>
                  <a:lnTo>
                    <a:pt x="7236" y="1067"/>
                  </a:lnTo>
                  <a:lnTo>
                    <a:pt x="7236" y="1067"/>
                  </a:lnTo>
                  <a:cubicBezTo>
                    <a:pt x="7231" y="1045"/>
                    <a:pt x="7229" y="1023"/>
                    <a:pt x="7229" y="1000"/>
                  </a:cubicBezTo>
                  <a:cubicBezTo>
                    <a:pt x="7229" y="974"/>
                    <a:pt x="7232" y="948"/>
                    <a:pt x="7238" y="923"/>
                  </a:cubicBezTo>
                  <a:lnTo>
                    <a:pt x="7293" y="985"/>
                  </a:lnTo>
                  <a:lnTo>
                    <a:pt x="7293" y="985"/>
                  </a:lnTo>
                  <a:cubicBezTo>
                    <a:pt x="7294" y="942"/>
                    <a:pt x="7306" y="899"/>
                    <a:pt x="7328" y="861"/>
                  </a:cubicBezTo>
                  <a:cubicBezTo>
                    <a:pt x="7344" y="833"/>
                    <a:pt x="7366" y="808"/>
                    <a:pt x="7392" y="788"/>
                  </a:cubicBezTo>
                  <a:lnTo>
                    <a:pt x="7392" y="788"/>
                  </a:lnTo>
                  <a:cubicBezTo>
                    <a:pt x="7399" y="793"/>
                    <a:pt x="7405" y="800"/>
                    <a:pt x="7409" y="808"/>
                  </a:cubicBezTo>
                  <a:cubicBezTo>
                    <a:pt x="7415" y="819"/>
                    <a:pt x="7419" y="831"/>
                    <a:pt x="7419" y="843"/>
                  </a:cubicBezTo>
                  <a:cubicBezTo>
                    <a:pt x="7419" y="848"/>
                    <a:pt x="7418" y="853"/>
                    <a:pt x="7417" y="858"/>
                  </a:cubicBezTo>
                  <a:cubicBezTo>
                    <a:pt x="7481" y="858"/>
                    <a:pt x="7530" y="780"/>
                    <a:pt x="7503" y="722"/>
                  </a:cubicBezTo>
                  <a:lnTo>
                    <a:pt x="7610" y="759"/>
                  </a:lnTo>
                  <a:cubicBezTo>
                    <a:pt x="7611" y="720"/>
                    <a:pt x="7590" y="683"/>
                    <a:pt x="7584" y="643"/>
                  </a:cubicBezTo>
                  <a:cubicBezTo>
                    <a:pt x="7579" y="604"/>
                    <a:pt x="7603" y="554"/>
                    <a:pt x="7642" y="559"/>
                  </a:cubicBezTo>
                  <a:cubicBezTo>
                    <a:pt x="7674" y="562"/>
                    <a:pt x="7690" y="597"/>
                    <a:pt x="7700" y="627"/>
                  </a:cubicBezTo>
                  <a:lnTo>
                    <a:pt x="7700" y="627"/>
                  </a:lnTo>
                  <a:cubicBezTo>
                    <a:pt x="7701" y="610"/>
                    <a:pt x="7706" y="594"/>
                    <a:pt x="7714" y="579"/>
                  </a:cubicBezTo>
                  <a:cubicBezTo>
                    <a:pt x="7723" y="564"/>
                    <a:pt x="7735" y="552"/>
                    <a:pt x="7750" y="543"/>
                  </a:cubicBezTo>
                  <a:cubicBezTo>
                    <a:pt x="7755" y="540"/>
                    <a:pt x="7759" y="538"/>
                    <a:pt x="7764" y="536"/>
                  </a:cubicBezTo>
                  <a:cubicBezTo>
                    <a:pt x="7802" y="525"/>
                    <a:pt x="7850" y="553"/>
                    <a:pt x="7848" y="593"/>
                  </a:cubicBezTo>
                  <a:lnTo>
                    <a:pt x="7848" y="593"/>
                  </a:lnTo>
                  <a:cubicBezTo>
                    <a:pt x="7854" y="587"/>
                    <a:pt x="7861" y="582"/>
                    <a:pt x="7868" y="577"/>
                  </a:cubicBezTo>
                  <a:cubicBezTo>
                    <a:pt x="7879" y="572"/>
                    <a:pt x="7891" y="568"/>
                    <a:pt x="7903" y="568"/>
                  </a:cubicBezTo>
                  <a:cubicBezTo>
                    <a:pt x="7915" y="568"/>
                    <a:pt x="7927" y="571"/>
                    <a:pt x="7938" y="577"/>
                  </a:cubicBezTo>
                  <a:cubicBezTo>
                    <a:pt x="7949" y="583"/>
                    <a:pt x="7958" y="593"/>
                    <a:pt x="7964" y="603"/>
                  </a:cubicBezTo>
                  <a:cubicBezTo>
                    <a:pt x="7970" y="614"/>
                    <a:pt x="7973" y="626"/>
                    <a:pt x="7973" y="638"/>
                  </a:cubicBezTo>
                  <a:cubicBezTo>
                    <a:pt x="7973" y="650"/>
                    <a:pt x="7971" y="662"/>
                    <a:pt x="7964" y="673"/>
                  </a:cubicBezTo>
                  <a:cubicBezTo>
                    <a:pt x="7963" y="676"/>
                    <a:pt x="7960" y="680"/>
                    <a:pt x="7957" y="683"/>
                  </a:cubicBezTo>
                  <a:lnTo>
                    <a:pt x="7957" y="683"/>
                  </a:lnTo>
                  <a:cubicBezTo>
                    <a:pt x="7981" y="682"/>
                    <a:pt x="8003" y="675"/>
                    <a:pt x="8023" y="663"/>
                  </a:cubicBezTo>
                  <a:cubicBezTo>
                    <a:pt x="8045" y="651"/>
                    <a:pt x="8064" y="632"/>
                    <a:pt x="8076" y="610"/>
                  </a:cubicBezTo>
                  <a:cubicBezTo>
                    <a:pt x="8082" y="601"/>
                    <a:pt x="8086" y="592"/>
                    <a:pt x="8089" y="582"/>
                  </a:cubicBezTo>
                  <a:cubicBezTo>
                    <a:pt x="8083" y="625"/>
                    <a:pt x="8142" y="652"/>
                    <a:pt x="8181" y="632"/>
                  </a:cubicBezTo>
                  <a:cubicBezTo>
                    <a:pt x="8220" y="613"/>
                    <a:pt x="8239" y="570"/>
                    <a:pt x="8253" y="530"/>
                  </a:cubicBezTo>
                  <a:lnTo>
                    <a:pt x="8253" y="530"/>
                  </a:lnTo>
                  <a:cubicBezTo>
                    <a:pt x="8260" y="531"/>
                    <a:pt x="8266" y="534"/>
                    <a:pt x="8272" y="537"/>
                  </a:cubicBezTo>
                  <a:cubicBezTo>
                    <a:pt x="8282" y="543"/>
                    <a:pt x="8290" y="550"/>
                    <a:pt x="8296" y="560"/>
                  </a:cubicBezTo>
                  <a:cubicBezTo>
                    <a:pt x="8301" y="569"/>
                    <a:pt x="8303" y="578"/>
                    <a:pt x="8304" y="588"/>
                  </a:cubicBezTo>
                  <a:lnTo>
                    <a:pt x="8304" y="588"/>
                  </a:lnTo>
                  <a:cubicBezTo>
                    <a:pt x="8305" y="586"/>
                    <a:pt x="8307" y="583"/>
                    <a:pt x="8308" y="581"/>
                  </a:cubicBezTo>
                  <a:cubicBezTo>
                    <a:pt x="8321" y="558"/>
                    <a:pt x="8340" y="539"/>
                    <a:pt x="8363" y="526"/>
                  </a:cubicBezTo>
                  <a:cubicBezTo>
                    <a:pt x="8384" y="514"/>
                    <a:pt x="8407" y="507"/>
                    <a:pt x="8430" y="506"/>
                  </a:cubicBezTo>
                  <a:lnTo>
                    <a:pt x="8398" y="623"/>
                  </a:lnTo>
                  <a:cubicBezTo>
                    <a:pt x="8415" y="588"/>
                    <a:pt x="8477" y="614"/>
                    <a:pt x="8478" y="653"/>
                  </a:cubicBezTo>
                  <a:cubicBezTo>
                    <a:pt x="8479" y="692"/>
                    <a:pt x="8445" y="723"/>
                    <a:pt x="8410" y="740"/>
                  </a:cubicBezTo>
                  <a:lnTo>
                    <a:pt x="8480" y="737"/>
                  </a:lnTo>
                  <a:lnTo>
                    <a:pt x="8480" y="737"/>
                  </a:lnTo>
                  <a:cubicBezTo>
                    <a:pt x="8472" y="748"/>
                    <a:pt x="8463" y="760"/>
                    <a:pt x="8456" y="772"/>
                  </a:cubicBezTo>
                  <a:cubicBezTo>
                    <a:pt x="8441" y="799"/>
                    <a:pt x="8431" y="828"/>
                    <a:pt x="8425" y="858"/>
                  </a:cubicBezTo>
                  <a:lnTo>
                    <a:pt x="8425" y="858"/>
                  </a:lnTo>
                  <a:cubicBezTo>
                    <a:pt x="8435" y="855"/>
                    <a:pt x="8444" y="851"/>
                    <a:pt x="8452" y="846"/>
                  </a:cubicBezTo>
                  <a:cubicBezTo>
                    <a:pt x="8473" y="834"/>
                    <a:pt x="8490" y="817"/>
                    <a:pt x="8503" y="797"/>
                  </a:cubicBezTo>
                  <a:lnTo>
                    <a:pt x="8503" y="797"/>
                  </a:lnTo>
                  <a:cubicBezTo>
                    <a:pt x="8504" y="798"/>
                    <a:pt x="8505" y="800"/>
                    <a:pt x="8506" y="802"/>
                  </a:cubicBezTo>
                  <a:cubicBezTo>
                    <a:pt x="8512" y="813"/>
                    <a:pt x="8516" y="825"/>
                    <a:pt x="8516" y="837"/>
                  </a:cubicBezTo>
                  <a:cubicBezTo>
                    <a:pt x="8516" y="848"/>
                    <a:pt x="8513" y="858"/>
                    <a:pt x="8509" y="867"/>
                  </a:cubicBezTo>
                  <a:lnTo>
                    <a:pt x="8577" y="807"/>
                  </a:lnTo>
                  <a:lnTo>
                    <a:pt x="8583" y="884"/>
                  </a:lnTo>
                  <a:cubicBezTo>
                    <a:pt x="8576" y="796"/>
                    <a:pt x="8692" y="709"/>
                    <a:pt x="8772" y="731"/>
                  </a:cubicBezTo>
                  <a:cubicBezTo>
                    <a:pt x="8759" y="1139"/>
                    <a:pt x="8773" y="1552"/>
                    <a:pt x="8773" y="19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7321113" y="3591623"/>
              <a:ext cx="2667435" cy="1833600"/>
              <a:chOff x="10267788" y="5009573"/>
              <a:chExt cx="2667435" cy="18336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10934703" y="5009573"/>
                <a:ext cx="2000520" cy="1330200"/>
              </a:xfrm>
              <a:custGeom>
                <a:avLst/>
                <a:gdLst/>
                <a:ahLst/>
                <a:cxnLst/>
                <a:rect l="l" t="t" r="r" b="b"/>
                <a:pathLst>
                  <a:path w="5557" h="3695" extrusionOk="0">
                    <a:moveTo>
                      <a:pt x="3" y="2480"/>
                    </a:moveTo>
                    <a:cubicBezTo>
                      <a:pt x="172" y="2293"/>
                      <a:pt x="324" y="2092"/>
                      <a:pt x="484" y="1897"/>
                    </a:cubicBezTo>
                    <a:cubicBezTo>
                      <a:pt x="554" y="1811"/>
                      <a:pt x="608" y="1710"/>
                      <a:pt x="693" y="1637"/>
                    </a:cubicBezTo>
                    <a:cubicBezTo>
                      <a:pt x="770" y="1572"/>
                      <a:pt x="858" y="1564"/>
                      <a:pt x="954" y="1564"/>
                    </a:cubicBezTo>
                    <a:cubicBezTo>
                      <a:pt x="1060" y="1564"/>
                      <a:pt x="1147" y="1522"/>
                      <a:pt x="1222" y="1449"/>
                    </a:cubicBezTo>
                    <a:cubicBezTo>
                      <a:pt x="1281" y="1391"/>
                      <a:pt x="1331" y="1324"/>
                      <a:pt x="1397" y="1275"/>
                    </a:cubicBezTo>
                    <a:cubicBezTo>
                      <a:pt x="1470" y="1221"/>
                      <a:pt x="1554" y="1199"/>
                      <a:pt x="1643" y="1189"/>
                    </a:cubicBezTo>
                    <a:cubicBezTo>
                      <a:pt x="1688" y="1186"/>
                      <a:pt x="1731" y="1172"/>
                      <a:pt x="1771" y="1150"/>
                    </a:cubicBezTo>
                    <a:cubicBezTo>
                      <a:pt x="1783" y="1143"/>
                      <a:pt x="1795" y="1134"/>
                      <a:pt x="1806" y="1125"/>
                    </a:cubicBezTo>
                    <a:cubicBezTo>
                      <a:pt x="1850" y="1091"/>
                      <a:pt x="1874" y="1040"/>
                      <a:pt x="1900" y="993"/>
                    </a:cubicBezTo>
                    <a:cubicBezTo>
                      <a:pt x="1949" y="909"/>
                      <a:pt x="2041" y="854"/>
                      <a:pt x="2118" y="799"/>
                    </a:cubicBezTo>
                    <a:cubicBezTo>
                      <a:pt x="2208" y="735"/>
                      <a:pt x="2280" y="666"/>
                      <a:pt x="2335" y="570"/>
                    </a:cubicBezTo>
                    <a:cubicBezTo>
                      <a:pt x="2440" y="385"/>
                      <a:pt x="2521" y="187"/>
                      <a:pt x="2628" y="4"/>
                    </a:cubicBezTo>
                    <a:cubicBezTo>
                      <a:pt x="2629" y="2"/>
                      <a:pt x="2630" y="1"/>
                      <a:pt x="2631" y="1"/>
                    </a:cubicBezTo>
                    <a:cubicBezTo>
                      <a:pt x="2633" y="0"/>
                      <a:pt x="2634" y="0"/>
                      <a:pt x="2636" y="0"/>
                    </a:cubicBezTo>
                    <a:cubicBezTo>
                      <a:pt x="2637" y="0"/>
                      <a:pt x="2639" y="0"/>
                      <a:pt x="2640" y="1"/>
                    </a:cubicBezTo>
                    <a:cubicBezTo>
                      <a:pt x="2641" y="1"/>
                      <a:pt x="2642" y="2"/>
                      <a:pt x="2643" y="4"/>
                    </a:cubicBezTo>
                    <a:cubicBezTo>
                      <a:pt x="2719" y="114"/>
                      <a:pt x="2768" y="271"/>
                      <a:pt x="2890" y="341"/>
                    </a:cubicBezTo>
                    <a:cubicBezTo>
                      <a:pt x="2927" y="363"/>
                      <a:pt x="2971" y="347"/>
                      <a:pt x="3009" y="360"/>
                    </a:cubicBezTo>
                    <a:cubicBezTo>
                      <a:pt x="3031" y="367"/>
                      <a:pt x="3018" y="420"/>
                      <a:pt x="3055" y="424"/>
                    </a:cubicBezTo>
                    <a:cubicBezTo>
                      <a:pt x="3109" y="430"/>
                      <a:pt x="3155" y="366"/>
                      <a:pt x="3208" y="376"/>
                    </a:cubicBezTo>
                    <a:cubicBezTo>
                      <a:pt x="3253" y="386"/>
                      <a:pt x="3342" y="516"/>
                      <a:pt x="3390" y="548"/>
                    </a:cubicBezTo>
                    <a:cubicBezTo>
                      <a:pt x="3492" y="620"/>
                      <a:pt x="3630" y="727"/>
                      <a:pt x="3757" y="743"/>
                    </a:cubicBezTo>
                    <a:cubicBezTo>
                      <a:pt x="3800" y="748"/>
                      <a:pt x="3841" y="733"/>
                      <a:pt x="3882" y="725"/>
                    </a:cubicBezTo>
                    <a:cubicBezTo>
                      <a:pt x="3893" y="723"/>
                      <a:pt x="3903" y="722"/>
                      <a:pt x="3914" y="722"/>
                    </a:cubicBezTo>
                    <a:cubicBezTo>
                      <a:pt x="3947" y="722"/>
                      <a:pt x="3980" y="730"/>
                      <a:pt x="4010" y="745"/>
                    </a:cubicBezTo>
                    <a:cubicBezTo>
                      <a:pt x="4071" y="772"/>
                      <a:pt x="4122" y="818"/>
                      <a:pt x="4176" y="857"/>
                    </a:cubicBezTo>
                    <a:cubicBezTo>
                      <a:pt x="4246" y="907"/>
                      <a:pt x="4313" y="910"/>
                      <a:pt x="4381" y="854"/>
                    </a:cubicBezTo>
                    <a:cubicBezTo>
                      <a:pt x="4382" y="853"/>
                      <a:pt x="4382" y="853"/>
                      <a:pt x="4383" y="852"/>
                    </a:cubicBezTo>
                    <a:cubicBezTo>
                      <a:pt x="4384" y="852"/>
                      <a:pt x="4386" y="851"/>
                      <a:pt x="4387" y="851"/>
                    </a:cubicBezTo>
                    <a:cubicBezTo>
                      <a:pt x="4389" y="851"/>
                      <a:pt x="4390" y="852"/>
                      <a:pt x="4392" y="852"/>
                    </a:cubicBezTo>
                    <a:lnTo>
                      <a:pt x="5498" y="1437"/>
                    </a:lnTo>
                    <a:lnTo>
                      <a:pt x="5553" y="1465"/>
                    </a:lnTo>
                    <a:cubicBezTo>
                      <a:pt x="5554" y="1466"/>
                      <a:pt x="5555" y="1467"/>
                      <a:pt x="5556" y="1468"/>
                    </a:cubicBezTo>
                    <a:cubicBezTo>
                      <a:pt x="5556" y="1470"/>
                      <a:pt x="5557" y="1471"/>
                      <a:pt x="5557" y="1473"/>
                    </a:cubicBezTo>
                    <a:cubicBezTo>
                      <a:pt x="5557" y="1474"/>
                      <a:pt x="5556" y="1476"/>
                      <a:pt x="5556" y="1477"/>
                    </a:cubicBezTo>
                    <a:lnTo>
                      <a:pt x="5556" y="1477"/>
                    </a:lnTo>
                    <a:cubicBezTo>
                      <a:pt x="5330" y="1831"/>
                      <a:pt x="5101" y="2182"/>
                      <a:pt x="4864" y="2529"/>
                    </a:cubicBezTo>
                    <a:cubicBezTo>
                      <a:pt x="4795" y="2629"/>
                      <a:pt x="4725" y="2731"/>
                      <a:pt x="4652" y="2831"/>
                    </a:cubicBezTo>
                    <a:cubicBezTo>
                      <a:pt x="4609" y="2893"/>
                      <a:pt x="4562" y="2953"/>
                      <a:pt x="4510" y="3008"/>
                    </a:cubicBezTo>
                    <a:cubicBezTo>
                      <a:pt x="4504" y="3015"/>
                      <a:pt x="4497" y="3020"/>
                      <a:pt x="4490" y="3024"/>
                    </a:cubicBezTo>
                    <a:cubicBezTo>
                      <a:pt x="4477" y="3032"/>
                      <a:pt x="4462" y="3036"/>
                      <a:pt x="4447" y="3036"/>
                    </a:cubicBezTo>
                    <a:cubicBezTo>
                      <a:pt x="4398" y="3044"/>
                      <a:pt x="4350" y="3052"/>
                      <a:pt x="4301" y="3061"/>
                    </a:cubicBezTo>
                    <a:cubicBezTo>
                      <a:pt x="3839" y="3141"/>
                      <a:pt x="3378" y="3228"/>
                      <a:pt x="2916" y="3314"/>
                    </a:cubicBezTo>
                    <a:cubicBezTo>
                      <a:pt x="2393" y="3411"/>
                      <a:pt x="1870" y="3511"/>
                      <a:pt x="1347" y="3611"/>
                    </a:cubicBezTo>
                    <a:cubicBezTo>
                      <a:pt x="1214" y="3637"/>
                      <a:pt x="1081" y="3661"/>
                      <a:pt x="950" y="3691"/>
                    </a:cubicBezTo>
                    <a:cubicBezTo>
                      <a:pt x="918" y="3698"/>
                      <a:pt x="901" y="3700"/>
                      <a:pt x="873" y="3677"/>
                    </a:cubicBezTo>
                    <a:cubicBezTo>
                      <a:pt x="805" y="3624"/>
                      <a:pt x="750" y="3549"/>
                      <a:pt x="697" y="3482"/>
                    </a:cubicBezTo>
                    <a:cubicBezTo>
                      <a:pt x="447" y="3165"/>
                      <a:pt x="222" y="2828"/>
                      <a:pt x="1" y="2490"/>
                    </a:cubicBezTo>
                    <a:cubicBezTo>
                      <a:pt x="1" y="2489"/>
                      <a:pt x="0" y="2487"/>
                      <a:pt x="0" y="2486"/>
                    </a:cubicBezTo>
                    <a:cubicBezTo>
                      <a:pt x="0" y="2484"/>
                      <a:pt x="1" y="2483"/>
                      <a:pt x="1" y="2481"/>
                    </a:cubicBezTo>
                    <a:cubicBezTo>
                      <a:pt x="2" y="2481"/>
                      <a:pt x="2" y="2480"/>
                      <a:pt x="3" y="24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10267788" y="5557613"/>
                <a:ext cx="2000160" cy="1285560"/>
              </a:xfrm>
              <a:custGeom>
                <a:avLst/>
                <a:gdLst/>
                <a:ahLst/>
                <a:cxnLst/>
                <a:rect l="l" t="t" r="r" b="b"/>
                <a:pathLst>
                  <a:path w="5556" h="3571" extrusionOk="0">
                    <a:moveTo>
                      <a:pt x="484" y="1772"/>
                    </a:moveTo>
                    <a:cubicBezTo>
                      <a:pt x="554" y="1687"/>
                      <a:pt x="608" y="1586"/>
                      <a:pt x="693" y="1513"/>
                    </a:cubicBezTo>
                    <a:cubicBezTo>
                      <a:pt x="769" y="1447"/>
                      <a:pt x="858" y="1440"/>
                      <a:pt x="954" y="1440"/>
                    </a:cubicBezTo>
                    <a:cubicBezTo>
                      <a:pt x="1060" y="1440"/>
                      <a:pt x="1147" y="1398"/>
                      <a:pt x="1222" y="1324"/>
                    </a:cubicBezTo>
                    <a:cubicBezTo>
                      <a:pt x="1281" y="1267"/>
                      <a:pt x="1330" y="1199"/>
                      <a:pt x="1397" y="1150"/>
                    </a:cubicBezTo>
                    <a:cubicBezTo>
                      <a:pt x="1470" y="1097"/>
                      <a:pt x="1554" y="1074"/>
                      <a:pt x="1643" y="1065"/>
                    </a:cubicBezTo>
                    <a:cubicBezTo>
                      <a:pt x="1688" y="1061"/>
                      <a:pt x="1731" y="1048"/>
                      <a:pt x="1770" y="1026"/>
                    </a:cubicBezTo>
                    <a:cubicBezTo>
                      <a:pt x="1783" y="1018"/>
                      <a:pt x="1795" y="1010"/>
                      <a:pt x="1806" y="1001"/>
                    </a:cubicBezTo>
                    <a:cubicBezTo>
                      <a:pt x="1850" y="967"/>
                      <a:pt x="1873" y="916"/>
                      <a:pt x="1900" y="869"/>
                    </a:cubicBezTo>
                    <a:cubicBezTo>
                      <a:pt x="1949" y="785"/>
                      <a:pt x="2041" y="730"/>
                      <a:pt x="2118" y="675"/>
                    </a:cubicBezTo>
                    <a:cubicBezTo>
                      <a:pt x="2399" y="475"/>
                      <a:pt x="2542" y="309"/>
                      <a:pt x="2718" y="0"/>
                    </a:cubicBezTo>
                    <a:cubicBezTo>
                      <a:pt x="2795" y="43"/>
                      <a:pt x="2818" y="139"/>
                      <a:pt x="2841" y="236"/>
                    </a:cubicBezTo>
                    <a:cubicBezTo>
                      <a:pt x="2883" y="205"/>
                      <a:pt x="2952" y="193"/>
                      <a:pt x="2989" y="138"/>
                    </a:cubicBezTo>
                    <a:cubicBezTo>
                      <a:pt x="3094" y="345"/>
                      <a:pt x="3295" y="608"/>
                      <a:pt x="3486" y="309"/>
                    </a:cubicBezTo>
                    <a:cubicBezTo>
                      <a:pt x="3658" y="653"/>
                      <a:pt x="3924" y="556"/>
                      <a:pt x="4175" y="733"/>
                    </a:cubicBezTo>
                    <a:cubicBezTo>
                      <a:pt x="4246" y="783"/>
                      <a:pt x="4312" y="786"/>
                      <a:pt x="4381" y="730"/>
                    </a:cubicBezTo>
                    <a:cubicBezTo>
                      <a:pt x="4381" y="729"/>
                      <a:pt x="4382" y="729"/>
                      <a:pt x="4382" y="728"/>
                    </a:cubicBezTo>
                    <a:cubicBezTo>
                      <a:pt x="4384" y="728"/>
                      <a:pt x="4385" y="727"/>
                      <a:pt x="4387" y="727"/>
                    </a:cubicBezTo>
                    <a:cubicBezTo>
                      <a:pt x="4388" y="727"/>
                      <a:pt x="4390" y="728"/>
                      <a:pt x="4391" y="728"/>
                    </a:cubicBezTo>
                    <a:lnTo>
                      <a:pt x="5498" y="1313"/>
                    </a:lnTo>
                    <a:lnTo>
                      <a:pt x="5552" y="1341"/>
                    </a:lnTo>
                    <a:cubicBezTo>
                      <a:pt x="5553" y="1342"/>
                      <a:pt x="5554" y="1343"/>
                      <a:pt x="5555" y="1344"/>
                    </a:cubicBezTo>
                    <a:cubicBezTo>
                      <a:pt x="5556" y="1346"/>
                      <a:pt x="5556" y="1347"/>
                      <a:pt x="5556" y="1349"/>
                    </a:cubicBezTo>
                    <a:cubicBezTo>
                      <a:pt x="5556" y="1350"/>
                      <a:pt x="5556" y="1352"/>
                      <a:pt x="5555" y="1353"/>
                    </a:cubicBezTo>
                    <a:lnTo>
                      <a:pt x="5555" y="1353"/>
                    </a:lnTo>
                    <a:cubicBezTo>
                      <a:pt x="5329" y="1707"/>
                      <a:pt x="5100" y="2058"/>
                      <a:pt x="4863" y="2405"/>
                    </a:cubicBezTo>
                    <a:cubicBezTo>
                      <a:pt x="4794" y="2506"/>
                      <a:pt x="4724" y="2607"/>
                      <a:pt x="4651" y="2707"/>
                    </a:cubicBezTo>
                    <a:cubicBezTo>
                      <a:pt x="4609" y="2769"/>
                      <a:pt x="4562" y="2828"/>
                      <a:pt x="4511" y="2884"/>
                    </a:cubicBezTo>
                    <a:cubicBezTo>
                      <a:pt x="4505" y="2890"/>
                      <a:pt x="4498" y="2896"/>
                      <a:pt x="4490" y="2900"/>
                    </a:cubicBezTo>
                    <a:cubicBezTo>
                      <a:pt x="4477" y="2907"/>
                      <a:pt x="4463" y="2912"/>
                      <a:pt x="4448" y="2912"/>
                    </a:cubicBezTo>
                    <a:cubicBezTo>
                      <a:pt x="4399" y="2919"/>
                      <a:pt x="4350" y="2928"/>
                      <a:pt x="4302" y="2936"/>
                    </a:cubicBezTo>
                    <a:cubicBezTo>
                      <a:pt x="3839" y="3016"/>
                      <a:pt x="3378" y="3104"/>
                      <a:pt x="2917" y="3190"/>
                    </a:cubicBezTo>
                    <a:cubicBezTo>
                      <a:pt x="2393" y="3287"/>
                      <a:pt x="1870" y="3387"/>
                      <a:pt x="1348" y="3487"/>
                    </a:cubicBezTo>
                    <a:cubicBezTo>
                      <a:pt x="1215" y="3513"/>
                      <a:pt x="1082" y="3537"/>
                      <a:pt x="950" y="3567"/>
                    </a:cubicBezTo>
                    <a:cubicBezTo>
                      <a:pt x="918" y="3574"/>
                      <a:pt x="902" y="3576"/>
                      <a:pt x="873" y="3553"/>
                    </a:cubicBezTo>
                    <a:cubicBezTo>
                      <a:pt x="805" y="3499"/>
                      <a:pt x="750" y="3425"/>
                      <a:pt x="697" y="3358"/>
                    </a:cubicBezTo>
                    <a:cubicBezTo>
                      <a:pt x="447" y="3042"/>
                      <a:pt x="222" y="2704"/>
                      <a:pt x="1" y="2366"/>
                    </a:cubicBezTo>
                    <a:lnTo>
                      <a:pt x="1" y="2366"/>
                    </a:lnTo>
                    <a:cubicBezTo>
                      <a:pt x="0" y="2365"/>
                      <a:pt x="0" y="2363"/>
                      <a:pt x="0" y="2361"/>
                    </a:cubicBezTo>
                    <a:cubicBezTo>
                      <a:pt x="0" y="2360"/>
                      <a:pt x="0" y="2358"/>
                      <a:pt x="1" y="2357"/>
                    </a:cubicBezTo>
                    <a:cubicBezTo>
                      <a:pt x="2" y="2356"/>
                      <a:pt x="2" y="2356"/>
                      <a:pt x="3" y="2355"/>
                    </a:cubicBezTo>
                    <a:cubicBezTo>
                      <a:pt x="172" y="2168"/>
                      <a:pt x="324" y="1967"/>
                      <a:pt x="484" y="177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-1284075" y="3349741"/>
              <a:ext cx="2715690" cy="1690807"/>
              <a:chOff x="-882800" y="3499021"/>
              <a:chExt cx="2314377" cy="1440947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-882800" y="3499021"/>
                <a:ext cx="2102252" cy="1351547"/>
              </a:xfrm>
              <a:custGeom>
                <a:avLst/>
                <a:gdLst/>
                <a:ahLst/>
                <a:cxnLst/>
                <a:rect l="l" t="t" r="r" b="b"/>
                <a:pathLst>
                  <a:path w="5556" h="3572" extrusionOk="0">
                    <a:moveTo>
                      <a:pt x="5554" y="2356"/>
                    </a:moveTo>
                    <a:cubicBezTo>
                      <a:pt x="5554" y="2356"/>
                      <a:pt x="5555" y="2357"/>
                      <a:pt x="5555" y="2358"/>
                    </a:cubicBezTo>
                    <a:cubicBezTo>
                      <a:pt x="5556" y="2359"/>
                      <a:pt x="5556" y="2360"/>
                      <a:pt x="5556" y="2362"/>
                    </a:cubicBezTo>
                    <a:cubicBezTo>
                      <a:pt x="5556" y="2363"/>
                      <a:pt x="5556" y="2365"/>
                      <a:pt x="5555" y="2366"/>
                    </a:cubicBezTo>
                    <a:lnTo>
                      <a:pt x="5555" y="2367"/>
                    </a:lnTo>
                    <a:cubicBezTo>
                      <a:pt x="5334" y="2705"/>
                      <a:pt x="5109" y="3042"/>
                      <a:pt x="4859" y="3359"/>
                    </a:cubicBezTo>
                    <a:cubicBezTo>
                      <a:pt x="4806" y="3426"/>
                      <a:pt x="4751" y="3500"/>
                      <a:pt x="4683" y="3554"/>
                    </a:cubicBezTo>
                    <a:cubicBezTo>
                      <a:pt x="4655" y="3577"/>
                      <a:pt x="4639" y="3575"/>
                      <a:pt x="4607" y="3568"/>
                    </a:cubicBezTo>
                    <a:cubicBezTo>
                      <a:pt x="4475" y="3538"/>
                      <a:pt x="4342" y="3514"/>
                      <a:pt x="4209" y="3488"/>
                    </a:cubicBezTo>
                    <a:cubicBezTo>
                      <a:pt x="3686" y="3387"/>
                      <a:pt x="3163" y="3288"/>
                      <a:pt x="2640" y="3191"/>
                    </a:cubicBezTo>
                    <a:cubicBezTo>
                      <a:pt x="2178" y="3105"/>
                      <a:pt x="1717" y="3017"/>
                      <a:pt x="1255" y="2937"/>
                    </a:cubicBezTo>
                    <a:cubicBezTo>
                      <a:pt x="1206" y="2929"/>
                      <a:pt x="1158" y="2920"/>
                      <a:pt x="1109" y="2913"/>
                    </a:cubicBezTo>
                    <a:cubicBezTo>
                      <a:pt x="1094" y="2912"/>
                      <a:pt x="1079" y="2908"/>
                      <a:pt x="1066" y="2901"/>
                    </a:cubicBezTo>
                    <a:cubicBezTo>
                      <a:pt x="1059" y="2896"/>
                      <a:pt x="1052" y="2891"/>
                      <a:pt x="1046" y="2885"/>
                    </a:cubicBezTo>
                    <a:cubicBezTo>
                      <a:pt x="995" y="2829"/>
                      <a:pt x="947" y="2770"/>
                      <a:pt x="905" y="2707"/>
                    </a:cubicBezTo>
                    <a:cubicBezTo>
                      <a:pt x="832" y="2608"/>
                      <a:pt x="762" y="2506"/>
                      <a:pt x="693" y="2405"/>
                    </a:cubicBezTo>
                    <a:cubicBezTo>
                      <a:pt x="456" y="2059"/>
                      <a:pt x="227" y="1707"/>
                      <a:pt x="1" y="1354"/>
                    </a:cubicBezTo>
                    <a:cubicBezTo>
                      <a:pt x="1" y="1353"/>
                      <a:pt x="1" y="1353"/>
                      <a:pt x="1" y="1353"/>
                    </a:cubicBezTo>
                    <a:cubicBezTo>
                      <a:pt x="0" y="1352"/>
                      <a:pt x="0" y="1351"/>
                      <a:pt x="0" y="1349"/>
                    </a:cubicBezTo>
                    <a:cubicBezTo>
                      <a:pt x="0" y="1348"/>
                      <a:pt x="0" y="1346"/>
                      <a:pt x="1" y="1345"/>
                    </a:cubicBezTo>
                    <a:cubicBezTo>
                      <a:pt x="2" y="1344"/>
                      <a:pt x="3" y="1343"/>
                      <a:pt x="4" y="1342"/>
                    </a:cubicBezTo>
                    <a:lnTo>
                      <a:pt x="58" y="1313"/>
                    </a:lnTo>
                    <a:lnTo>
                      <a:pt x="1165" y="729"/>
                    </a:lnTo>
                    <a:cubicBezTo>
                      <a:pt x="1166" y="728"/>
                      <a:pt x="1168" y="727"/>
                      <a:pt x="1169" y="727"/>
                    </a:cubicBezTo>
                    <a:cubicBezTo>
                      <a:pt x="1171" y="727"/>
                      <a:pt x="1172" y="728"/>
                      <a:pt x="1174" y="729"/>
                    </a:cubicBezTo>
                    <a:cubicBezTo>
                      <a:pt x="1174" y="729"/>
                      <a:pt x="1175" y="729"/>
                      <a:pt x="1175" y="730"/>
                    </a:cubicBezTo>
                    <a:cubicBezTo>
                      <a:pt x="1244" y="787"/>
                      <a:pt x="1310" y="784"/>
                      <a:pt x="1381" y="733"/>
                    </a:cubicBezTo>
                    <a:cubicBezTo>
                      <a:pt x="1631" y="556"/>
                      <a:pt x="1899" y="653"/>
                      <a:pt x="2069" y="309"/>
                    </a:cubicBezTo>
                    <a:cubicBezTo>
                      <a:pt x="2260" y="609"/>
                      <a:pt x="2462" y="345"/>
                      <a:pt x="2567" y="138"/>
                    </a:cubicBezTo>
                    <a:cubicBezTo>
                      <a:pt x="2604" y="193"/>
                      <a:pt x="2672" y="206"/>
                      <a:pt x="2715" y="236"/>
                    </a:cubicBezTo>
                    <a:cubicBezTo>
                      <a:pt x="2738" y="139"/>
                      <a:pt x="2761" y="43"/>
                      <a:pt x="2838" y="0"/>
                    </a:cubicBezTo>
                    <a:cubicBezTo>
                      <a:pt x="3014" y="310"/>
                      <a:pt x="3158" y="475"/>
                      <a:pt x="3438" y="675"/>
                    </a:cubicBezTo>
                    <a:cubicBezTo>
                      <a:pt x="3515" y="731"/>
                      <a:pt x="3607" y="785"/>
                      <a:pt x="3656" y="869"/>
                    </a:cubicBezTo>
                    <a:cubicBezTo>
                      <a:pt x="3683" y="916"/>
                      <a:pt x="3706" y="967"/>
                      <a:pt x="3750" y="1002"/>
                    </a:cubicBezTo>
                    <a:cubicBezTo>
                      <a:pt x="3761" y="1011"/>
                      <a:pt x="3773" y="1019"/>
                      <a:pt x="3786" y="1026"/>
                    </a:cubicBezTo>
                    <a:cubicBezTo>
                      <a:pt x="3825" y="1048"/>
                      <a:pt x="3869" y="1062"/>
                      <a:pt x="3914" y="1065"/>
                    </a:cubicBezTo>
                    <a:cubicBezTo>
                      <a:pt x="4002" y="1075"/>
                      <a:pt x="4086" y="1097"/>
                      <a:pt x="4159" y="1151"/>
                    </a:cubicBezTo>
                    <a:cubicBezTo>
                      <a:pt x="4226" y="1200"/>
                      <a:pt x="4275" y="1267"/>
                      <a:pt x="4334" y="1325"/>
                    </a:cubicBezTo>
                    <a:cubicBezTo>
                      <a:pt x="4409" y="1398"/>
                      <a:pt x="4496" y="1441"/>
                      <a:pt x="4603" y="1441"/>
                    </a:cubicBezTo>
                    <a:cubicBezTo>
                      <a:pt x="4699" y="1440"/>
                      <a:pt x="4787" y="1448"/>
                      <a:pt x="4864" y="1513"/>
                    </a:cubicBezTo>
                    <a:cubicBezTo>
                      <a:pt x="4948" y="1586"/>
                      <a:pt x="5002" y="1687"/>
                      <a:pt x="5072" y="1773"/>
                    </a:cubicBezTo>
                    <a:cubicBezTo>
                      <a:pt x="5232" y="1968"/>
                      <a:pt x="5384" y="2169"/>
                      <a:pt x="5554" y="235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flipH="1">
                <a:off x="-131951" y="3935044"/>
                <a:ext cx="1563528" cy="1004924"/>
              </a:xfrm>
              <a:custGeom>
                <a:avLst/>
                <a:gdLst/>
                <a:ahLst/>
                <a:cxnLst/>
                <a:rect l="l" t="t" r="r" b="b"/>
                <a:pathLst>
                  <a:path w="5556" h="3571" extrusionOk="0">
                    <a:moveTo>
                      <a:pt x="484" y="1772"/>
                    </a:moveTo>
                    <a:cubicBezTo>
                      <a:pt x="554" y="1687"/>
                      <a:pt x="608" y="1586"/>
                      <a:pt x="693" y="1513"/>
                    </a:cubicBezTo>
                    <a:cubicBezTo>
                      <a:pt x="769" y="1447"/>
                      <a:pt x="858" y="1440"/>
                      <a:pt x="954" y="1440"/>
                    </a:cubicBezTo>
                    <a:cubicBezTo>
                      <a:pt x="1060" y="1440"/>
                      <a:pt x="1147" y="1398"/>
                      <a:pt x="1222" y="1324"/>
                    </a:cubicBezTo>
                    <a:cubicBezTo>
                      <a:pt x="1281" y="1267"/>
                      <a:pt x="1330" y="1199"/>
                      <a:pt x="1397" y="1150"/>
                    </a:cubicBezTo>
                    <a:cubicBezTo>
                      <a:pt x="1470" y="1097"/>
                      <a:pt x="1554" y="1074"/>
                      <a:pt x="1643" y="1065"/>
                    </a:cubicBezTo>
                    <a:cubicBezTo>
                      <a:pt x="1688" y="1061"/>
                      <a:pt x="1731" y="1048"/>
                      <a:pt x="1770" y="1026"/>
                    </a:cubicBezTo>
                    <a:cubicBezTo>
                      <a:pt x="1783" y="1018"/>
                      <a:pt x="1795" y="1010"/>
                      <a:pt x="1806" y="1001"/>
                    </a:cubicBezTo>
                    <a:cubicBezTo>
                      <a:pt x="1850" y="967"/>
                      <a:pt x="1873" y="916"/>
                      <a:pt x="1900" y="869"/>
                    </a:cubicBezTo>
                    <a:cubicBezTo>
                      <a:pt x="1949" y="785"/>
                      <a:pt x="2041" y="730"/>
                      <a:pt x="2118" y="675"/>
                    </a:cubicBezTo>
                    <a:cubicBezTo>
                      <a:pt x="2399" y="475"/>
                      <a:pt x="2542" y="309"/>
                      <a:pt x="2718" y="0"/>
                    </a:cubicBezTo>
                    <a:cubicBezTo>
                      <a:pt x="2795" y="43"/>
                      <a:pt x="2818" y="139"/>
                      <a:pt x="2841" y="236"/>
                    </a:cubicBezTo>
                    <a:cubicBezTo>
                      <a:pt x="2883" y="205"/>
                      <a:pt x="2952" y="193"/>
                      <a:pt x="2989" y="138"/>
                    </a:cubicBezTo>
                    <a:cubicBezTo>
                      <a:pt x="3094" y="345"/>
                      <a:pt x="3295" y="608"/>
                      <a:pt x="3486" y="309"/>
                    </a:cubicBezTo>
                    <a:cubicBezTo>
                      <a:pt x="3658" y="653"/>
                      <a:pt x="3924" y="556"/>
                      <a:pt x="4175" y="733"/>
                    </a:cubicBezTo>
                    <a:cubicBezTo>
                      <a:pt x="4246" y="783"/>
                      <a:pt x="4312" y="786"/>
                      <a:pt x="4381" y="730"/>
                    </a:cubicBezTo>
                    <a:cubicBezTo>
                      <a:pt x="4381" y="729"/>
                      <a:pt x="4382" y="729"/>
                      <a:pt x="4382" y="728"/>
                    </a:cubicBezTo>
                    <a:cubicBezTo>
                      <a:pt x="4384" y="728"/>
                      <a:pt x="4385" y="727"/>
                      <a:pt x="4387" y="727"/>
                    </a:cubicBezTo>
                    <a:cubicBezTo>
                      <a:pt x="4388" y="727"/>
                      <a:pt x="4390" y="728"/>
                      <a:pt x="4391" y="728"/>
                    </a:cubicBezTo>
                    <a:lnTo>
                      <a:pt x="5498" y="1313"/>
                    </a:lnTo>
                    <a:lnTo>
                      <a:pt x="5552" y="1341"/>
                    </a:lnTo>
                    <a:cubicBezTo>
                      <a:pt x="5553" y="1342"/>
                      <a:pt x="5554" y="1343"/>
                      <a:pt x="5555" y="1344"/>
                    </a:cubicBezTo>
                    <a:cubicBezTo>
                      <a:pt x="5556" y="1346"/>
                      <a:pt x="5556" y="1347"/>
                      <a:pt x="5556" y="1349"/>
                    </a:cubicBezTo>
                    <a:cubicBezTo>
                      <a:pt x="5556" y="1350"/>
                      <a:pt x="5556" y="1352"/>
                      <a:pt x="5555" y="1353"/>
                    </a:cubicBezTo>
                    <a:lnTo>
                      <a:pt x="5555" y="1353"/>
                    </a:lnTo>
                    <a:cubicBezTo>
                      <a:pt x="5329" y="1707"/>
                      <a:pt x="5100" y="2058"/>
                      <a:pt x="4863" y="2405"/>
                    </a:cubicBezTo>
                    <a:cubicBezTo>
                      <a:pt x="4794" y="2506"/>
                      <a:pt x="4724" y="2607"/>
                      <a:pt x="4651" y="2707"/>
                    </a:cubicBezTo>
                    <a:cubicBezTo>
                      <a:pt x="4609" y="2769"/>
                      <a:pt x="4562" y="2828"/>
                      <a:pt x="4511" y="2884"/>
                    </a:cubicBezTo>
                    <a:cubicBezTo>
                      <a:pt x="4505" y="2890"/>
                      <a:pt x="4498" y="2896"/>
                      <a:pt x="4490" y="2900"/>
                    </a:cubicBezTo>
                    <a:cubicBezTo>
                      <a:pt x="4477" y="2907"/>
                      <a:pt x="4463" y="2912"/>
                      <a:pt x="4448" y="2912"/>
                    </a:cubicBezTo>
                    <a:cubicBezTo>
                      <a:pt x="4399" y="2919"/>
                      <a:pt x="4350" y="2928"/>
                      <a:pt x="4302" y="2936"/>
                    </a:cubicBezTo>
                    <a:cubicBezTo>
                      <a:pt x="3839" y="3016"/>
                      <a:pt x="3378" y="3104"/>
                      <a:pt x="2917" y="3190"/>
                    </a:cubicBezTo>
                    <a:cubicBezTo>
                      <a:pt x="2393" y="3287"/>
                      <a:pt x="1870" y="3387"/>
                      <a:pt x="1348" y="3487"/>
                    </a:cubicBezTo>
                    <a:cubicBezTo>
                      <a:pt x="1215" y="3513"/>
                      <a:pt x="1082" y="3537"/>
                      <a:pt x="950" y="3567"/>
                    </a:cubicBezTo>
                    <a:cubicBezTo>
                      <a:pt x="918" y="3574"/>
                      <a:pt x="902" y="3576"/>
                      <a:pt x="873" y="3553"/>
                    </a:cubicBezTo>
                    <a:cubicBezTo>
                      <a:pt x="805" y="3499"/>
                      <a:pt x="750" y="3425"/>
                      <a:pt x="697" y="3358"/>
                    </a:cubicBezTo>
                    <a:cubicBezTo>
                      <a:pt x="447" y="3042"/>
                      <a:pt x="222" y="2704"/>
                      <a:pt x="1" y="2366"/>
                    </a:cubicBezTo>
                    <a:lnTo>
                      <a:pt x="1" y="2366"/>
                    </a:lnTo>
                    <a:cubicBezTo>
                      <a:pt x="0" y="2365"/>
                      <a:pt x="0" y="2363"/>
                      <a:pt x="0" y="2361"/>
                    </a:cubicBezTo>
                    <a:cubicBezTo>
                      <a:pt x="0" y="2360"/>
                      <a:pt x="0" y="2358"/>
                      <a:pt x="1" y="2357"/>
                    </a:cubicBezTo>
                    <a:cubicBezTo>
                      <a:pt x="2" y="2356"/>
                      <a:pt x="2" y="2356"/>
                      <a:pt x="3" y="2355"/>
                    </a:cubicBezTo>
                    <a:cubicBezTo>
                      <a:pt x="172" y="2168"/>
                      <a:pt x="324" y="1967"/>
                      <a:pt x="484" y="17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>
              <a:off x="6" y="4443899"/>
              <a:ext cx="4572005" cy="706325"/>
            </a:xfrm>
            <a:custGeom>
              <a:avLst/>
              <a:gdLst/>
              <a:ahLst/>
              <a:cxnLst/>
              <a:rect l="l" t="t" r="r" b="b"/>
              <a:pathLst>
                <a:path w="8773" h="1962" extrusionOk="0">
                  <a:moveTo>
                    <a:pt x="8773" y="1962"/>
                  </a:moveTo>
                  <a:lnTo>
                    <a:pt x="17" y="1962"/>
                  </a:lnTo>
                  <a:cubicBezTo>
                    <a:pt x="75" y="1962"/>
                    <a:pt x="-115" y="971"/>
                    <a:pt x="129" y="1019"/>
                  </a:cubicBezTo>
                  <a:cubicBezTo>
                    <a:pt x="142" y="1006"/>
                    <a:pt x="114" y="982"/>
                    <a:pt x="125" y="969"/>
                  </a:cubicBezTo>
                  <a:cubicBezTo>
                    <a:pt x="131" y="962"/>
                    <a:pt x="141" y="964"/>
                    <a:pt x="149" y="965"/>
                  </a:cubicBezTo>
                  <a:lnTo>
                    <a:pt x="300" y="1000"/>
                  </a:lnTo>
                  <a:cubicBezTo>
                    <a:pt x="314" y="983"/>
                    <a:pt x="293" y="960"/>
                    <a:pt x="291" y="937"/>
                  </a:cubicBezTo>
                  <a:lnTo>
                    <a:pt x="291" y="937"/>
                  </a:lnTo>
                  <a:cubicBezTo>
                    <a:pt x="291" y="929"/>
                    <a:pt x="293" y="920"/>
                    <a:pt x="298" y="913"/>
                  </a:cubicBezTo>
                  <a:cubicBezTo>
                    <a:pt x="302" y="905"/>
                    <a:pt x="309" y="899"/>
                    <a:pt x="317" y="894"/>
                  </a:cubicBezTo>
                  <a:cubicBezTo>
                    <a:pt x="323" y="891"/>
                    <a:pt x="329" y="888"/>
                    <a:pt x="335" y="887"/>
                  </a:cubicBezTo>
                  <a:lnTo>
                    <a:pt x="335" y="887"/>
                  </a:lnTo>
                  <a:cubicBezTo>
                    <a:pt x="341" y="887"/>
                    <a:pt x="346" y="886"/>
                    <a:pt x="352" y="886"/>
                  </a:cubicBezTo>
                  <a:cubicBezTo>
                    <a:pt x="371" y="886"/>
                    <a:pt x="390" y="890"/>
                    <a:pt x="407" y="897"/>
                  </a:cubicBezTo>
                  <a:cubicBezTo>
                    <a:pt x="411" y="881"/>
                    <a:pt x="400" y="866"/>
                    <a:pt x="392" y="851"/>
                  </a:cubicBezTo>
                  <a:cubicBezTo>
                    <a:pt x="384" y="837"/>
                    <a:pt x="381" y="814"/>
                    <a:pt x="396" y="807"/>
                  </a:cubicBezTo>
                  <a:lnTo>
                    <a:pt x="396" y="807"/>
                  </a:lnTo>
                  <a:cubicBezTo>
                    <a:pt x="400" y="806"/>
                    <a:pt x="404" y="805"/>
                    <a:pt x="408" y="805"/>
                  </a:cubicBezTo>
                  <a:cubicBezTo>
                    <a:pt x="411" y="805"/>
                    <a:pt x="415" y="806"/>
                    <a:pt x="419" y="807"/>
                  </a:cubicBezTo>
                  <a:lnTo>
                    <a:pt x="419" y="807"/>
                  </a:lnTo>
                  <a:cubicBezTo>
                    <a:pt x="466" y="817"/>
                    <a:pt x="513" y="832"/>
                    <a:pt x="557" y="851"/>
                  </a:cubicBezTo>
                  <a:cubicBezTo>
                    <a:pt x="563" y="854"/>
                    <a:pt x="572" y="856"/>
                    <a:pt x="576" y="851"/>
                  </a:cubicBezTo>
                  <a:lnTo>
                    <a:pt x="576" y="851"/>
                  </a:lnTo>
                  <a:cubicBezTo>
                    <a:pt x="577" y="849"/>
                    <a:pt x="578" y="848"/>
                    <a:pt x="578" y="845"/>
                  </a:cubicBezTo>
                  <a:cubicBezTo>
                    <a:pt x="578" y="843"/>
                    <a:pt x="577" y="840"/>
                    <a:pt x="576" y="838"/>
                  </a:cubicBezTo>
                  <a:lnTo>
                    <a:pt x="576" y="838"/>
                  </a:lnTo>
                  <a:cubicBezTo>
                    <a:pt x="554" y="787"/>
                    <a:pt x="535" y="735"/>
                    <a:pt x="519" y="682"/>
                  </a:cubicBezTo>
                  <a:cubicBezTo>
                    <a:pt x="528" y="682"/>
                    <a:pt x="543" y="671"/>
                    <a:pt x="559" y="672"/>
                  </a:cubicBezTo>
                  <a:cubicBezTo>
                    <a:pt x="545" y="655"/>
                    <a:pt x="541" y="626"/>
                    <a:pt x="569" y="617"/>
                  </a:cubicBezTo>
                  <a:cubicBezTo>
                    <a:pt x="596" y="608"/>
                    <a:pt x="618" y="623"/>
                    <a:pt x="639" y="639"/>
                  </a:cubicBezTo>
                  <a:lnTo>
                    <a:pt x="639" y="639"/>
                  </a:lnTo>
                  <a:cubicBezTo>
                    <a:pt x="645" y="595"/>
                    <a:pt x="658" y="552"/>
                    <a:pt x="678" y="513"/>
                  </a:cubicBezTo>
                  <a:lnTo>
                    <a:pt x="678" y="513"/>
                  </a:lnTo>
                  <a:cubicBezTo>
                    <a:pt x="679" y="511"/>
                    <a:pt x="680" y="509"/>
                    <a:pt x="681" y="507"/>
                  </a:cubicBezTo>
                  <a:cubicBezTo>
                    <a:pt x="684" y="501"/>
                    <a:pt x="689" y="496"/>
                    <a:pt x="694" y="492"/>
                  </a:cubicBezTo>
                  <a:cubicBezTo>
                    <a:pt x="713" y="482"/>
                    <a:pt x="735" y="501"/>
                    <a:pt x="742" y="522"/>
                  </a:cubicBezTo>
                  <a:cubicBezTo>
                    <a:pt x="748" y="543"/>
                    <a:pt x="746" y="566"/>
                    <a:pt x="757" y="586"/>
                  </a:cubicBezTo>
                  <a:lnTo>
                    <a:pt x="757" y="586"/>
                  </a:lnTo>
                  <a:cubicBezTo>
                    <a:pt x="766" y="575"/>
                    <a:pt x="777" y="566"/>
                    <a:pt x="789" y="559"/>
                  </a:cubicBezTo>
                  <a:cubicBezTo>
                    <a:pt x="796" y="555"/>
                    <a:pt x="804" y="552"/>
                    <a:pt x="811" y="549"/>
                  </a:cubicBezTo>
                  <a:lnTo>
                    <a:pt x="811" y="549"/>
                  </a:lnTo>
                  <a:cubicBezTo>
                    <a:pt x="816" y="547"/>
                    <a:pt x="821" y="547"/>
                    <a:pt x="826" y="547"/>
                  </a:cubicBezTo>
                  <a:cubicBezTo>
                    <a:pt x="835" y="547"/>
                    <a:pt x="843" y="549"/>
                    <a:pt x="850" y="553"/>
                  </a:cubicBezTo>
                  <a:cubicBezTo>
                    <a:pt x="857" y="557"/>
                    <a:pt x="863" y="563"/>
                    <a:pt x="867" y="570"/>
                  </a:cubicBezTo>
                  <a:cubicBezTo>
                    <a:pt x="868" y="571"/>
                    <a:pt x="868" y="571"/>
                    <a:pt x="868" y="571"/>
                  </a:cubicBezTo>
                  <a:cubicBezTo>
                    <a:pt x="881" y="604"/>
                    <a:pt x="841" y="635"/>
                    <a:pt x="838" y="670"/>
                  </a:cubicBezTo>
                  <a:lnTo>
                    <a:pt x="838" y="670"/>
                  </a:lnTo>
                  <a:cubicBezTo>
                    <a:pt x="840" y="669"/>
                    <a:pt x="842" y="667"/>
                    <a:pt x="844" y="666"/>
                  </a:cubicBezTo>
                  <a:cubicBezTo>
                    <a:pt x="851" y="662"/>
                    <a:pt x="859" y="660"/>
                    <a:pt x="868" y="660"/>
                  </a:cubicBezTo>
                  <a:cubicBezTo>
                    <a:pt x="876" y="660"/>
                    <a:pt x="885" y="662"/>
                    <a:pt x="892" y="666"/>
                  </a:cubicBezTo>
                  <a:cubicBezTo>
                    <a:pt x="899" y="670"/>
                    <a:pt x="904" y="676"/>
                    <a:pt x="909" y="684"/>
                  </a:cubicBezTo>
                  <a:cubicBezTo>
                    <a:pt x="909" y="685"/>
                    <a:pt x="911" y="687"/>
                    <a:pt x="912" y="689"/>
                  </a:cubicBezTo>
                  <a:cubicBezTo>
                    <a:pt x="919" y="709"/>
                    <a:pt x="911" y="735"/>
                    <a:pt x="926" y="750"/>
                  </a:cubicBezTo>
                  <a:cubicBezTo>
                    <a:pt x="940" y="766"/>
                    <a:pt x="967" y="760"/>
                    <a:pt x="989" y="753"/>
                  </a:cubicBezTo>
                  <a:cubicBezTo>
                    <a:pt x="1010" y="747"/>
                    <a:pt x="1040" y="745"/>
                    <a:pt x="1049" y="765"/>
                  </a:cubicBezTo>
                  <a:cubicBezTo>
                    <a:pt x="1046" y="739"/>
                    <a:pt x="1043" y="711"/>
                    <a:pt x="1057" y="688"/>
                  </a:cubicBezTo>
                  <a:cubicBezTo>
                    <a:pt x="1070" y="665"/>
                    <a:pt x="1108" y="656"/>
                    <a:pt x="1123" y="677"/>
                  </a:cubicBezTo>
                  <a:cubicBezTo>
                    <a:pt x="1131" y="689"/>
                    <a:pt x="1140" y="710"/>
                    <a:pt x="1152" y="701"/>
                  </a:cubicBezTo>
                  <a:lnTo>
                    <a:pt x="1152" y="701"/>
                  </a:lnTo>
                  <a:cubicBezTo>
                    <a:pt x="1156" y="687"/>
                    <a:pt x="1162" y="674"/>
                    <a:pt x="1170" y="661"/>
                  </a:cubicBezTo>
                  <a:cubicBezTo>
                    <a:pt x="1178" y="646"/>
                    <a:pt x="1189" y="632"/>
                    <a:pt x="1202" y="619"/>
                  </a:cubicBezTo>
                  <a:lnTo>
                    <a:pt x="1202" y="619"/>
                  </a:lnTo>
                  <a:cubicBezTo>
                    <a:pt x="1205" y="616"/>
                    <a:pt x="1207" y="613"/>
                    <a:pt x="1212" y="611"/>
                  </a:cubicBezTo>
                  <a:cubicBezTo>
                    <a:pt x="1214" y="610"/>
                    <a:pt x="1217" y="608"/>
                    <a:pt x="1219" y="608"/>
                  </a:cubicBezTo>
                  <a:cubicBezTo>
                    <a:pt x="1239" y="602"/>
                    <a:pt x="1257" y="625"/>
                    <a:pt x="1255" y="645"/>
                  </a:cubicBezTo>
                  <a:lnTo>
                    <a:pt x="1255" y="645"/>
                  </a:lnTo>
                  <a:cubicBezTo>
                    <a:pt x="1252" y="655"/>
                    <a:pt x="1248" y="665"/>
                    <a:pt x="1244" y="673"/>
                  </a:cubicBezTo>
                  <a:cubicBezTo>
                    <a:pt x="1238" y="682"/>
                    <a:pt x="1232" y="690"/>
                    <a:pt x="1225" y="697"/>
                  </a:cubicBezTo>
                  <a:lnTo>
                    <a:pt x="1225" y="697"/>
                  </a:lnTo>
                  <a:cubicBezTo>
                    <a:pt x="1225" y="696"/>
                    <a:pt x="1225" y="696"/>
                    <a:pt x="1225" y="696"/>
                  </a:cubicBezTo>
                  <a:cubicBezTo>
                    <a:pt x="1245" y="685"/>
                    <a:pt x="1267" y="676"/>
                    <a:pt x="1289" y="671"/>
                  </a:cubicBezTo>
                  <a:cubicBezTo>
                    <a:pt x="1267" y="779"/>
                    <a:pt x="1327" y="748"/>
                    <a:pt x="1413" y="747"/>
                  </a:cubicBezTo>
                  <a:cubicBezTo>
                    <a:pt x="1518" y="747"/>
                    <a:pt x="1623" y="778"/>
                    <a:pt x="1728" y="761"/>
                  </a:cubicBezTo>
                  <a:cubicBezTo>
                    <a:pt x="1885" y="737"/>
                    <a:pt x="1885" y="625"/>
                    <a:pt x="1760" y="535"/>
                  </a:cubicBezTo>
                  <a:lnTo>
                    <a:pt x="1985" y="650"/>
                  </a:lnTo>
                  <a:lnTo>
                    <a:pt x="1985" y="650"/>
                  </a:lnTo>
                  <a:cubicBezTo>
                    <a:pt x="1970" y="635"/>
                    <a:pt x="1957" y="617"/>
                    <a:pt x="1947" y="599"/>
                  </a:cubicBezTo>
                  <a:cubicBezTo>
                    <a:pt x="1928" y="568"/>
                    <a:pt x="1917" y="534"/>
                    <a:pt x="1912" y="499"/>
                  </a:cubicBezTo>
                  <a:lnTo>
                    <a:pt x="1912" y="499"/>
                  </a:lnTo>
                  <a:cubicBezTo>
                    <a:pt x="1967" y="540"/>
                    <a:pt x="2015" y="590"/>
                    <a:pt x="2055" y="646"/>
                  </a:cubicBezTo>
                  <a:lnTo>
                    <a:pt x="2055" y="646"/>
                  </a:lnTo>
                  <a:cubicBezTo>
                    <a:pt x="2018" y="572"/>
                    <a:pt x="1999" y="491"/>
                    <a:pt x="1999" y="409"/>
                  </a:cubicBezTo>
                  <a:cubicBezTo>
                    <a:pt x="1999" y="369"/>
                    <a:pt x="2004" y="328"/>
                    <a:pt x="2013" y="289"/>
                  </a:cubicBezTo>
                  <a:cubicBezTo>
                    <a:pt x="2018" y="269"/>
                    <a:pt x="2036" y="244"/>
                    <a:pt x="2053" y="255"/>
                  </a:cubicBezTo>
                  <a:lnTo>
                    <a:pt x="2053" y="255"/>
                  </a:lnTo>
                  <a:cubicBezTo>
                    <a:pt x="2056" y="258"/>
                    <a:pt x="2059" y="261"/>
                    <a:pt x="2061" y="265"/>
                  </a:cubicBezTo>
                  <a:cubicBezTo>
                    <a:pt x="2062" y="267"/>
                    <a:pt x="2063" y="269"/>
                    <a:pt x="2064" y="271"/>
                  </a:cubicBezTo>
                  <a:lnTo>
                    <a:pt x="2064" y="271"/>
                  </a:lnTo>
                  <a:cubicBezTo>
                    <a:pt x="2085" y="324"/>
                    <a:pt x="2097" y="381"/>
                    <a:pt x="2099" y="438"/>
                  </a:cubicBezTo>
                  <a:lnTo>
                    <a:pt x="2099" y="438"/>
                  </a:lnTo>
                  <a:lnTo>
                    <a:pt x="2099" y="437"/>
                  </a:lnTo>
                  <a:cubicBezTo>
                    <a:pt x="2099" y="390"/>
                    <a:pt x="2111" y="343"/>
                    <a:pt x="2135" y="302"/>
                  </a:cubicBezTo>
                  <a:cubicBezTo>
                    <a:pt x="2146" y="282"/>
                    <a:pt x="2160" y="264"/>
                    <a:pt x="2175" y="248"/>
                  </a:cubicBezTo>
                  <a:lnTo>
                    <a:pt x="2175" y="248"/>
                  </a:lnTo>
                  <a:cubicBezTo>
                    <a:pt x="2178" y="245"/>
                    <a:pt x="2180" y="242"/>
                    <a:pt x="2184" y="240"/>
                  </a:cubicBezTo>
                  <a:cubicBezTo>
                    <a:pt x="2187" y="238"/>
                    <a:pt x="2192" y="237"/>
                    <a:pt x="2197" y="236"/>
                  </a:cubicBezTo>
                  <a:cubicBezTo>
                    <a:pt x="2216" y="236"/>
                    <a:pt x="2219" y="265"/>
                    <a:pt x="2214" y="284"/>
                  </a:cubicBezTo>
                  <a:lnTo>
                    <a:pt x="2214" y="284"/>
                  </a:lnTo>
                  <a:cubicBezTo>
                    <a:pt x="2199" y="346"/>
                    <a:pt x="2175" y="406"/>
                    <a:pt x="2144" y="462"/>
                  </a:cubicBezTo>
                  <a:lnTo>
                    <a:pt x="2144" y="462"/>
                  </a:lnTo>
                  <a:cubicBezTo>
                    <a:pt x="2151" y="456"/>
                    <a:pt x="2157" y="451"/>
                    <a:pt x="2166" y="446"/>
                  </a:cubicBezTo>
                  <a:cubicBezTo>
                    <a:pt x="2190" y="432"/>
                    <a:pt x="2219" y="425"/>
                    <a:pt x="2247" y="425"/>
                  </a:cubicBezTo>
                  <a:cubicBezTo>
                    <a:pt x="2248" y="425"/>
                    <a:pt x="2249" y="425"/>
                    <a:pt x="2249" y="425"/>
                  </a:cubicBezTo>
                  <a:cubicBezTo>
                    <a:pt x="2228" y="478"/>
                    <a:pt x="2205" y="530"/>
                    <a:pt x="2179" y="580"/>
                  </a:cubicBezTo>
                  <a:lnTo>
                    <a:pt x="2179" y="580"/>
                  </a:lnTo>
                  <a:cubicBezTo>
                    <a:pt x="2188" y="574"/>
                    <a:pt x="2197" y="568"/>
                    <a:pt x="2206" y="563"/>
                  </a:cubicBezTo>
                  <a:cubicBezTo>
                    <a:pt x="2234" y="547"/>
                    <a:pt x="2264" y="535"/>
                    <a:pt x="2296" y="529"/>
                  </a:cubicBezTo>
                  <a:cubicBezTo>
                    <a:pt x="2291" y="562"/>
                    <a:pt x="2287" y="599"/>
                    <a:pt x="2304" y="628"/>
                  </a:cubicBezTo>
                  <a:cubicBezTo>
                    <a:pt x="2320" y="657"/>
                    <a:pt x="2368" y="670"/>
                    <a:pt x="2387" y="642"/>
                  </a:cubicBezTo>
                  <a:cubicBezTo>
                    <a:pt x="2443" y="564"/>
                    <a:pt x="2361" y="381"/>
                    <a:pt x="2328" y="310"/>
                  </a:cubicBezTo>
                  <a:lnTo>
                    <a:pt x="2328" y="310"/>
                  </a:lnTo>
                  <a:cubicBezTo>
                    <a:pt x="2386" y="352"/>
                    <a:pt x="2438" y="404"/>
                    <a:pt x="2480" y="463"/>
                  </a:cubicBezTo>
                  <a:lnTo>
                    <a:pt x="2480" y="463"/>
                  </a:lnTo>
                  <a:cubicBezTo>
                    <a:pt x="2478" y="459"/>
                    <a:pt x="2475" y="455"/>
                    <a:pt x="2473" y="451"/>
                  </a:cubicBezTo>
                  <a:cubicBezTo>
                    <a:pt x="2453" y="417"/>
                    <a:pt x="2443" y="377"/>
                    <a:pt x="2443" y="337"/>
                  </a:cubicBezTo>
                  <a:cubicBezTo>
                    <a:pt x="2443" y="310"/>
                    <a:pt x="2447" y="283"/>
                    <a:pt x="2457" y="257"/>
                  </a:cubicBezTo>
                  <a:lnTo>
                    <a:pt x="2457" y="257"/>
                  </a:lnTo>
                  <a:cubicBezTo>
                    <a:pt x="2491" y="293"/>
                    <a:pt x="2521" y="332"/>
                    <a:pt x="2546" y="374"/>
                  </a:cubicBezTo>
                  <a:cubicBezTo>
                    <a:pt x="2555" y="390"/>
                    <a:pt x="2563" y="406"/>
                    <a:pt x="2571" y="422"/>
                  </a:cubicBezTo>
                  <a:lnTo>
                    <a:pt x="2571" y="422"/>
                  </a:lnTo>
                  <a:cubicBezTo>
                    <a:pt x="2570" y="417"/>
                    <a:pt x="2570" y="411"/>
                    <a:pt x="2570" y="405"/>
                  </a:cubicBezTo>
                  <a:cubicBezTo>
                    <a:pt x="2570" y="346"/>
                    <a:pt x="2586" y="289"/>
                    <a:pt x="2615" y="238"/>
                  </a:cubicBezTo>
                  <a:cubicBezTo>
                    <a:pt x="2616" y="235"/>
                    <a:pt x="2618" y="233"/>
                    <a:pt x="2619" y="231"/>
                  </a:cubicBezTo>
                  <a:cubicBezTo>
                    <a:pt x="2633" y="208"/>
                    <a:pt x="2662" y="185"/>
                    <a:pt x="2682" y="202"/>
                  </a:cubicBezTo>
                  <a:lnTo>
                    <a:pt x="2682" y="202"/>
                  </a:lnTo>
                  <a:cubicBezTo>
                    <a:pt x="2685" y="205"/>
                    <a:pt x="2687" y="208"/>
                    <a:pt x="2690" y="212"/>
                  </a:cubicBezTo>
                  <a:cubicBezTo>
                    <a:pt x="2693" y="219"/>
                    <a:pt x="2696" y="226"/>
                    <a:pt x="2697" y="234"/>
                  </a:cubicBezTo>
                  <a:lnTo>
                    <a:pt x="2719" y="356"/>
                  </a:lnTo>
                  <a:lnTo>
                    <a:pt x="2719" y="356"/>
                  </a:lnTo>
                  <a:cubicBezTo>
                    <a:pt x="2720" y="313"/>
                    <a:pt x="2732" y="270"/>
                    <a:pt x="2754" y="232"/>
                  </a:cubicBezTo>
                  <a:cubicBezTo>
                    <a:pt x="2777" y="192"/>
                    <a:pt x="2811" y="159"/>
                    <a:pt x="2851" y="136"/>
                  </a:cubicBezTo>
                  <a:cubicBezTo>
                    <a:pt x="2870" y="125"/>
                    <a:pt x="2890" y="116"/>
                    <a:pt x="2911" y="110"/>
                  </a:cubicBezTo>
                  <a:lnTo>
                    <a:pt x="2911" y="110"/>
                  </a:lnTo>
                  <a:cubicBezTo>
                    <a:pt x="2913" y="121"/>
                    <a:pt x="2914" y="132"/>
                    <a:pt x="2914" y="143"/>
                  </a:cubicBezTo>
                  <a:cubicBezTo>
                    <a:pt x="2914" y="172"/>
                    <a:pt x="2906" y="200"/>
                    <a:pt x="2892" y="224"/>
                  </a:cubicBezTo>
                  <a:cubicBezTo>
                    <a:pt x="2886" y="233"/>
                    <a:pt x="2881" y="242"/>
                    <a:pt x="2874" y="250"/>
                  </a:cubicBezTo>
                  <a:lnTo>
                    <a:pt x="2874" y="250"/>
                  </a:lnTo>
                  <a:cubicBezTo>
                    <a:pt x="2891" y="231"/>
                    <a:pt x="2911" y="214"/>
                    <a:pt x="2934" y="201"/>
                  </a:cubicBezTo>
                  <a:cubicBezTo>
                    <a:pt x="2946" y="194"/>
                    <a:pt x="2958" y="188"/>
                    <a:pt x="2970" y="184"/>
                  </a:cubicBezTo>
                  <a:lnTo>
                    <a:pt x="2970" y="184"/>
                  </a:lnTo>
                  <a:cubicBezTo>
                    <a:pt x="2975" y="181"/>
                    <a:pt x="2981" y="180"/>
                    <a:pt x="2986" y="180"/>
                  </a:cubicBezTo>
                  <a:cubicBezTo>
                    <a:pt x="2989" y="180"/>
                    <a:pt x="2993" y="180"/>
                    <a:pt x="2996" y="181"/>
                  </a:cubicBezTo>
                  <a:cubicBezTo>
                    <a:pt x="3015" y="189"/>
                    <a:pt x="3011" y="218"/>
                    <a:pt x="3003" y="237"/>
                  </a:cubicBezTo>
                  <a:lnTo>
                    <a:pt x="2951" y="358"/>
                  </a:lnTo>
                  <a:cubicBezTo>
                    <a:pt x="2964" y="323"/>
                    <a:pt x="3023" y="348"/>
                    <a:pt x="3028" y="384"/>
                  </a:cubicBezTo>
                  <a:cubicBezTo>
                    <a:pt x="3033" y="421"/>
                    <a:pt x="3011" y="454"/>
                    <a:pt x="2999" y="489"/>
                  </a:cubicBezTo>
                  <a:cubicBezTo>
                    <a:pt x="2987" y="524"/>
                    <a:pt x="2998" y="574"/>
                    <a:pt x="3034" y="579"/>
                  </a:cubicBezTo>
                  <a:cubicBezTo>
                    <a:pt x="3057" y="582"/>
                    <a:pt x="3080" y="565"/>
                    <a:pt x="3102" y="572"/>
                  </a:cubicBezTo>
                  <a:cubicBezTo>
                    <a:pt x="3128" y="580"/>
                    <a:pt x="3139" y="621"/>
                    <a:pt x="3167" y="621"/>
                  </a:cubicBezTo>
                  <a:cubicBezTo>
                    <a:pt x="3191" y="621"/>
                    <a:pt x="3203" y="591"/>
                    <a:pt x="3207" y="567"/>
                  </a:cubicBezTo>
                  <a:lnTo>
                    <a:pt x="3207" y="567"/>
                  </a:lnTo>
                  <a:cubicBezTo>
                    <a:pt x="3214" y="519"/>
                    <a:pt x="3218" y="471"/>
                    <a:pt x="3218" y="422"/>
                  </a:cubicBezTo>
                  <a:cubicBezTo>
                    <a:pt x="3218" y="374"/>
                    <a:pt x="3214" y="325"/>
                    <a:pt x="3207" y="277"/>
                  </a:cubicBezTo>
                  <a:lnTo>
                    <a:pt x="3275" y="429"/>
                  </a:lnTo>
                  <a:lnTo>
                    <a:pt x="3275" y="429"/>
                  </a:lnTo>
                  <a:cubicBezTo>
                    <a:pt x="3263" y="382"/>
                    <a:pt x="3257" y="333"/>
                    <a:pt x="3257" y="283"/>
                  </a:cubicBezTo>
                  <a:cubicBezTo>
                    <a:pt x="3257" y="233"/>
                    <a:pt x="3263" y="182"/>
                    <a:pt x="3276" y="133"/>
                  </a:cubicBezTo>
                  <a:lnTo>
                    <a:pt x="3276" y="133"/>
                  </a:lnTo>
                  <a:cubicBezTo>
                    <a:pt x="3277" y="124"/>
                    <a:pt x="3280" y="115"/>
                    <a:pt x="3285" y="107"/>
                  </a:cubicBezTo>
                  <a:cubicBezTo>
                    <a:pt x="3288" y="101"/>
                    <a:pt x="3293" y="96"/>
                    <a:pt x="3298" y="91"/>
                  </a:cubicBezTo>
                  <a:cubicBezTo>
                    <a:pt x="3331" y="65"/>
                    <a:pt x="3379" y="107"/>
                    <a:pt x="3384" y="149"/>
                  </a:cubicBezTo>
                  <a:cubicBezTo>
                    <a:pt x="3388" y="191"/>
                    <a:pt x="3371" y="233"/>
                    <a:pt x="3377" y="275"/>
                  </a:cubicBezTo>
                  <a:cubicBezTo>
                    <a:pt x="3401" y="233"/>
                    <a:pt x="3426" y="189"/>
                    <a:pt x="3465" y="161"/>
                  </a:cubicBezTo>
                  <a:cubicBezTo>
                    <a:pt x="3504" y="133"/>
                    <a:pt x="3563" y="125"/>
                    <a:pt x="3600" y="156"/>
                  </a:cubicBezTo>
                  <a:cubicBezTo>
                    <a:pt x="3637" y="187"/>
                    <a:pt x="3629" y="261"/>
                    <a:pt x="3582" y="272"/>
                  </a:cubicBezTo>
                  <a:lnTo>
                    <a:pt x="3582" y="272"/>
                  </a:lnTo>
                  <a:cubicBezTo>
                    <a:pt x="3601" y="256"/>
                    <a:pt x="3621" y="242"/>
                    <a:pt x="3643" y="229"/>
                  </a:cubicBezTo>
                  <a:cubicBezTo>
                    <a:pt x="3663" y="218"/>
                    <a:pt x="3683" y="208"/>
                    <a:pt x="3705" y="200"/>
                  </a:cubicBezTo>
                  <a:lnTo>
                    <a:pt x="3705" y="200"/>
                  </a:lnTo>
                  <a:cubicBezTo>
                    <a:pt x="3717" y="195"/>
                    <a:pt x="3729" y="192"/>
                    <a:pt x="3742" y="192"/>
                  </a:cubicBezTo>
                  <a:cubicBezTo>
                    <a:pt x="3749" y="192"/>
                    <a:pt x="3756" y="193"/>
                    <a:pt x="3763" y="195"/>
                  </a:cubicBezTo>
                  <a:cubicBezTo>
                    <a:pt x="3809" y="210"/>
                    <a:pt x="3807" y="280"/>
                    <a:pt x="3779" y="320"/>
                  </a:cubicBezTo>
                  <a:cubicBezTo>
                    <a:pt x="3750" y="360"/>
                    <a:pt x="3706" y="390"/>
                    <a:pt x="3692" y="437"/>
                  </a:cubicBezTo>
                  <a:lnTo>
                    <a:pt x="3784" y="409"/>
                  </a:lnTo>
                  <a:cubicBezTo>
                    <a:pt x="3789" y="462"/>
                    <a:pt x="3753" y="508"/>
                    <a:pt x="3731" y="556"/>
                  </a:cubicBezTo>
                  <a:cubicBezTo>
                    <a:pt x="3708" y="604"/>
                    <a:pt x="3709" y="674"/>
                    <a:pt x="3758" y="694"/>
                  </a:cubicBezTo>
                  <a:lnTo>
                    <a:pt x="3758" y="694"/>
                  </a:lnTo>
                  <a:cubicBezTo>
                    <a:pt x="3787" y="618"/>
                    <a:pt x="3822" y="545"/>
                    <a:pt x="3862" y="474"/>
                  </a:cubicBezTo>
                  <a:cubicBezTo>
                    <a:pt x="3869" y="462"/>
                    <a:pt x="3876" y="450"/>
                    <a:pt x="3884" y="438"/>
                  </a:cubicBezTo>
                  <a:lnTo>
                    <a:pt x="3884" y="438"/>
                  </a:lnTo>
                  <a:cubicBezTo>
                    <a:pt x="3907" y="496"/>
                    <a:pt x="3921" y="557"/>
                    <a:pt x="3926" y="620"/>
                  </a:cubicBezTo>
                  <a:lnTo>
                    <a:pt x="3926" y="620"/>
                  </a:lnTo>
                  <a:cubicBezTo>
                    <a:pt x="3932" y="605"/>
                    <a:pt x="3940" y="591"/>
                    <a:pt x="3947" y="578"/>
                  </a:cubicBezTo>
                  <a:cubicBezTo>
                    <a:pt x="3972" y="537"/>
                    <a:pt x="4001" y="500"/>
                    <a:pt x="4036" y="469"/>
                  </a:cubicBezTo>
                  <a:lnTo>
                    <a:pt x="4036" y="469"/>
                  </a:lnTo>
                  <a:cubicBezTo>
                    <a:pt x="4042" y="462"/>
                    <a:pt x="4049" y="458"/>
                    <a:pt x="4056" y="453"/>
                  </a:cubicBezTo>
                  <a:cubicBezTo>
                    <a:pt x="4065" y="449"/>
                    <a:pt x="4072" y="445"/>
                    <a:pt x="4081" y="443"/>
                  </a:cubicBezTo>
                  <a:cubicBezTo>
                    <a:pt x="4124" y="436"/>
                    <a:pt x="4155" y="492"/>
                    <a:pt x="4143" y="534"/>
                  </a:cubicBezTo>
                  <a:cubicBezTo>
                    <a:pt x="4131" y="576"/>
                    <a:pt x="4094" y="604"/>
                    <a:pt x="4058" y="631"/>
                  </a:cubicBezTo>
                  <a:lnTo>
                    <a:pt x="4058" y="631"/>
                  </a:lnTo>
                  <a:cubicBezTo>
                    <a:pt x="4068" y="625"/>
                    <a:pt x="4079" y="623"/>
                    <a:pt x="4090" y="623"/>
                  </a:cubicBezTo>
                  <a:cubicBezTo>
                    <a:pt x="4102" y="623"/>
                    <a:pt x="4113" y="625"/>
                    <a:pt x="4123" y="631"/>
                  </a:cubicBezTo>
                  <a:cubicBezTo>
                    <a:pt x="4099" y="731"/>
                    <a:pt x="4019" y="823"/>
                    <a:pt x="3937" y="883"/>
                  </a:cubicBezTo>
                  <a:lnTo>
                    <a:pt x="3937" y="883"/>
                  </a:lnTo>
                  <a:cubicBezTo>
                    <a:pt x="3960" y="879"/>
                    <a:pt x="3983" y="877"/>
                    <a:pt x="4007" y="877"/>
                  </a:cubicBezTo>
                  <a:cubicBezTo>
                    <a:pt x="4054" y="877"/>
                    <a:pt x="4102" y="885"/>
                    <a:pt x="4146" y="903"/>
                  </a:cubicBezTo>
                  <a:lnTo>
                    <a:pt x="4146" y="903"/>
                  </a:lnTo>
                  <a:cubicBezTo>
                    <a:pt x="4107" y="950"/>
                    <a:pt x="4061" y="991"/>
                    <a:pt x="4009" y="1024"/>
                  </a:cubicBezTo>
                  <a:lnTo>
                    <a:pt x="4009" y="1024"/>
                  </a:lnTo>
                  <a:cubicBezTo>
                    <a:pt x="4014" y="1029"/>
                    <a:pt x="4021" y="1034"/>
                    <a:pt x="4026" y="1037"/>
                  </a:cubicBezTo>
                  <a:cubicBezTo>
                    <a:pt x="4037" y="1043"/>
                    <a:pt x="4047" y="1046"/>
                    <a:pt x="4059" y="1046"/>
                  </a:cubicBezTo>
                  <a:cubicBezTo>
                    <a:pt x="4066" y="1046"/>
                    <a:pt x="4074" y="1045"/>
                    <a:pt x="4081" y="1042"/>
                  </a:cubicBezTo>
                  <a:lnTo>
                    <a:pt x="4081" y="1042"/>
                  </a:lnTo>
                  <a:cubicBezTo>
                    <a:pt x="4094" y="1037"/>
                    <a:pt x="4107" y="1031"/>
                    <a:pt x="4119" y="1024"/>
                  </a:cubicBezTo>
                  <a:cubicBezTo>
                    <a:pt x="4130" y="1018"/>
                    <a:pt x="4140" y="1011"/>
                    <a:pt x="4150" y="1003"/>
                  </a:cubicBezTo>
                  <a:lnTo>
                    <a:pt x="4150" y="1003"/>
                  </a:lnTo>
                  <a:cubicBezTo>
                    <a:pt x="4156" y="999"/>
                    <a:pt x="4164" y="995"/>
                    <a:pt x="4170" y="991"/>
                  </a:cubicBezTo>
                  <a:cubicBezTo>
                    <a:pt x="4207" y="970"/>
                    <a:pt x="4245" y="955"/>
                    <a:pt x="4286" y="945"/>
                  </a:cubicBezTo>
                  <a:lnTo>
                    <a:pt x="4286" y="945"/>
                  </a:lnTo>
                  <a:cubicBezTo>
                    <a:pt x="4300" y="940"/>
                    <a:pt x="4314" y="938"/>
                    <a:pt x="4329" y="938"/>
                  </a:cubicBezTo>
                  <a:cubicBezTo>
                    <a:pt x="4344" y="938"/>
                    <a:pt x="4360" y="941"/>
                    <a:pt x="4375" y="946"/>
                  </a:cubicBezTo>
                  <a:cubicBezTo>
                    <a:pt x="4403" y="958"/>
                    <a:pt x="4423" y="991"/>
                    <a:pt x="4413" y="1019"/>
                  </a:cubicBezTo>
                  <a:cubicBezTo>
                    <a:pt x="4480" y="954"/>
                    <a:pt x="4611" y="979"/>
                    <a:pt x="4648" y="1066"/>
                  </a:cubicBezTo>
                  <a:cubicBezTo>
                    <a:pt x="4652" y="1032"/>
                    <a:pt x="4694" y="1015"/>
                    <a:pt x="4726" y="1022"/>
                  </a:cubicBezTo>
                  <a:cubicBezTo>
                    <a:pt x="4759" y="1029"/>
                    <a:pt x="4784" y="1054"/>
                    <a:pt x="4808" y="1077"/>
                  </a:cubicBezTo>
                  <a:lnTo>
                    <a:pt x="4777" y="840"/>
                  </a:lnTo>
                  <a:lnTo>
                    <a:pt x="4777" y="840"/>
                  </a:lnTo>
                  <a:cubicBezTo>
                    <a:pt x="4795" y="841"/>
                    <a:pt x="4812" y="847"/>
                    <a:pt x="4828" y="856"/>
                  </a:cubicBezTo>
                  <a:cubicBezTo>
                    <a:pt x="4842" y="864"/>
                    <a:pt x="4855" y="875"/>
                    <a:pt x="4865" y="888"/>
                  </a:cubicBezTo>
                  <a:cubicBezTo>
                    <a:pt x="4871" y="813"/>
                    <a:pt x="4885" y="734"/>
                    <a:pt x="4970" y="723"/>
                  </a:cubicBezTo>
                  <a:cubicBezTo>
                    <a:pt x="4987" y="720"/>
                    <a:pt x="5208" y="746"/>
                    <a:pt x="5205" y="739"/>
                  </a:cubicBezTo>
                  <a:lnTo>
                    <a:pt x="5134" y="574"/>
                  </a:lnTo>
                  <a:lnTo>
                    <a:pt x="5266" y="629"/>
                  </a:lnTo>
                  <a:lnTo>
                    <a:pt x="5196" y="411"/>
                  </a:lnTo>
                  <a:lnTo>
                    <a:pt x="5196" y="411"/>
                  </a:lnTo>
                  <a:cubicBezTo>
                    <a:pt x="5197" y="412"/>
                    <a:pt x="5198" y="413"/>
                    <a:pt x="5200" y="413"/>
                  </a:cubicBezTo>
                  <a:cubicBezTo>
                    <a:pt x="5223" y="427"/>
                    <a:pt x="5249" y="434"/>
                    <a:pt x="5275" y="434"/>
                  </a:cubicBezTo>
                  <a:cubicBezTo>
                    <a:pt x="5277" y="434"/>
                    <a:pt x="5279" y="434"/>
                    <a:pt x="5281" y="434"/>
                  </a:cubicBezTo>
                  <a:lnTo>
                    <a:pt x="5281" y="434"/>
                  </a:lnTo>
                  <a:cubicBezTo>
                    <a:pt x="5257" y="375"/>
                    <a:pt x="5246" y="312"/>
                    <a:pt x="5246" y="249"/>
                  </a:cubicBezTo>
                  <a:cubicBezTo>
                    <a:pt x="5246" y="229"/>
                    <a:pt x="5247" y="208"/>
                    <a:pt x="5249" y="187"/>
                  </a:cubicBezTo>
                  <a:lnTo>
                    <a:pt x="5249" y="187"/>
                  </a:lnTo>
                  <a:cubicBezTo>
                    <a:pt x="5261" y="190"/>
                    <a:pt x="5272" y="195"/>
                    <a:pt x="5283" y="201"/>
                  </a:cubicBezTo>
                  <a:cubicBezTo>
                    <a:pt x="5301" y="211"/>
                    <a:pt x="5318" y="227"/>
                    <a:pt x="5328" y="245"/>
                  </a:cubicBezTo>
                  <a:cubicBezTo>
                    <a:pt x="5332" y="252"/>
                    <a:pt x="5334" y="259"/>
                    <a:pt x="5337" y="266"/>
                  </a:cubicBezTo>
                  <a:cubicBezTo>
                    <a:pt x="5312" y="228"/>
                    <a:pt x="5393" y="195"/>
                    <a:pt x="5418" y="233"/>
                  </a:cubicBezTo>
                  <a:cubicBezTo>
                    <a:pt x="5444" y="271"/>
                    <a:pt x="5420" y="322"/>
                    <a:pt x="5391" y="358"/>
                  </a:cubicBezTo>
                  <a:cubicBezTo>
                    <a:pt x="5406" y="308"/>
                    <a:pt x="5493" y="324"/>
                    <a:pt x="5507" y="373"/>
                  </a:cubicBezTo>
                  <a:cubicBezTo>
                    <a:pt x="5522" y="423"/>
                    <a:pt x="5486" y="474"/>
                    <a:pt x="5442" y="504"/>
                  </a:cubicBezTo>
                  <a:lnTo>
                    <a:pt x="5442" y="504"/>
                  </a:lnTo>
                  <a:cubicBezTo>
                    <a:pt x="5449" y="494"/>
                    <a:pt x="5459" y="487"/>
                    <a:pt x="5469" y="480"/>
                  </a:cubicBezTo>
                  <a:cubicBezTo>
                    <a:pt x="5483" y="473"/>
                    <a:pt x="5496" y="468"/>
                    <a:pt x="5511" y="468"/>
                  </a:cubicBezTo>
                  <a:cubicBezTo>
                    <a:pt x="5526" y="468"/>
                    <a:pt x="5540" y="473"/>
                    <a:pt x="5553" y="480"/>
                  </a:cubicBezTo>
                  <a:cubicBezTo>
                    <a:pt x="5566" y="488"/>
                    <a:pt x="5577" y="497"/>
                    <a:pt x="5584" y="510"/>
                  </a:cubicBezTo>
                  <a:cubicBezTo>
                    <a:pt x="5592" y="523"/>
                    <a:pt x="5595" y="537"/>
                    <a:pt x="5595" y="552"/>
                  </a:cubicBezTo>
                  <a:cubicBezTo>
                    <a:pt x="5595" y="567"/>
                    <a:pt x="5592" y="581"/>
                    <a:pt x="5584" y="594"/>
                  </a:cubicBezTo>
                  <a:cubicBezTo>
                    <a:pt x="5581" y="601"/>
                    <a:pt x="5575" y="607"/>
                    <a:pt x="5569" y="612"/>
                  </a:cubicBezTo>
                  <a:lnTo>
                    <a:pt x="5569" y="612"/>
                  </a:lnTo>
                  <a:cubicBezTo>
                    <a:pt x="5576" y="612"/>
                    <a:pt x="5582" y="611"/>
                    <a:pt x="5589" y="611"/>
                  </a:cubicBezTo>
                  <a:cubicBezTo>
                    <a:pt x="5621" y="611"/>
                    <a:pt x="5653" y="620"/>
                    <a:pt x="5681" y="636"/>
                  </a:cubicBezTo>
                  <a:cubicBezTo>
                    <a:pt x="5707" y="651"/>
                    <a:pt x="5730" y="673"/>
                    <a:pt x="5746" y="698"/>
                  </a:cubicBezTo>
                  <a:lnTo>
                    <a:pt x="5746" y="698"/>
                  </a:lnTo>
                  <a:cubicBezTo>
                    <a:pt x="5759" y="673"/>
                    <a:pt x="5766" y="645"/>
                    <a:pt x="5766" y="617"/>
                  </a:cubicBezTo>
                  <a:cubicBezTo>
                    <a:pt x="5766" y="597"/>
                    <a:pt x="5763" y="578"/>
                    <a:pt x="5756" y="559"/>
                  </a:cubicBezTo>
                  <a:lnTo>
                    <a:pt x="5756" y="559"/>
                  </a:lnTo>
                  <a:cubicBezTo>
                    <a:pt x="5763" y="563"/>
                    <a:pt x="5770" y="566"/>
                    <a:pt x="5775" y="569"/>
                  </a:cubicBezTo>
                  <a:cubicBezTo>
                    <a:pt x="5810" y="589"/>
                    <a:pt x="5839" y="614"/>
                    <a:pt x="5866" y="644"/>
                  </a:cubicBezTo>
                  <a:lnTo>
                    <a:pt x="5866" y="644"/>
                  </a:lnTo>
                  <a:cubicBezTo>
                    <a:pt x="5865" y="638"/>
                    <a:pt x="5865" y="632"/>
                    <a:pt x="5865" y="626"/>
                  </a:cubicBezTo>
                  <a:cubicBezTo>
                    <a:pt x="5865" y="595"/>
                    <a:pt x="5871" y="565"/>
                    <a:pt x="5883" y="537"/>
                  </a:cubicBezTo>
                  <a:lnTo>
                    <a:pt x="5942" y="616"/>
                  </a:lnTo>
                  <a:lnTo>
                    <a:pt x="5942" y="616"/>
                  </a:lnTo>
                  <a:cubicBezTo>
                    <a:pt x="5939" y="593"/>
                    <a:pt x="5937" y="571"/>
                    <a:pt x="5937" y="548"/>
                  </a:cubicBezTo>
                  <a:cubicBezTo>
                    <a:pt x="5937" y="466"/>
                    <a:pt x="5959" y="386"/>
                    <a:pt x="6000" y="315"/>
                  </a:cubicBezTo>
                  <a:cubicBezTo>
                    <a:pt x="6018" y="284"/>
                    <a:pt x="6040" y="254"/>
                    <a:pt x="6065" y="228"/>
                  </a:cubicBezTo>
                  <a:lnTo>
                    <a:pt x="6065" y="228"/>
                  </a:lnTo>
                  <a:cubicBezTo>
                    <a:pt x="6069" y="234"/>
                    <a:pt x="6073" y="240"/>
                    <a:pt x="6076" y="246"/>
                  </a:cubicBezTo>
                  <a:cubicBezTo>
                    <a:pt x="6096" y="279"/>
                    <a:pt x="6107" y="318"/>
                    <a:pt x="6108" y="357"/>
                  </a:cubicBezTo>
                  <a:lnTo>
                    <a:pt x="6108" y="357"/>
                  </a:lnTo>
                  <a:cubicBezTo>
                    <a:pt x="6108" y="286"/>
                    <a:pt x="6127" y="216"/>
                    <a:pt x="6162" y="154"/>
                  </a:cubicBezTo>
                  <a:cubicBezTo>
                    <a:pt x="6198" y="92"/>
                    <a:pt x="6249" y="41"/>
                    <a:pt x="6311" y="5"/>
                  </a:cubicBezTo>
                  <a:cubicBezTo>
                    <a:pt x="6314" y="4"/>
                    <a:pt x="6318" y="2"/>
                    <a:pt x="6321" y="0"/>
                  </a:cubicBezTo>
                  <a:lnTo>
                    <a:pt x="6321" y="0"/>
                  </a:lnTo>
                  <a:cubicBezTo>
                    <a:pt x="6324" y="14"/>
                    <a:pt x="6325" y="28"/>
                    <a:pt x="6325" y="42"/>
                  </a:cubicBezTo>
                  <a:cubicBezTo>
                    <a:pt x="6325" y="75"/>
                    <a:pt x="6318" y="107"/>
                    <a:pt x="6303" y="137"/>
                  </a:cubicBezTo>
                  <a:cubicBezTo>
                    <a:pt x="6303" y="72"/>
                    <a:pt x="6411" y="46"/>
                    <a:pt x="6444" y="102"/>
                  </a:cubicBezTo>
                  <a:cubicBezTo>
                    <a:pt x="6478" y="159"/>
                    <a:pt x="6414" y="238"/>
                    <a:pt x="6351" y="222"/>
                  </a:cubicBezTo>
                  <a:cubicBezTo>
                    <a:pt x="6393" y="235"/>
                    <a:pt x="6434" y="249"/>
                    <a:pt x="6475" y="264"/>
                  </a:cubicBezTo>
                  <a:lnTo>
                    <a:pt x="6475" y="264"/>
                  </a:lnTo>
                  <a:cubicBezTo>
                    <a:pt x="6442" y="317"/>
                    <a:pt x="6398" y="363"/>
                    <a:pt x="6347" y="398"/>
                  </a:cubicBezTo>
                  <a:lnTo>
                    <a:pt x="6505" y="387"/>
                  </a:lnTo>
                  <a:lnTo>
                    <a:pt x="6471" y="524"/>
                  </a:lnTo>
                  <a:cubicBezTo>
                    <a:pt x="6474" y="557"/>
                    <a:pt x="6524" y="564"/>
                    <a:pt x="6548" y="541"/>
                  </a:cubicBezTo>
                  <a:cubicBezTo>
                    <a:pt x="6573" y="519"/>
                    <a:pt x="6575" y="482"/>
                    <a:pt x="6577" y="450"/>
                  </a:cubicBezTo>
                  <a:lnTo>
                    <a:pt x="6642" y="558"/>
                  </a:lnTo>
                  <a:lnTo>
                    <a:pt x="6666" y="485"/>
                  </a:lnTo>
                  <a:lnTo>
                    <a:pt x="6666" y="485"/>
                  </a:lnTo>
                  <a:cubicBezTo>
                    <a:pt x="6681" y="497"/>
                    <a:pt x="6693" y="511"/>
                    <a:pt x="6702" y="527"/>
                  </a:cubicBezTo>
                  <a:cubicBezTo>
                    <a:pt x="6716" y="550"/>
                    <a:pt x="6723" y="576"/>
                    <a:pt x="6723" y="603"/>
                  </a:cubicBezTo>
                  <a:lnTo>
                    <a:pt x="6723" y="604"/>
                  </a:lnTo>
                  <a:cubicBezTo>
                    <a:pt x="6748" y="517"/>
                    <a:pt x="6838" y="590"/>
                    <a:pt x="6851" y="649"/>
                  </a:cubicBezTo>
                  <a:lnTo>
                    <a:pt x="6851" y="649"/>
                  </a:lnTo>
                  <a:cubicBezTo>
                    <a:pt x="6852" y="656"/>
                    <a:pt x="6853" y="664"/>
                    <a:pt x="6853" y="671"/>
                  </a:cubicBezTo>
                  <a:cubicBezTo>
                    <a:pt x="6853" y="692"/>
                    <a:pt x="6848" y="712"/>
                    <a:pt x="6837" y="730"/>
                  </a:cubicBezTo>
                  <a:cubicBezTo>
                    <a:pt x="6827" y="748"/>
                    <a:pt x="6811" y="763"/>
                    <a:pt x="6794" y="773"/>
                  </a:cubicBezTo>
                  <a:cubicBezTo>
                    <a:pt x="6791" y="775"/>
                    <a:pt x="6789" y="776"/>
                    <a:pt x="6786" y="777"/>
                  </a:cubicBezTo>
                  <a:lnTo>
                    <a:pt x="6786" y="777"/>
                  </a:lnTo>
                  <a:cubicBezTo>
                    <a:pt x="6789" y="777"/>
                    <a:pt x="6791" y="777"/>
                    <a:pt x="6794" y="777"/>
                  </a:cubicBezTo>
                  <a:cubicBezTo>
                    <a:pt x="6807" y="777"/>
                    <a:pt x="6821" y="782"/>
                    <a:pt x="6833" y="788"/>
                  </a:cubicBezTo>
                  <a:cubicBezTo>
                    <a:pt x="6845" y="795"/>
                    <a:pt x="6854" y="804"/>
                    <a:pt x="6861" y="816"/>
                  </a:cubicBezTo>
                  <a:cubicBezTo>
                    <a:pt x="6868" y="828"/>
                    <a:pt x="6872" y="842"/>
                    <a:pt x="6872" y="855"/>
                  </a:cubicBezTo>
                  <a:cubicBezTo>
                    <a:pt x="6872" y="869"/>
                    <a:pt x="6868" y="883"/>
                    <a:pt x="6861" y="894"/>
                  </a:cubicBezTo>
                  <a:cubicBezTo>
                    <a:pt x="6854" y="906"/>
                    <a:pt x="6846" y="916"/>
                    <a:pt x="6833" y="923"/>
                  </a:cubicBezTo>
                  <a:cubicBezTo>
                    <a:pt x="6828" y="926"/>
                    <a:pt x="6822" y="929"/>
                    <a:pt x="6816" y="930"/>
                  </a:cubicBezTo>
                  <a:cubicBezTo>
                    <a:pt x="6841" y="946"/>
                    <a:pt x="6844" y="983"/>
                    <a:pt x="6831" y="1009"/>
                  </a:cubicBezTo>
                  <a:lnTo>
                    <a:pt x="6831" y="1009"/>
                  </a:lnTo>
                  <a:cubicBezTo>
                    <a:pt x="6816" y="1034"/>
                    <a:pt x="6794" y="1055"/>
                    <a:pt x="6769" y="1070"/>
                  </a:cubicBezTo>
                  <a:lnTo>
                    <a:pt x="6769" y="1070"/>
                  </a:lnTo>
                  <a:cubicBezTo>
                    <a:pt x="6777" y="1068"/>
                    <a:pt x="6786" y="1067"/>
                    <a:pt x="6794" y="1067"/>
                  </a:cubicBezTo>
                  <a:cubicBezTo>
                    <a:pt x="6815" y="1067"/>
                    <a:pt x="6835" y="1073"/>
                    <a:pt x="6853" y="1083"/>
                  </a:cubicBezTo>
                  <a:cubicBezTo>
                    <a:pt x="6871" y="1093"/>
                    <a:pt x="6886" y="1108"/>
                    <a:pt x="6896" y="1126"/>
                  </a:cubicBezTo>
                  <a:cubicBezTo>
                    <a:pt x="6902" y="1137"/>
                    <a:pt x="6906" y="1148"/>
                    <a:pt x="6909" y="1160"/>
                  </a:cubicBezTo>
                  <a:lnTo>
                    <a:pt x="6909" y="1160"/>
                  </a:lnTo>
                  <a:cubicBezTo>
                    <a:pt x="6917" y="1153"/>
                    <a:pt x="6925" y="1147"/>
                    <a:pt x="6934" y="1142"/>
                  </a:cubicBezTo>
                  <a:cubicBezTo>
                    <a:pt x="6955" y="1130"/>
                    <a:pt x="6979" y="1123"/>
                    <a:pt x="7003" y="1123"/>
                  </a:cubicBezTo>
                  <a:cubicBezTo>
                    <a:pt x="7027" y="1123"/>
                    <a:pt x="7051" y="1130"/>
                    <a:pt x="7072" y="1142"/>
                  </a:cubicBezTo>
                  <a:cubicBezTo>
                    <a:pt x="7074" y="1143"/>
                    <a:pt x="7076" y="1144"/>
                    <a:pt x="7078" y="1146"/>
                  </a:cubicBezTo>
                  <a:lnTo>
                    <a:pt x="7108" y="1032"/>
                  </a:lnTo>
                  <a:lnTo>
                    <a:pt x="7236" y="1067"/>
                  </a:lnTo>
                  <a:lnTo>
                    <a:pt x="7236" y="1067"/>
                  </a:lnTo>
                  <a:cubicBezTo>
                    <a:pt x="7231" y="1045"/>
                    <a:pt x="7229" y="1023"/>
                    <a:pt x="7229" y="1000"/>
                  </a:cubicBezTo>
                  <a:cubicBezTo>
                    <a:pt x="7229" y="974"/>
                    <a:pt x="7232" y="948"/>
                    <a:pt x="7238" y="923"/>
                  </a:cubicBezTo>
                  <a:lnTo>
                    <a:pt x="7293" y="985"/>
                  </a:lnTo>
                  <a:lnTo>
                    <a:pt x="7293" y="985"/>
                  </a:lnTo>
                  <a:cubicBezTo>
                    <a:pt x="7294" y="942"/>
                    <a:pt x="7306" y="899"/>
                    <a:pt x="7328" y="861"/>
                  </a:cubicBezTo>
                  <a:cubicBezTo>
                    <a:pt x="7344" y="833"/>
                    <a:pt x="7366" y="808"/>
                    <a:pt x="7392" y="788"/>
                  </a:cubicBezTo>
                  <a:lnTo>
                    <a:pt x="7392" y="788"/>
                  </a:lnTo>
                  <a:cubicBezTo>
                    <a:pt x="7399" y="793"/>
                    <a:pt x="7405" y="800"/>
                    <a:pt x="7409" y="808"/>
                  </a:cubicBezTo>
                  <a:cubicBezTo>
                    <a:pt x="7415" y="819"/>
                    <a:pt x="7419" y="831"/>
                    <a:pt x="7419" y="843"/>
                  </a:cubicBezTo>
                  <a:cubicBezTo>
                    <a:pt x="7419" y="848"/>
                    <a:pt x="7418" y="853"/>
                    <a:pt x="7417" y="858"/>
                  </a:cubicBezTo>
                  <a:cubicBezTo>
                    <a:pt x="7481" y="858"/>
                    <a:pt x="7530" y="780"/>
                    <a:pt x="7503" y="722"/>
                  </a:cubicBezTo>
                  <a:lnTo>
                    <a:pt x="7610" y="759"/>
                  </a:lnTo>
                  <a:cubicBezTo>
                    <a:pt x="7611" y="720"/>
                    <a:pt x="7590" y="683"/>
                    <a:pt x="7584" y="643"/>
                  </a:cubicBezTo>
                  <a:cubicBezTo>
                    <a:pt x="7579" y="604"/>
                    <a:pt x="7603" y="554"/>
                    <a:pt x="7642" y="559"/>
                  </a:cubicBezTo>
                  <a:cubicBezTo>
                    <a:pt x="7674" y="562"/>
                    <a:pt x="7690" y="597"/>
                    <a:pt x="7700" y="627"/>
                  </a:cubicBezTo>
                  <a:lnTo>
                    <a:pt x="7700" y="627"/>
                  </a:lnTo>
                  <a:cubicBezTo>
                    <a:pt x="7701" y="610"/>
                    <a:pt x="7706" y="594"/>
                    <a:pt x="7714" y="579"/>
                  </a:cubicBezTo>
                  <a:cubicBezTo>
                    <a:pt x="7723" y="564"/>
                    <a:pt x="7735" y="552"/>
                    <a:pt x="7750" y="543"/>
                  </a:cubicBezTo>
                  <a:cubicBezTo>
                    <a:pt x="7755" y="540"/>
                    <a:pt x="7759" y="538"/>
                    <a:pt x="7764" y="536"/>
                  </a:cubicBezTo>
                  <a:cubicBezTo>
                    <a:pt x="7802" y="525"/>
                    <a:pt x="7850" y="553"/>
                    <a:pt x="7848" y="593"/>
                  </a:cubicBezTo>
                  <a:lnTo>
                    <a:pt x="7848" y="593"/>
                  </a:lnTo>
                  <a:cubicBezTo>
                    <a:pt x="7854" y="587"/>
                    <a:pt x="7861" y="582"/>
                    <a:pt x="7868" y="577"/>
                  </a:cubicBezTo>
                  <a:cubicBezTo>
                    <a:pt x="7879" y="572"/>
                    <a:pt x="7891" y="568"/>
                    <a:pt x="7903" y="568"/>
                  </a:cubicBezTo>
                  <a:cubicBezTo>
                    <a:pt x="7915" y="568"/>
                    <a:pt x="7927" y="571"/>
                    <a:pt x="7938" y="577"/>
                  </a:cubicBezTo>
                  <a:cubicBezTo>
                    <a:pt x="7949" y="583"/>
                    <a:pt x="7958" y="593"/>
                    <a:pt x="7964" y="603"/>
                  </a:cubicBezTo>
                  <a:cubicBezTo>
                    <a:pt x="7970" y="614"/>
                    <a:pt x="7973" y="626"/>
                    <a:pt x="7973" y="638"/>
                  </a:cubicBezTo>
                  <a:cubicBezTo>
                    <a:pt x="7973" y="650"/>
                    <a:pt x="7971" y="662"/>
                    <a:pt x="7964" y="673"/>
                  </a:cubicBezTo>
                  <a:cubicBezTo>
                    <a:pt x="7963" y="676"/>
                    <a:pt x="7960" y="680"/>
                    <a:pt x="7957" y="683"/>
                  </a:cubicBezTo>
                  <a:lnTo>
                    <a:pt x="7957" y="683"/>
                  </a:lnTo>
                  <a:cubicBezTo>
                    <a:pt x="7981" y="682"/>
                    <a:pt x="8003" y="675"/>
                    <a:pt x="8023" y="663"/>
                  </a:cubicBezTo>
                  <a:cubicBezTo>
                    <a:pt x="8045" y="651"/>
                    <a:pt x="8064" y="632"/>
                    <a:pt x="8076" y="610"/>
                  </a:cubicBezTo>
                  <a:cubicBezTo>
                    <a:pt x="8082" y="601"/>
                    <a:pt x="8086" y="592"/>
                    <a:pt x="8089" y="582"/>
                  </a:cubicBezTo>
                  <a:cubicBezTo>
                    <a:pt x="8083" y="625"/>
                    <a:pt x="8142" y="652"/>
                    <a:pt x="8181" y="632"/>
                  </a:cubicBezTo>
                  <a:cubicBezTo>
                    <a:pt x="8220" y="613"/>
                    <a:pt x="8239" y="570"/>
                    <a:pt x="8253" y="530"/>
                  </a:cubicBezTo>
                  <a:lnTo>
                    <a:pt x="8253" y="530"/>
                  </a:lnTo>
                  <a:cubicBezTo>
                    <a:pt x="8260" y="531"/>
                    <a:pt x="8266" y="534"/>
                    <a:pt x="8272" y="537"/>
                  </a:cubicBezTo>
                  <a:cubicBezTo>
                    <a:pt x="8282" y="543"/>
                    <a:pt x="8290" y="550"/>
                    <a:pt x="8296" y="560"/>
                  </a:cubicBezTo>
                  <a:cubicBezTo>
                    <a:pt x="8301" y="569"/>
                    <a:pt x="8303" y="578"/>
                    <a:pt x="8304" y="588"/>
                  </a:cubicBezTo>
                  <a:lnTo>
                    <a:pt x="8304" y="588"/>
                  </a:lnTo>
                  <a:cubicBezTo>
                    <a:pt x="8305" y="586"/>
                    <a:pt x="8307" y="583"/>
                    <a:pt x="8308" y="581"/>
                  </a:cubicBezTo>
                  <a:cubicBezTo>
                    <a:pt x="8321" y="558"/>
                    <a:pt x="8340" y="539"/>
                    <a:pt x="8363" y="526"/>
                  </a:cubicBezTo>
                  <a:cubicBezTo>
                    <a:pt x="8384" y="514"/>
                    <a:pt x="8407" y="507"/>
                    <a:pt x="8430" y="506"/>
                  </a:cubicBezTo>
                  <a:lnTo>
                    <a:pt x="8398" y="623"/>
                  </a:lnTo>
                  <a:cubicBezTo>
                    <a:pt x="8415" y="588"/>
                    <a:pt x="8477" y="614"/>
                    <a:pt x="8478" y="653"/>
                  </a:cubicBezTo>
                  <a:cubicBezTo>
                    <a:pt x="8479" y="692"/>
                    <a:pt x="8445" y="723"/>
                    <a:pt x="8410" y="740"/>
                  </a:cubicBezTo>
                  <a:lnTo>
                    <a:pt x="8480" y="737"/>
                  </a:lnTo>
                  <a:lnTo>
                    <a:pt x="8480" y="737"/>
                  </a:lnTo>
                  <a:cubicBezTo>
                    <a:pt x="8472" y="748"/>
                    <a:pt x="8463" y="760"/>
                    <a:pt x="8456" y="772"/>
                  </a:cubicBezTo>
                  <a:cubicBezTo>
                    <a:pt x="8441" y="799"/>
                    <a:pt x="8431" y="828"/>
                    <a:pt x="8425" y="858"/>
                  </a:cubicBezTo>
                  <a:lnTo>
                    <a:pt x="8425" y="858"/>
                  </a:lnTo>
                  <a:cubicBezTo>
                    <a:pt x="8435" y="855"/>
                    <a:pt x="8444" y="851"/>
                    <a:pt x="8452" y="846"/>
                  </a:cubicBezTo>
                  <a:cubicBezTo>
                    <a:pt x="8473" y="834"/>
                    <a:pt x="8490" y="817"/>
                    <a:pt x="8503" y="797"/>
                  </a:cubicBezTo>
                  <a:lnTo>
                    <a:pt x="8503" y="797"/>
                  </a:lnTo>
                  <a:cubicBezTo>
                    <a:pt x="8504" y="798"/>
                    <a:pt x="8505" y="800"/>
                    <a:pt x="8506" y="802"/>
                  </a:cubicBezTo>
                  <a:cubicBezTo>
                    <a:pt x="8512" y="813"/>
                    <a:pt x="8516" y="825"/>
                    <a:pt x="8516" y="837"/>
                  </a:cubicBezTo>
                  <a:cubicBezTo>
                    <a:pt x="8516" y="848"/>
                    <a:pt x="8513" y="858"/>
                    <a:pt x="8509" y="867"/>
                  </a:cubicBezTo>
                  <a:lnTo>
                    <a:pt x="8577" y="807"/>
                  </a:lnTo>
                  <a:lnTo>
                    <a:pt x="8583" y="884"/>
                  </a:lnTo>
                  <a:cubicBezTo>
                    <a:pt x="8576" y="796"/>
                    <a:pt x="8692" y="709"/>
                    <a:pt x="8772" y="731"/>
                  </a:cubicBezTo>
                  <a:cubicBezTo>
                    <a:pt x="8759" y="1139"/>
                    <a:pt x="8773" y="1552"/>
                    <a:pt x="8773" y="19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286590" y="314500"/>
              <a:ext cx="1202760" cy="225000"/>
            </a:xfrm>
            <a:custGeom>
              <a:avLst/>
              <a:gdLst/>
              <a:ahLst/>
              <a:cxnLst/>
              <a:rect l="l" t="t" r="r" b="b"/>
              <a:pathLst>
                <a:path w="3341" h="625" extrusionOk="0">
                  <a:moveTo>
                    <a:pt x="1925" y="603"/>
                  </a:moveTo>
                  <a:cubicBezTo>
                    <a:pt x="1283" y="602"/>
                    <a:pt x="641" y="609"/>
                    <a:pt x="0" y="625"/>
                  </a:cubicBezTo>
                  <a:cubicBezTo>
                    <a:pt x="137" y="622"/>
                    <a:pt x="273" y="572"/>
                    <a:pt x="404" y="545"/>
                  </a:cubicBezTo>
                  <a:cubicBezTo>
                    <a:pt x="641" y="495"/>
                    <a:pt x="869" y="472"/>
                    <a:pt x="1105" y="426"/>
                  </a:cubicBezTo>
                  <a:lnTo>
                    <a:pt x="1105" y="426"/>
                  </a:lnTo>
                  <a:cubicBezTo>
                    <a:pt x="1158" y="415"/>
                    <a:pt x="1209" y="396"/>
                    <a:pt x="1256" y="369"/>
                  </a:cubicBezTo>
                  <a:cubicBezTo>
                    <a:pt x="1260" y="367"/>
                    <a:pt x="1264" y="364"/>
                    <a:pt x="1267" y="362"/>
                  </a:cubicBezTo>
                  <a:cubicBezTo>
                    <a:pt x="1235" y="288"/>
                    <a:pt x="1258" y="198"/>
                    <a:pt x="1309" y="136"/>
                  </a:cubicBezTo>
                  <a:cubicBezTo>
                    <a:pt x="1361" y="74"/>
                    <a:pt x="1437" y="37"/>
                    <a:pt x="1515" y="17"/>
                  </a:cubicBezTo>
                  <a:cubicBezTo>
                    <a:pt x="1603" y="-5"/>
                    <a:pt x="1697" y="-8"/>
                    <a:pt x="1779" y="26"/>
                  </a:cubicBezTo>
                  <a:cubicBezTo>
                    <a:pt x="1862" y="60"/>
                    <a:pt x="1931" y="136"/>
                    <a:pt x="1940" y="226"/>
                  </a:cubicBezTo>
                  <a:lnTo>
                    <a:pt x="1940" y="226"/>
                  </a:lnTo>
                  <a:cubicBezTo>
                    <a:pt x="1983" y="227"/>
                    <a:pt x="2025" y="239"/>
                    <a:pt x="2063" y="261"/>
                  </a:cubicBezTo>
                  <a:cubicBezTo>
                    <a:pt x="2095" y="279"/>
                    <a:pt x="2123" y="305"/>
                    <a:pt x="2145" y="335"/>
                  </a:cubicBezTo>
                  <a:lnTo>
                    <a:pt x="2145" y="335"/>
                  </a:lnTo>
                  <a:cubicBezTo>
                    <a:pt x="2146" y="293"/>
                    <a:pt x="2158" y="251"/>
                    <a:pt x="2179" y="215"/>
                  </a:cubicBezTo>
                  <a:cubicBezTo>
                    <a:pt x="2202" y="177"/>
                    <a:pt x="2232" y="145"/>
                    <a:pt x="2270" y="123"/>
                  </a:cubicBezTo>
                  <a:cubicBezTo>
                    <a:pt x="2308" y="101"/>
                    <a:pt x="2352" y="89"/>
                    <a:pt x="2396" y="89"/>
                  </a:cubicBezTo>
                  <a:cubicBezTo>
                    <a:pt x="2440" y="89"/>
                    <a:pt x="2483" y="101"/>
                    <a:pt x="2521" y="123"/>
                  </a:cubicBezTo>
                  <a:cubicBezTo>
                    <a:pt x="2540" y="134"/>
                    <a:pt x="2557" y="147"/>
                    <a:pt x="2572" y="162"/>
                  </a:cubicBezTo>
                  <a:lnTo>
                    <a:pt x="2572" y="162"/>
                  </a:lnTo>
                  <a:cubicBezTo>
                    <a:pt x="2578" y="157"/>
                    <a:pt x="2585" y="153"/>
                    <a:pt x="2592" y="149"/>
                  </a:cubicBezTo>
                  <a:cubicBezTo>
                    <a:pt x="2622" y="132"/>
                    <a:pt x="2656" y="123"/>
                    <a:pt x="2690" y="123"/>
                  </a:cubicBezTo>
                  <a:cubicBezTo>
                    <a:pt x="2725" y="123"/>
                    <a:pt x="2757" y="132"/>
                    <a:pt x="2787" y="149"/>
                  </a:cubicBezTo>
                  <a:cubicBezTo>
                    <a:pt x="2817" y="166"/>
                    <a:pt x="2841" y="190"/>
                    <a:pt x="2858" y="220"/>
                  </a:cubicBezTo>
                  <a:cubicBezTo>
                    <a:pt x="2876" y="249"/>
                    <a:pt x="2885" y="284"/>
                    <a:pt x="2885" y="318"/>
                  </a:cubicBezTo>
                  <a:cubicBezTo>
                    <a:pt x="2885" y="344"/>
                    <a:pt x="2880" y="369"/>
                    <a:pt x="2870" y="392"/>
                  </a:cubicBezTo>
                  <a:cubicBezTo>
                    <a:pt x="2859" y="422"/>
                    <a:pt x="3312" y="545"/>
                    <a:pt x="3341" y="554"/>
                  </a:cubicBezTo>
                  <a:cubicBezTo>
                    <a:pt x="3085" y="554"/>
                    <a:pt x="2836" y="564"/>
                    <a:pt x="2581" y="579"/>
                  </a:cubicBezTo>
                  <a:cubicBezTo>
                    <a:pt x="2364" y="592"/>
                    <a:pt x="2145" y="603"/>
                    <a:pt x="1925" y="6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-125" y="4500843"/>
              <a:ext cx="9143890" cy="1609081"/>
              <a:chOff x="2737483" y="4588750"/>
              <a:chExt cx="3152522" cy="55476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2737845" y="4588750"/>
                <a:ext cx="3152160" cy="554760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1541" extrusionOk="0">
                    <a:moveTo>
                      <a:pt x="8756" y="1541"/>
                    </a:moveTo>
                    <a:lnTo>
                      <a:pt x="0" y="1541"/>
                    </a:lnTo>
                    <a:lnTo>
                      <a:pt x="0" y="310"/>
                    </a:lnTo>
                    <a:cubicBezTo>
                      <a:pt x="0" y="310"/>
                      <a:pt x="1282" y="327"/>
                      <a:pt x="1394" y="326"/>
                    </a:cubicBezTo>
                    <a:lnTo>
                      <a:pt x="3174" y="309"/>
                    </a:lnTo>
                    <a:cubicBezTo>
                      <a:pt x="4122" y="301"/>
                      <a:pt x="5100" y="338"/>
                      <a:pt x="6060" y="327"/>
                    </a:cubicBezTo>
                    <a:cubicBezTo>
                      <a:pt x="6334" y="324"/>
                      <a:pt x="6608" y="312"/>
                      <a:pt x="6882" y="308"/>
                    </a:cubicBezTo>
                    <a:cubicBezTo>
                      <a:pt x="6945" y="306"/>
                      <a:pt x="7011" y="305"/>
                      <a:pt x="7068" y="278"/>
                    </a:cubicBezTo>
                    <a:cubicBezTo>
                      <a:pt x="7102" y="261"/>
                      <a:pt x="7133" y="236"/>
                      <a:pt x="7170" y="231"/>
                    </a:cubicBezTo>
                    <a:cubicBezTo>
                      <a:pt x="7271" y="216"/>
                      <a:pt x="7373" y="349"/>
                      <a:pt x="7458" y="292"/>
                    </a:cubicBezTo>
                    <a:lnTo>
                      <a:pt x="7458" y="292"/>
                    </a:lnTo>
                    <a:cubicBezTo>
                      <a:pt x="7475" y="278"/>
                      <a:pt x="7489" y="261"/>
                      <a:pt x="7499" y="242"/>
                    </a:cubicBezTo>
                    <a:cubicBezTo>
                      <a:pt x="7503" y="237"/>
                      <a:pt x="7505" y="231"/>
                      <a:pt x="7508" y="226"/>
                    </a:cubicBezTo>
                    <a:lnTo>
                      <a:pt x="7508" y="226"/>
                    </a:lnTo>
                    <a:cubicBezTo>
                      <a:pt x="7508" y="225"/>
                      <a:pt x="7508" y="225"/>
                      <a:pt x="7508" y="225"/>
                    </a:cubicBezTo>
                    <a:cubicBezTo>
                      <a:pt x="7541" y="169"/>
                      <a:pt x="7583" y="118"/>
                      <a:pt x="7632" y="76"/>
                    </a:cubicBezTo>
                    <a:cubicBezTo>
                      <a:pt x="7689" y="27"/>
                      <a:pt x="7765" y="-13"/>
                      <a:pt x="7839" y="3"/>
                    </a:cubicBezTo>
                    <a:cubicBezTo>
                      <a:pt x="7913" y="19"/>
                      <a:pt x="7969" y="112"/>
                      <a:pt x="7926" y="175"/>
                    </a:cubicBezTo>
                    <a:cubicBezTo>
                      <a:pt x="8002" y="155"/>
                      <a:pt x="8076" y="205"/>
                      <a:pt x="8142" y="246"/>
                    </a:cubicBezTo>
                    <a:cubicBezTo>
                      <a:pt x="8296" y="344"/>
                      <a:pt x="8578" y="309"/>
                      <a:pt x="8756" y="309"/>
                    </a:cubicBezTo>
                    <a:lnTo>
                      <a:pt x="8756" y="154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37483" y="4704654"/>
                <a:ext cx="3152520" cy="142673"/>
              </a:xfrm>
              <a:custGeom>
                <a:avLst/>
                <a:gdLst/>
                <a:ahLst/>
                <a:cxnLst/>
                <a:rect l="l" t="t" r="r" b="b"/>
                <a:pathLst>
                  <a:path w="8757" h="540" extrusionOk="0">
                    <a:moveTo>
                      <a:pt x="8757" y="492"/>
                    </a:moveTo>
                    <a:cubicBezTo>
                      <a:pt x="8757" y="515"/>
                      <a:pt x="8247" y="502"/>
                      <a:pt x="8204" y="500"/>
                    </a:cubicBezTo>
                    <a:cubicBezTo>
                      <a:pt x="7880" y="478"/>
                      <a:pt x="7556" y="371"/>
                      <a:pt x="7232" y="389"/>
                    </a:cubicBezTo>
                    <a:cubicBezTo>
                      <a:pt x="7151" y="393"/>
                      <a:pt x="7072" y="417"/>
                      <a:pt x="6992" y="437"/>
                    </a:cubicBezTo>
                    <a:cubicBezTo>
                      <a:pt x="6572" y="539"/>
                      <a:pt x="6131" y="552"/>
                      <a:pt x="5702" y="532"/>
                    </a:cubicBezTo>
                    <a:cubicBezTo>
                      <a:pt x="5598" y="527"/>
                      <a:pt x="5490" y="521"/>
                      <a:pt x="5398" y="472"/>
                    </a:cubicBezTo>
                    <a:lnTo>
                      <a:pt x="5398" y="472"/>
                    </a:lnTo>
                    <a:cubicBezTo>
                      <a:pt x="5525" y="451"/>
                      <a:pt x="5654" y="439"/>
                      <a:pt x="5783" y="439"/>
                    </a:cubicBezTo>
                    <a:lnTo>
                      <a:pt x="5643" y="413"/>
                    </a:lnTo>
                    <a:lnTo>
                      <a:pt x="5643" y="413"/>
                    </a:lnTo>
                    <a:cubicBezTo>
                      <a:pt x="5721" y="404"/>
                      <a:pt x="5796" y="379"/>
                      <a:pt x="5864" y="342"/>
                    </a:cubicBezTo>
                    <a:cubicBezTo>
                      <a:pt x="5664" y="314"/>
                      <a:pt x="5468" y="332"/>
                      <a:pt x="5268" y="320"/>
                    </a:cubicBezTo>
                    <a:cubicBezTo>
                      <a:pt x="5089" y="309"/>
                      <a:pt x="4916" y="316"/>
                      <a:pt x="4738" y="303"/>
                    </a:cubicBezTo>
                    <a:lnTo>
                      <a:pt x="4738" y="303"/>
                    </a:lnTo>
                    <a:cubicBezTo>
                      <a:pt x="4677" y="299"/>
                      <a:pt x="4616" y="296"/>
                      <a:pt x="4556" y="296"/>
                    </a:cubicBezTo>
                    <a:cubicBezTo>
                      <a:pt x="4384" y="296"/>
                      <a:pt x="4212" y="313"/>
                      <a:pt x="4043" y="347"/>
                    </a:cubicBezTo>
                    <a:lnTo>
                      <a:pt x="4081" y="417"/>
                    </a:lnTo>
                    <a:cubicBezTo>
                      <a:pt x="4028" y="443"/>
                      <a:pt x="3970" y="448"/>
                      <a:pt x="3912" y="452"/>
                    </a:cubicBezTo>
                    <a:lnTo>
                      <a:pt x="3912" y="452"/>
                    </a:lnTo>
                    <a:cubicBezTo>
                      <a:pt x="3736" y="465"/>
                      <a:pt x="3557" y="471"/>
                      <a:pt x="3379" y="471"/>
                    </a:cubicBezTo>
                    <a:cubicBezTo>
                      <a:pt x="3206" y="471"/>
                      <a:pt x="3033" y="465"/>
                      <a:pt x="2860" y="453"/>
                    </a:cubicBezTo>
                    <a:cubicBezTo>
                      <a:pt x="2791" y="449"/>
                      <a:pt x="2720" y="442"/>
                      <a:pt x="2663" y="402"/>
                    </a:cubicBezTo>
                    <a:lnTo>
                      <a:pt x="2663" y="402"/>
                    </a:lnTo>
                    <a:cubicBezTo>
                      <a:pt x="2667" y="400"/>
                      <a:pt x="2671" y="397"/>
                      <a:pt x="2675" y="395"/>
                    </a:cubicBezTo>
                    <a:cubicBezTo>
                      <a:pt x="2713" y="373"/>
                      <a:pt x="2755" y="361"/>
                      <a:pt x="2799" y="361"/>
                    </a:cubicBezTo>
                    <a:lnTo>
                      <a:pt x="2694" y="326"/>
                    </a:lnTo>
                    <a:lnTo>
                      <a:pt x="2694" y="326"/>
                    </a:lnTo>
                    <a:cubicBezTo>
                      <a:pt x="2794" y="298"/>
                      <a:pt x="2896" y="279"/>
                      <a:pt x="2999" y="267"/>
                    </a:cubicBezTo>
                    <a:lnTo>
                      <a:pt x="2999" y="267"/>
                    </a:lnTo>
                    <a:cubicBezTo>
                      <a:pt x="2883" y="256"/>
                      <a:pt x="2768" y="250"/>
                      <a:pt x="2652" y="250"/>
                    </a:cubicBezTo>
                    <a:cubicBezTo>
                      <a:pt x="2457" y="250"/>
                      <a:pt x="2264" y="266"/>
                      <a:pt x="2072" y="298"/>
                    </a:cubicBezTo>
                    <a:lnTo>
                      <a:pt x="2196" y="352"/>
                    </a:lnTo>
                    <a:lnTo>
                      <a:pt x="2196" y="352"/>
                    </a:lnTo>
                    <a:cubicBezTo>
                      <a:pt x="2054" y="366"/>
                      <a:pt x="1911" y="372"/>
                      <a:pt x="1767" y="372"/>
                    </a:cubicBezTo>
                    <a:cubicBezTo>
                      <a:pt x="1589" y="372"/>
                      <a:pt x="1412" y="362"/>
                      <a:pt x="1235" y="342"/>
                    </a:cubicBezTo>
                    <a:lnTo>
                      <a:pt x="1235" y="342"/>
                    </a:lnTo>
                    <a:cubicBezTo>
                      <a:pt x="1239" y="335"/>
                      <a:pt x="1244" y="329"/>
                      <a:pt x="1253" y="324"/>
                    </a:cubicBezTo>
                    <a:cubicBezTo>
                      <a:pt x="1258" y="321"/>
                      <a:pt x="1265" y="319"/>
                      <a:pt x="1272" y="318"/>
                    </a:cubicBezTo>
                    <a:lnTo>
                      <a:pt x="1272" y="318"/>
                    </a:lnTo>
                    <a:cubicBezTo>
                      <a:pt x="1188" y="296"/>
                      <a:pt x="1101" y="284"/>
                      <a:pt x="1013" y="284"/>
                    </a:cubicBezTo>
                    <a:cubicBezTo>
                      <a:pt x="977" y="284"/>
                      <a:pt x="941" y="286"/>
                      <a:pt x="905" y="290"/>
                    </a:cubicBezTo>
                    <a:lnTo>
                      <a:pt x="956" y="322"/>
                    </a:lnTo>
                    <a:cubicBezTo>
                      <a:pt x="892" y="345"/>
                      <a:pt x="837" y="335"/>
                      <a:pt x="772" y="335"/>
                    </a:cubicBezTo>
                    <a:cubicBezTo>
                      <a:pt x="713" y="335"/>
                      <a:pt x="653" y="346"/>
                      <a:pt x="594" y="345"/>
                    </a:cubicBezTo>
                    <a:lnTo>
                      <a:pt x="594" y="345"/>
                    </a:lnTo>
                    <a:cubicBezTo>
                      <a:pt x="529" y="345"/>
                      <a:pt x="466" y="339"/>
                      <a:pt x="402" y="330"/>
                    </a:cubicBezTo>
                    <a:cubicBezTo>
                      <a:pt x="382" y="326"/>
                      <a:pt x="232" y="282"/>
                      <a:pt x="225" y="289"/>
                    </a:cubicBezTo>
                    <a:lnTo>
                      <a:pt x="225" y="289"/>
                    </a:lnTo>
                    <a:cubicBezTo>
                      <a:pt x="233" y="281"/>
                      <a:pt x="242" y="274"/>
                      <a:pt x="252" y="268"/>
                    </a:cubicBezTo>
                    <a:cubicBezTo>
                      <a:pt x="271" y="257"/>
                      <a:pt x="291" y="251"/>
                      <a:pt x="312" y="250"/>
                    </a:cubicBezTo>
                    <a:lnTo>
                      <a:pt x="312" y="250"/>
                    </a:lnTo>
                    <a:cubicBezTo>
                      <a:pt x="277" y="237"/>
                      <a:pt x="241" y="231"/>
                      <a:pt x="204" y="231"/>
                    </a:cubicBezTo>
                    <a:cubicBezTo>
                      <a:pt x="179" y="231"/>
                      <a:pt x="155" y="234"/>
                      <a:pt x="131" y="239"/>
                    </a:cubicBezTo>
                    <a:cubicBezTo>
                      <a:pt x="112" y="243"/>
                      <a:pt x="0" y="260"/>
                      <a:pt x="0" y="222"/>
                    </a:cubicBezTo>
                    <a:lnTo>
                      <a:pt x="0" y="97"/>
                    </a:lnTo>
                    <a:cubicBezTo>
                      <a:pt x="3" y="97"/>
                      <a:pt x="1282" y="104"/>
                      <a:pt x="1393" y="104"/>
                    </a:cubicBezTo>
                    <a:lnTo>
                      <a:pt x="3173" y="99"/>
                    </a:lnTo>
                    <a:cubicBezTo>
                      <a:pt x="4121" y="96"/>
                      <a:pt x="5099" y="108"/>
                      <a:pt x="6060" y="104"/>
                    </a:cubicBezTo>
                    <a:cubicBezTo>
                      <a:pt x="6334" y="104"/>
                      <a:pt x="6607" y="100"/>
                      <a:pt x="6881" y="98"/>
                    </a:cubicBezTo>
                    <a:lnTo>
                      <a:pt x="6881" y="98"/>
                    </a:lnTo>
                    <a:cubicBezTo>
                      <a:pt x="6889" y="98"/>
                      <a:pt x="6897" y="98"/>
                      <a:pt x="6905" y="98"/>
                    </a:cubicBezTo>
                    <a:cubicBezTo>
                      <a:pt x="6959" y="98"/>
                      <a:pt x="7014" y="95"/>
                      <a:pt x="7067" y="89"/>
                    </a:cubicBezTo>
                    <a:lnTo>
                      <a:pt x="7067" y="89"/>
                    </a:lnTo>
                    <a:cubicBezTo>
                      <a:pt x="7101" y="82"/>
                      <a:pt x="7136" y="77"/>
                      <a:pt x="7170" y="74"/>
                    </a:cubicBezTo>
                    <a:cubicBezTo>
                      <a:pt x="7271" y="69"/>
                      <a:pt x="7373" y="111"/>
                      <a:pt x="7458" y="93"/>
                    </a:cubicBezTo>
                    <a:lnTo>
                      <a:pt x="7458" y="93"/>
                    </a:lnTo>
                    <a:cubicBezTo>
                      <a:pt x="7473" y="90"/>
                      <a:pt x="7488" y="84"/>
                      <a:pt x="7502" y="76"/>
                    </a:cubicBezTo>
                    <a:cubicBezTo>
                      <a:pt x="7504" y="75"/>
                      <a:pt x="7506" y="73"/>
                      <a:pt x="7508" y="72"/>
                    </a:cubicBezTo>
                    <a:lnTo>
                      <a:pt x="7508" y="72"/>
                    </a:lnTo>
                    <a:cubicBezTo>
                      <a:pt x="7547" y="51"/>
                      <a:pt x="7588" y="35"/>
                      <a:pt x="7631" y="24"/>
                    </a:cubicBezTo>
                    <a:lnTo>
                      <a:pt x="7631" y="24"/>
                    </a:lnTo>
                    <a:cubicBezTo>
                      <a:pt x="7688" y="8"/>
                      <a:pt x="7747" y="0"/>
                      <a:pt x="7806" y="0"/>
                    </a:cubicBezTo>
                    <a:cubicBezTo>
                      <a:pt x="7817" y="0"/>
                      <a:pt x="7828" y="1"/>
                      <a:pt x="7838" y="1"/>
                    </a:cubicBezTo>
                    <a:cubicBezTo>
                      <a:pt x="7913" y="6"/>
                      <a:pt x="7969" y="36"/>
                      <a:pt x="7926" y="56"/>
                    </a:cubicBezTo>
                    <a:cubicBezTo>
                      <a:pt x="8002" y="50"/>
                      <a:pt x="8076" y="66"/>
                      <a:pt x="8142" y="79"/>
                    </a:cubicBezTo>
                    <a:cubicBezTo>
                      <a:pt x="8296" y="110"/>
                      <a:pt x="8578" y="99"/>
                      <a:pt x="8755" y="99"/>
                    </a:cubicBezTo>
                    <a:lnTo>
                      <a:pt x="8757" y="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22;p2"/>
            <p:cNvSpPr/>
            <p:nvPr/>
          </p:nvSpPr>
          <p:spPr>
            <a:xfrm>
              <a:off x="-132052" y="3591619"/>
              <a:ext cx="845271" cy="121271"/>
            </a:xfrm>
            <a:custGeom>
              <a:avLst/>
              <a:gdLst/>
              <a:ahLst/>
              <a:cxnLst/>
              <a:rect l="l" t="t" r="r" b="b"/>
              <a:pathLst>
                <a:path w="3457" h="496" extrusionOk="0">
                  <a:moveTo>
                    <a:pt x="2755" y="340"/>
                  </a:moveTo>
                  <a:lnTo>
                    <a:pt x="2755" y="340"/>
                  </a:lnTo>
                  <a:cubicBezTo>
                    <a:pt x="2786" y="330"/>
                    <a:pt x="2819" y="325"/>
                    <a:pt x="2852" y="325"/>
                  </a:cubicBezTo>
                  <a:cubicBezTo>
                    <a:pt x="2853" y="325"/>
                    <a:pt x="2854" y="325"/>
                    <a:pt x="2855" y="325"/>
                  </a:cubicBezTo>
                  <a:cubicBezTo>
                    <a:pt x="2885" y="328"/>
                    <a:pt x="2913" y="345"/>
                    <a:pt x="2941" y="358"/>
                  </a:cubicBezTo>
                  <a:lnTo>
                    <a:pt x="2941" y="358"/>
                  </a:lnTo>
                  <a:cubicBezTo>
                    <a:pt x="2994" y="379"/>
                    <a:pt x="3050" y="394"/>
                    <a:pt x="3107" y="402"/>
                  </a:cubicBezTo>
                  <a:cubicBezTo>
                    <a:pt x="3221" y="422"/>
                    <a:pt x="3347" y="431"/>
                    <a:pt x="3457" y="473"/>
                  </a:cubicBezTo>
                  <a:cubicBezTo>
                    <a:pt x="2708" y="489"/>
                    <a:pt x="1968" y="478"/>
                    <a:pt x="1220" y="494"/>
                  </a:cubicBezTo>
                  <a:cubicBezTo>
                    <a:pt x="814" y="502"/>
                    <a:pt x="405" y="491"/>
                    <a:pt x="0" y="464"/>
                  </a:cubicBezTo>
                  <a:cubicBezTo>
                    <a:pt x="210" y="412"/>
                    <a:pt x="416" y="375"/>
                    <a:pt x="627" y="335"/>
                  </a:cubicBezTo>
                  <a:lnTo>
                    <a:pt x="627" y="335"/>
                  </a:lnTo>
                  <a:cubicBezTo>
                    <a:pt x="646" y="333"/>
                    <a:pt x="663" y="327"/>
                    <a:pt x="679" y="318"/>
                  </a:cubicBezTo>
                  <a:cubicBezTo>
                    <a:pt x="682" y="316"/>
                    <a:pt x="684" y="315"/>
                    <a:pt x="687" y="313"/>
                  </a:cubicBezTo>
                  <a:lnTo>
                    <a:pt x="687" y="313"/>
                  </a:lnTo>
                  <a:cubicBezTo>
                    <a:pt x="702" y="298"/>
                    <a:pt x="715" y="281"/>
                    <a:pt x="726" y="262"/>
                  </a:cubicBezTo>
                  <a:lnTo>
                    <a:pt x="726" y="262"/>
                  </a:lnTo>
                  <a:cubicBezTo>
                    <a:pt x="736" y="250"/>
                    <a:pt x="748" y="239"/>
                    <a:pt x="763" y="231"/>
                  </a:cubicBezTo>
                  <a:cubicBezTo>
                    <a:pt x="783" y="219"/>
                    <a:pt x="806" y="213"/>
                    <a:pt x="829" y="213"/>
                  </a:cubicBezTo>
                  <a:cubicBezTo>
                    <a:pt x="845" y="213"/>
                    <a:pt x="861" y="216"/>
                    <a:pt x="877" y="222"/>
                  </a:cubicBezTo>
                  <a:lnTo>
                    <a:pt x="877" y="222"/>
                  </a:lnTo>
                  <a:cubicBezTo>
                    <a:pt x="923" y="170"/>
                    <a:pt x="978" y="125"/>
                    <a:pt x="1039" y="90"/>
                  </a:cubicBezTo>
                  <a:cubicBezTo>
                    <a:pt x="1141" y="31"/>
                    <a:pt x="1257" y="0"/>
                    <a:pt x="1374" y="0"/>
                  </a:cubicBezTo>
                  <a:cubicBezTo>
                    <a:pt x="1390" y="0"/>
                    <a:pt x="1405" y="1"/>
                    <a:pt x="1421" y="2"/>
                  </a:cubicBezTo>
                  <a:cubicBezTo>
                    <a:pt x="1559" y="13"/>
                    <a:pt x="1709" y="85"/>
                    <a:pt x="1747" y="218"/>
                  </a:cubicBezTo>
                  <a:lnTo>
                    <a:pt x="1747" y="218"/>
                  </a:lnTo>
                  <a:cubicBezTo>
                    <a:pt x="1794" y="205"/>
                    <a:pt x="1842" y="199"/>
                    <a:pt x="1891" y="199"/>
                  </a:cubicBezTo>
                  <a:cubicBezTo>
                    <a:pt x="1952" y="199"/>
                    <a:pt x="2012" y="209"/>
                    <a:pt x="2069" y="229"/>
                  </a:cubicBezTo>
                  <a:lnTo>
                    <a:pt x="2069" y="229"/>
                  </a:lnTo>
                  <a:cubicBezTo>
                    <a:pt x="2104" y="244"/>
                    <a:pt x="2140" y="256"/>
                    <a:pt x="2177" y="264"/>
                  </a:cubicBezTo>
                  <a:cubicBezTo>
                    <a:pt x="2309" y="284"/>
                    <a:pt x="2410" y="218"/>
                    <a:pt x="2543" y="271"/>
                  </a:cubicBezTo>
                  <a:cubicBezTo>
                    <a:pt x="2588" y="288"/>
                    <a:pt x="2631" y="332"/>
                    <a:pt x="2677" y="342"/>
                  </a:cubicBezTo>
                  <a:lnTo>
                    <a:pt x="2677" y="342"/>
                  </a:lnTo>
                  <a:cubicBezTo>
                    <a:pt x="2688" y="344"/>
                    <a:pt x="2699" y="345"/>
                    <a:pt x="2710" y="345"/>
                  </a:cubicBezTo>
                  <a:cubicBezTo>
                    <a:pt x="2725" y="345"/>
                    <a:pt x="2740" y="344"/>
                    <a:pt x="2755" y="3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8205243" y="394057"/>
              <a:ext cx="451080" cy="290880"/>
              <a:chOff x="7896505" y="2488733"/>
              <a:chExt cx="451080" cy="29088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896505" y="2488733"/>
                <a:ext cx="26136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41" extrusionOk="0">
                    <a:moveTo>
                      <a:pt x="288" y="102"/>
                    </a:moveTo>
                    <a:lnTo>
                      <a:pt x="288" y="102"/>
                    </a:lnTo>
                    <a:cubicBezTo>
                      <a:pt x="288" y="100"/>
                      <a:pt x="288" y="99"/>
                      <a:pt x="288" y="97"/>
                    </a:cubicBezTo>
                    <a:cubicBezTo>
                      <a:pt x="288" y="94"/>
                      <a:pt x="287" y="90"/>
                      <a:pt x="286" y="86"/>
                    </a:cubicBezTo>
                    <a:lnTo>
                      <a:pt x="286" y="86"/>
                    </a:lnTo>
                    <a:cubicBezTo>
                      <a:pt x="283" y="77"/>
                      <a:pt x="281" y="67"/>
                      <a:pt x="281" y="57"/>
                    </a:cubicBezTo>
                    <a:cubicBezTo>
                      <a:pt x="281" y="55"/>
                      <a:pt x="281" y="53"/>
                      <a:pt x="281" y="51"/>
                    </a:cubicBezTo>
                    <a:cubicBezTo>
                      <a:pt x="283" y="42"/>
                      <a:pt x="287" y="34"/>
                      <a:pt x="289" y="26"/>
                    </a:cubicBezTo>
                    <a:lnTo>
                      <a:pt x="289" y="26"/>
                    </a:lnTo>
                    <a:cubicBezTo>
                      <a:pt x="290" y="23"/>
                      <a:pt x="290" y="20"/>
                      <a:pt x="290" y="18"/>
                    </a:cubicBezTo>
                    <a:cubicBezTo>
                      <a:pt x="290" y="12"/>
                      <a:pt x="290" y="8"/>
                      <a:pt x="286" y="3"/>
                    </a:cubicBezTo>
                    <a:cubicBezTo>
                      <a:pt x="286" y="2"/>
                      <a:pt x="285" y="1"/>
                      <a:pt x="284" y="0"/>
                    </a:cubicBezTo>
                    <a:cubicBezTo>
                      <a:pt x="293" y="1"/>
                      <a:pt x="298" y="11"/>
                      <a:pt x="306" y="17"/>
                    </a:cubicBezTo>
                    <a:cubicBezTo>
                      <a:pt x="310" y="20"/>
                      <a:pt x="314" y="23"/>
                      <a:pt x="318" y="25"/>
                    </a:cubicBezTo>
                    <a:cubicBezTo>
                      <a:pt x="335" y="37"/>
                      <a:pt x="335" y="55"/>
                      <a:pt x="344" y="70"/>
                    </a:cubicBezTo>
                    <a:lnTo>
                      <a:pt x="344" y="70"/>
                    </a:lnTo>
                    <a:cubicBezTo>
                      <a:pt x="344" y="70"/>
                      <a:pt x="345" y="71"/>
                      <a:pt x="345" y="72"/>
                    </a:cubicBezTo>
                    <a:cubicBezTo>
                      <a:pt x="350" y="81"/>
                      <a:pt x="358" y="88"/>
                      <a:pt x="367" y="93"/>
                    </a:cubicBezTo>
                    <a:cubicBezTo>
                      <a:pt x="373" y="97"/>
                      <a:pt x="380" y="99"/>
                      <a:pt x="387" y="101"/>
                    </a:cubicBezTo>
                    <a:cubicBezTo>
                      <a:pt x="411" y="104"/>
                      <a:pt x="432" y="90"/>
                      <a:pt x="453" y="83"/>
                    </a:cubicBezTo>
                    <a:lnTo>
                      <a:pt x="453" y="83"/>
                    </a:lnTo>
                    <a:cubicBezTo>
                      <a:pt x="463" y="81"/>
                      <a:pt x="474" y="80"/>
                      <a:pt x="484" y="80"/>
                    </a:cubicBezTo>
                    <a:cubicBezTo>
                      <a:pt x="502" y="80"/>
                      <a:pt x="520" y="83"/>
                      <a:pt x="537" y="89"/>
                    </a:cubicBezTo>
                    <a:cubicBezTo>
                      <a:pt x="559" y="95"/>
                      <a:pt x="580" y="102"/>
                      <a:pt x="602" y="110"/>
                    </a:cubicBezTo>
                    <a:lnTo>
                      <a:pt x="701" y="146"/>
                    </a:lnTo>
                    <a:lnTo>
                      <a:pt x="701" y="146"/>
                    </a:lnTo>
                    <a:cubicBezTo>
                      <a:pt x="706" y="148"/>
                      <a:pt x="710" y="150"/>
                      <a:pt x="715" y="152"/>
                    </a:cubicBezTo>
                    <a:cubicBezTo>
                      <a:pt x="717" y="153"/>
                      <a:pt x="719" y="155"/>
                      <a:pt x="721" y="156"/>
                    </a:cubicBezTo>
                    <a:cubicBezTo>
                      <a:pt x="724" y="159"/>
                      <a:pt x="727" y="161"/>
                      <a:pt x="725" y="164"/>
                    </a:cubicBezTo>
                    <a:cubicBezTo>
                      <a:pt x="724" y="166"/>
                      <a:pt x="721" y="167"/>
                      <a:pt x="718" y="168"/>
                    </a:cubicBezTo>
                    <a:lnTo>
                      <a:pt x="718" y="168"/>
                    </a:lnTo>
                    <a:cubicBezTo>
                      <a:pt x="704" y="170"/>
                      <a:pt x="689" y="171"/>
                      <a:pt x="675" y="171"/>
                    </a:cubicBezTo>
                    <a:cubicBezTo>
                      <a:pt x="673" y="171"/>
                      <a:pt x="671" y="171"/>
                      <a:pt x="669" y="171"/>
                    </a:cubicBezTo>
                    <a:lnTo>
                      <a:pt x="689" y="189"/>
                    </a:lnTo>
                    <a:cubicBezTo>
                      <a:pt x="691" y="191"/>
                      <a:pt x="693" y="193"/>
                      <a:pt x="692" y="195"/>
                    </a:cubicBezTo>
                    <a:lnTo>
                      <a:pt x="692" y="195"/>
                    </a:lnTo>
                    <a:cubicBezTo>
                      <a:pt x="692" y="196"/>
                      <a:pt x="691" y="196"/>
                      <a:pt x="691" y="196"/>
                    </a:cubicBezTo>
                    <a:cubicBezTo>
                      <a:pt x="690" y="197"/>
                      <a:pt x="689" y="197"/>
                      <a:pt x="688" y="197"/>
                    </a:cubicBezTo>
                    <a:lnTo>
                      <a:pt x="688" y="197"/>
                    </a:lnTo>
                    <a:cubicBezTo>
                      <a:pt x="683" y="198"/>
                      <a:pt x="679" y="198"/>
                      <a:pt x="673" y="198"/>
                    </a:cubicBezTo>
                    <a:cubicBezTo>
                      <a:pt x="668" y="198"/>
                      <a:pt x="662" y="198"/>
                      <a:pt x="657" y="197"/>
                    </a:cubicBezTo>
                    <a:lnTo>
                      <a:pt x="657" y="197"/>
                    </a:lnTo>
                    <a:cubicBezTo>
                      <a:pt x="643" y="197"/>
                      <a:pt x="630" y="193"/>
                      <a:pt x="618" y="187"/>
                    </a:cubicBezTo>
                    <a:lnTo>
                      <a:pt x="618" y="187"/>
                    </a:lnTo>
                    <a:cubicBezTo>
                      <a:pt x="623" y="192"/>
                      <a:pt x="629" y="199"/>
                      <a:pt x="632" y="205"/>
                    </a:cubicBezTo>
                    <a:cubicBezTo>
                      <a:pt x="636" y="211"/>
                      <a:pt x="638" y="218"/>
                      <a:pt x="640" y="224"/>
                    </a:cubicBezTo>
                    <a:lnTo>
                      <a:pt x="640" y="224"/>
                    </a:lnTo>
                    <a:cubicBezTo>
                      <a:pt x="623" y="224"/>
                      <a:pt x="606" y="219"/>
                      <a:pt x="591" y="212"/>
                    </a:cubicBezTo>
                    <a:lnTo>
                      <a:pt x="591" y="212"/>
                    </a:lnTo>
                    <a:cubicBezTo>
                      <a:pt x="592" y="213"/>
                      <a:pt x="592" y="214"/>
                      <a:pt x="593" y="215"/>
                    </a:cubicBezTo>
                    <a:cubicBezTo>
                      <a:pt x="597" y="220"/>
                      <a:pt x="597" y="224"/>
                      <a:pt x="598" y="229"/>
                    </a:cubicBezTo>
                    <a:lnTo>
                      <a:pt x="598" y="229"/>
                    </a:lnTo>
                    <a:lnTo>
                      <a:pt x="598" y="230"/>
                    </a:lnTo>
                    <a:cubicBezTo>
                      <a:pt x="598" y="232"/>
                      <a:pt x="597" y="234"/>
                      <a:pt x="596" y="236"/>
                    </a:cubicBezTo>
                    <a:cubicBezTo>
                      <a:pt x="595" y="237"/>
                      <a:pt x="594" y="239"/>
                      <a:pt x="592" y="240"/>
                    </a:cubicBezTo>
                    <a:cubicBezTo>
                      <a:pt x="591" y="241"/>
                      <a:pt x="589" y="241"/>
                      <a:pt x="587" y="241"/>
                    </a:cubicBezTo>
                    <a:lnTo>
                      <a:pt x="587" y="241"/>
                    </a:lnTo>
                    <a:cubicBezTo>
                      <a:pt x="584" y="241"/>
                      <a:pt x="581" y="240"/>
                      <a:pt x="578" y="238"/>
                    </a:cubicBezTo>
                    <a:cubicBezTo>
                      <a:pt x="578" y="238"/>
                      <a:pt x="577" y="238"/>
                      <a:pt x="577" y="237"/>
                    </a:cubicBezTo>
                    <a:lnTo>
                      <a:pt x="577" y="237"/>
                    </a:lnTo>
                    <a:cubicBezTo>
                      <a:pt x="574" y="236"/>
                      <a:pt x="572" y="234"/>
                      <a:pt x="569" y="233"/>
                    </a:cubicBezTo>
                    <a:cubicBezTo>
                      <a:pt x="564" y="230"/>
                      <a:pt x="560" y="227"/>
                      <a:pt x="555" y="225"/>
                    </a:cubicBezTo>
                    <a:cubicBezTo>
                      <a:pt x="544" y="222"/>
                      <a:pt x="547" y="223"/>
                      <a:pt x="547" y="232"/>
                    </a:cubicBezTo>
                    <a:lnTo>
                      <a:pt x="547" y="232"/>
                    </a:lnTo>
                    <a:lnTo>
                      <a:pt x="547" y="233"/>
                    </a:lnTo>
                    <a:cubicBezTo>
                      <a:pt x="547" y="234"/>
                      <a:pt x="547" y="235"/>
                      <a:pt x="546" y="237"/>
                    </a:cubicBezTo>
                    <a:cubicBezTo>
                      <a:pt x="546" y="238"/>
                      <a:pt x="544" y="239"/>
                      <a:pt x="543" y="240"/>
                    </a:cubicBezTo>
                    <a:lnTo>
                      <a:pt x="542" y="240"/>
                    </a:lnTo>
                    <a:lnTo>
                      <a:pt x="542" y="240"/>
                    </a:lnTo>
                    <a:cubicBezTo>
                      <a:pt x="541" y="240"/>
                      <a:pt x="540" y="241"/>
                      <a:pt x="540" y="241"/>
                    </a:cubicBezTo>
                    <a:cubicBezTo>
                      <a:pt x="537" y="241"/>
                      <a:pt x="534" y="240"/>
                      <a:pt x="531" y="238"/>
                    </a:cubicBezTo>
                    <a:lnTo>
                      <a:pt x="530" y="238"/>
                    </a:lnTo>
                    <a:lnTo>
                      <a:pt x="530" y="238"/>
                    </a:lnTo>
                    <a:cubicBezTo>
                      <a:pt x="528" y="237"/>
                      <a:pt x="526" y="235"/>
                      <a:pt x="524" y="234"/>
                    </a:cubicBezTo>
                    <a:cubicBezTo>
                      <a:pt x="517" y="230"/>
                      <a:pt x="510" y="225"/>
                      <a:pt x="504" y="220"/>
                    </a:cubicBezTo>
                    <a:lnTo>
                      <a:pt x="504" y="220"/>
                    </a:lnTo>
                    <a:cubicBezTo>
                      <a:pt x="506" y="225"/>
                      <a:pt x="507" y="231"/>
                      <a:pt x="507" y="236"/>
                    </a:cubicBezTo>
                    <a:lnTo>
                      <a:pt x="507" y="236"/>
                    </a:lnTo>
                    <a:cubicBezTo>
                      <a:pt x="507" y="237"/>
                      <a:pt x="508" y="238"/>
                      <a:pt x="508" y="239"/>
                    </a:cubicBezTo>
                    <a:cubicBezTo>
                      <a:pt x="508" y="239"/>
                      <a:pt x="507" y="240"/>
                      <a:pt x="507" y="241"/>
                    </a:cubicBezTo>
                    <a:cubicBezTo>
                      <a:pt x="505" y="244"/>
                      <a:pt x="499" y="243"/>
                      <a:pt x="495" y="241"/>
                    </a:cubicBezTo>
                    <a:lnTo>
                      <a:pt x="495" y="241"/>
                    </a:lnTo>
                    <a:cubicBezTo>
                      <a:pt x="492" y="239"/>
                      <a:pt x="490" y="238"/>
                      <a:pt x="487" y="236"/>
                    </a:cubicBezTo>
                    <a:cubicBezTo>
                      <a:pt x="482" y="233"/>
                      <a:pt x="476" y="230"/>
                      <a:pt x="472" y="226"/>
                    </a:cubicBezTo>
                    <a:cubicBezTo>
                      <a:pt x="475" y="231"/>
                      <a:pt x="469" y="236"/>
                      <a:pt x="463" y="236"/>
                    </a:cubicBezTo>
                    <a:cubicBezTo>
                      <a:pt x="457" y="236"/>
                      <a:pt x="451" y="234"/>
                      <a:pt x="446" y="233"/>
                    </a:cubicBezTo>
                    <a:cubicBezTo>
                      <a:pt x="444" y="236"/>
                      <a:pt x="448" y="239"/>
                      <a:pt x="448" y="242"/>
                    </a:cubicBezTo>
                    <a:cubicBezTo>
                      <a:pt x="448" y="245"/>
                      <a:pt x="442" y="245"/>
                      <a:pt x="439" y="244"/>
                    </a:cubicBezTo>
                    <a:lnTo>
                      <a:pt x="439" y="244"/>
                    </a:lnTo>
                    <a:cubicBezTo>
                      <a:pt x="437" y="244"/>
                      <a:pt x="435" y="243"/>
                      <a:pt x="433" y="243"/>
                    </a:cubicBezTo>
                    <a:lnTo>
                      <a:pt x="432" y="243"/>
                    </a:lnTo>
                    <a:cubicBezTo>
                      <a:pt x="432" y="245"/>
                      <a:pt x="432" y="246"/>
                      <a:pt x="432" y="248"/>
                    </a:cubicBezTo>
                    <a:cubicBezTo>
                      <a:pt x="430" y="250"/>
                      <a:pt x="426" y="248"/>
                      <a:pt x="423" y="247"/>
                    </a:cubicBezTo>
                    <a:lnTo>
                      <a:pt x="423" y="247"/>
                    </a:lnTo>
                    <a:cubicBezTo>
                      <a:pt x="422" y="247"/>
                      <a:pt x="422" y="247"/>
                      <a:pt x="421" y="246"/>
                    </a:cubicBezTo>
                    <a:cubicBezTo>
                      <a:pt x="419" y="244"/>
                      <a:pt x="417" y="244"/>
                      <a:pt x="414" y="243"/>
                    </a:cubicBezTo>
                    <a:lnTo>
                      <a:pt x="418" y="255"/>
                    </a:lnTo>
                    <a:lnTo>
                      <a:pt x="418" y="255"/>
                    </a:lnTo>
                    <a:cubicBezTo>
                      <a:pt x="418" y="256"/>
                      <a:pt x="418" y="256"/>
                      <a:pt x="418" y="257"/>
                    </a:cubicBezTo>
                    <a:cubicBezTo>
                      <a:pt x="418" y="258"/>
                      <a:pt x="418" y="259"/>
                      <a:pt x="418" y="260"/>
                    </a:cubicBezTo>
                    <a:lnTo>
                      <a:pt x="418" y="260"/>
                    </a:lnTo>
                    <a:cubicBezTo>
                      <a:pt x="418" y="261"/>
                      <a:pt x="418" y="261"/>
                      <a:pt x="417" y="262"/>
                    </a:cubicBezTo>
                    <a:cubicBezTo>
                      <a:pt x="417" y="262"/>
                      <a:pt x="417" y="263"/>
                      <a:pt x="416" y="263"/>
                    </a:cubicBezTo>
                    <a:cubicBezTo>
                      <a:pt x="415" y="263"/>
                      <a:pt x="415" y="264"/>
                      <a:pt x="414" y="264"/>
                    </a:cubicBezTo>
                    <a:cubicBezTo>
                      <a:pt x="412" y="264"/>
                      <a:pt x="410" y="262"/>
                      <a:pt x="408" y="264"/>
                    </a:cubicBezTo>
                    <a:cubicBezTo>
                      <a:pt x="407" y="265"/>
                      <a:pt x="408" y="267"/>
                      <a:pt x="408" y="268"/>
                    </a:cubicBezTo>
                    <a:cubicBezTo>
                      <a:pt x="438" y="313"/>
                      <a:pt x="471" y="355"/>
                      <a:pt x="504" y="399"/>
                    </a:cubicBezTo>
                    <a:cubicBezTo>
                      <a:pt x="506" y="402"/>
                      <a:pt x="508" y="408"/>
                      <a:pt x="504" y="409"/>
                    </a:cubicBezTo>
                    <a:lnTo>
                      <a:pt x="504" y="409"/>
                    </a:lnTo>
                    <a:cubicBezTo>
                      <a:pt x="503" y="409"/>
                      <a:pt x="503" y="409"/>
                      <a:pt x="503" y="409"/>
                    </a:cubicBezTo>
                    <a:cubicBezTo>
                      <a:pt x="502" y="409"/>
                      <a:pt x="500" y="408"/>
                      <a:pt x="499" y="407"/>
                    </a:cubicBezTo>
                    <a:cubicBezTo>
                      <a:pt x="499" y="407"/>
                      <a:pt x="498" y="407"/>
                      <a:pt x="497" y="406"/>
                    </a:cubicBezTo>
                    <a:lnTo>
                      <a:pt x="465" y="381"/>
                    </a:lnTo>
                    <a:lnTo>
                      <a:pt x="465" y="381"/>
                    </a:lnTo>
                    <a:cubicBezTo>
                      <a:pt x="469" y="390"/>
                      <a:pt x="473" y="400"/>
                      <a:pt x="476" y="410"/>
                    </a:cubicBezTo>
                    <a:lnTo>
                      <a:pt x="476" y="410"/>
                    </a:lnTo>
                    <a:cubicBezTo>
                      <a:pt x="476" y="411"/>
                      <a:pt x="476" y="412"/>
                      <a:pt x="476" y="413"/>
                    </a:cubicBezTo>
                    <a:cubicBezTo>
                      <a:pt x="476" y="414"/>
                      <a:pt x="476" y="415"/>
                      <a:pt x="476" y="416"/>
                    </a:cubicBezTo>
                    <a:cubicBezTo>
                      <a:pt x="473" y="421"/>
                      <a:pt x="465" y="417"/>
                      <a:pt x="461" y="414"/>
                    </a:cubicBezTo>
                    <a:lnTo>
                      <a:pt x="461" y="414"/>
                    </a:lnTo>
                    <a:cubicBezTo>
                      <a:pt x="445" y="401"/>
                      <a:pt x="431" y="385"/>
                      <a:pt x="420" y="367"/>
                    </a:cubicBezTo>
                    <a:lnTo>
                      <a:pt x="420" y="367"/>
                    </a:lnTo>
                    <a:cubicBezTo>
                      <a:pt x="428" y="385"/>
                      <a:pt x="433" y="404"/>
                      <a:pt x="435" y="423"/>
                    </a:cubicBezTo>
                    <a:cubicBezTo>
                      <a:pt x="435" y="429"/>
                      <a:pt x="436" y="436"/>
                      <a:pt x="429" y="437"/>
                    </a:cubicBezTo>
                    <a:cubicBezTo>
                      <a:pt x="423" y="438"/>
                      <a:pt x="419" y="433"/>
                      <a:pt x="416" y="428"/>
                    </a:cubicBezTo>
                    <a:lnTo>
                      <a:pt x="416" y="428"/>
                    </a:lnTo>
                    <a:cubicBezTo>
                      <a:pt x="412" y="423"/>
                      <a:pt x="409" y="417"/>
                      <a:pt x="405" y="411"/>
                    </a:cubicBezTo>
                    <a:cubicBezTo>
                      <a:pt x="399" y="400"/>
                      <a:pt x="393" y="388"/>
                      <a:pt x="388" y="376"/>
                    </a:cubicBezTo>
                    <a:lnTo>
                      <a:pt x="376" y="430"/>
                    </a:lnTo>
                    <a:cubicBezTo>
                      <a:pt x="375" y="436"/>
                      <a:pt x="370" y="443"/>
                      <a:pt x="364" y="441"/>
                    </a:cubicBezTo>
                    <a:lnTo>
                      <a:pt x="364" y="441"/>
                    </a:lnTo>
                    <a:cubicBezTo>
                      <a:pt x="362" y="440"/>
                      <a:pt x="362" y="438"/>
                      <a:pt x="360" y="436"/>
                    </a:cubicBezTo>
                    <a:cubicBezTo>
                      <a:pt x="359" y="435"/>
                      <a:pt x="359" y="434"/>
                      <a:pt x="359" y="433"/>
                    </a:cubicBezTo>
                    <a:lnTo>
                      <a:pt x="359" y="433"/>
                    </a:lnTo>
                    <a:cubicBezTo>
                      <a:pt x="355" y="422"/>
                      <a:pt x="352" y="411"/>
                      <a:pt x="350" y="399"/>
                    </a:cubicBezTo>
                    <a:lnTo>
                      <a:pt x="339" y="417"/>
                    </a:lnTo>
                    <a:cubicBezTo>
                      <a:pt x="337" y="420"/>
                      <a:pt x="334" y="424"/>
                      <a:pt x="329" y="423"/>
                    </a:cubicBezTo>
                    <a:cubicBezTo>
                      <a:pt x="325" y="422"/>
                      <a:pt x="322" y="417"/>
                      <a:pt x="322" y="412"/>
                    </a:cubicBezTo>
                    <a:lnTo>
                      <a:pt x="322" y="412"/>
                    </a:lnTo>
                    <a:cubicBezTo>
                      <a:pt x="321" y="402"/>
                      <a:pt x="320" y="393"/>
                      <a:pt x="320" y="383"/>
                    </a:cubicBezTo>
                    <a:cubicBezTo>
                      <a:pt x="320" y="361"/>
                      <a:pt x="323" y="339"/>
                      <a:pt x="328" y="317"/>
                    </a:cubicBezTo>
                    <a:lnTo>
                      <a:pt x="328" y="317"/>
                    </a:lnTo>
                    <a:cubicBezTo>
                      <a:pt x="329" y="299"/>
                      <a:pt x="332" y="282"/>
                      <a:pt x="336" y="265"/>
                    </a:cubicBezTo>
                    <a:cubicBezTo>
                      <a:pt x="335" y="267"/>
                      <a:pt x="331" y="267"/>
                      <a:pt x="329" y="266"/>
                    </a:cubicBezTo>
                    <a:lnTo>
                      <a:pt x="329" y="266"/>
                    </a:lnTo>
                    <a:cubicBezTo>
                      <a:pt x="327" y="265"/>
                      <a:pt x="325" y="263"/>
                      <a:pt x="324" y="261"/>
                    </a:cubicBezTo>
                    <a:cubicBezTo>
                      <a:pt x="324" y="261"/>
                      <a:pt x="323" y="260"/>
                      <a:pt x="323" y="259"/>
                    </a:cubicBezTo>
                    <a:lnTo>
                      <a:pt x="323" y="259"/>
                    </a:lnTo>
                    <a:cubicBezTo>
                      <a:pt x="321" y="256"/>
                      <a:pt x="321" y="252"/>
                      <a:pt x="321" y="248"/>
                    </a:cubicBezTo>
                    <a:cubicBezTo>
                      <a:pt x="321" y="247"/>
                      <a:pt x="321" y="247"/>
                      <a:pt x="321" y="246"/>
                    </a:cubicBezTo>
                    <a:cubicBezTo>
                      <a:pt x="319" y="250"/>
                      <a:pt x="309" y="262"/>
                      <a:pt x="302" y="257"/>
                    </a:cubicBezTo>
                    <a:cubicBezTo>
                      <a:pt x="295" y="252"/>
                      <a:pt x="302" y="245"/>
                      <a:pt x="299" y="240"/>
                    </a:cubicBezTo>
                    <a:lnTo>
                      <a:pt x="299" y="240"/>
                    </a:lnTo>
                    <a:cubicBezTo>
                      <a:pt x="298" y="243"/>
                      <a:pt x="296" y="246"/>
                      <a:pt x="294" y="249"/>
                    </a:cubicBezTo>
                    <a:cubicBezTo>
                      <a:pt x="290" y="257"/>
                      <a:pt x="283" y="264"/>
                      <a:pt x="274" y="269"/>
                    </a:cubicBezTo>
                    <a:cubicBezTo>
                      <a:pt x="268" y="272"/>
                      <a:pt x="262" y="275"/>
                      <a:pt x="255" y="276"/>
                    </a:cubicBezTo>
                    <a:lnTo>
                      <a:pt x="255" y="276"/>
                    </a:lnTo>
                    <a:cubicBezTo>
                      <a:pt x="254" y="276"/>
                      <a:pt x="253" y="276"/>
                      <a:pt x="252" y="276"/>
                    </a:cubicBezTo>
                    <a:cubicBezTo>
                      <a:pt x="251" y="276"/>
                      <a:pt x="250" y="276"/>
                      <a:pt x="249" y="276"/>
                    </a:cubicBezTo>
                    <a:cubicBezTo>
                      <a:pt x="245" y="274"/>
                      <a:pt x="244" y="269"/>
                      <a:pt x="245" y="265"/>
                    </a:cubicBezTo>
                    <a:lnTo>
                      <a:pt x="245" y="248"/>
                    </a:lnTo>
                    <a:cubicBezTo>
                      <a:pt x="245" y="253"/>
                      <a:pt x="225" y="263"/>
                      <a:pt x="219" y="261"/>
                    </a:cubicBezTo>
                    <a:cubicBezTo>
                      <a:pt x="213" y="259"/>
                      <a:pt x="217" y="247"/>
                      <a:pt x="218" y="240"/>
                    </a:cubicBezTo>
                    <a:lnTo>
                      <a:pt x="218" y="240"/>
                    </a:lnTo>
                    <a:cubicBezTo>
                      <a:pt x="212" y="245"/>
                      <a:pt x="206" y="250"/>
                      <a:pt x="199" y="254"/>
                    </a:cubicBezTo>
                    <a:cubicBezTo>
                      <a:pt x="183" y="263"/>
                      <a:pt x="165" y="268"/>
                      <a:pt x="146" y="268"/>
                    </a:cubicBezTo>
                    <a:lnTo>
                      <a:pt x="146" y="268"/>
                    </a:lnTo>
                    <a:lnTo>
                      <a:pt x="145" y="268"/>
                    </a:lnTo>
                    <a:cubicBezTo>
                      <a:pt x="143" y="268"/>
                      <a:pt x="142" y="268"/>
                      <a:pt x="140" y="267"/>
                    </a:cubicBezTo>
                    <a:lnTo>
                      <a:pt x="140" y="267"/>
                    </a:lnTo>
                    <a:lnTo>
                      <a:pt x="140" y="267"/>
                    </a:lnTo>
                    <a:cubicBezTo>
                      <a:pt x="140" y="267"/>
                      <a:pt x="140" y="266"/>
                      <a:pt x="139" y="265"/>
                    </a:cubicBezTo>
                    <a:cubicBezTo>
                      <a:pt x="139" y="264"/>
                      <a:pt x="138" y="263"/>
                      <a:pt x="138" y="262"/>
                    </a:cubicBezTo>
                    <a:lnTo>
                      <a:pt x="138" y="261"/>
                    </a:lnTo>
                    <a:lnTo>
                      <a:pt x="138" y="261"/>
                    </a:lnTo>
                    <a:lnTo>
                      <a:pt x="138" y="260"/>
                    </a:lnTo>
                    <a:cubicBezTo>
                      <a:pt x="138" y="255"/>
                      <a:pt x="139" y="250"/>
                      <a:pt x="141" y="246"/>
                    </a:cubicBezTo>
                    <a:cubicBezTo>
                      <a:pt x="142" y="245"/>
                      <a:pt x="142" y="245"/>
                      <a:pt x="142" y="245"/>
                    </a:cubicBezTo>
                    <a:lnTo>
                      <a:pt x="142" y="245"/>
                    </a:lnTo>
                    <a:cubicBezTo>
                      <a:pt x="141" y="247"/>
                      <a:pt x="140" y="250"/>
                      <a:pt x="139" y="252"/>
                    </a:cubicBezTo>
                    <a:cubicBezTo>
                      <a:pt x="133" y="262"/>
                      <a:pt x="124" y="270"/>
                      <a:pt x="114" y="276"/>
                    </a:cubicBezTo>
                    <a:cubicBezTo>
                      <a:pt x="110" y="279"/>
                      <a:pt x="106" y="280"/>
                      <a:pt x="102" y="282"/>
                    </a:cubicBezTo>
                    <a:cubicBezTo>
                      <a:pt x="96" y="283"/>
                      <a:pt x="88" y="282"/>
                      <a:pt x="87" y="276"/>
                    </a:cubicBezTo>
                    <a:lnTo>
                      <a:pt x="87" y="276"/>
                    </a:lnTo>
                    <a:cubicBezTo>
                      <a:pt x="86" y="275"/>
                      <a:pt x="86" y="275"/>
                      <a:pt x="86" y="274"/>
                    </a:cubicBezTo>
                    <a:cubicBezTo>
                      <a:pt x="86" y="273"/>
                      <a:pt x="86" y="272"/>
                      <a:pt x="87" y="271"/>
                    </a:cubicBezTo>
                    <a:lnTo>
                      <a:pt x="94" y="247"/>
                    </a:lnTo>
                    <a:lnTo>
                      <a:pt x="94" y="247"/>
                    </a:lnTo>
                    <a:cubicBezTo>
                      <a:pt x="87" y="257"/>
                      <a:pt x="78" y="266"/>
                      <a:pt x="67" y="273"/>
                    </a:cubicBezTo>
                    <a:lnTo>
                      <a:pt x="67" y="273"/>
                    </a:lnTo>
                    <a:cubicBezTo>
                      <a:pt x="67" y="274"/>
                      <a:pt x="67" y="274"/>
                      <a:pt x="66" y="274"/>
                    </a:cubicBezTo>
                    <a:cubicBezTo>
                      <a:pt x="59" y="278"/>
                      <a:pt x="52" y="280"/>
                      <a:pt x="44" y="280"/>
                    </a:cubicBezTo>
                    <a:cubicBezTo>
                      <a:pt x="39" y="280"/>
                      <a:pt x="33" y="279"/>
                      <a:pt x="28" y="277"/>
                    </a:cubicBezTo>
                    <a:cubicBezTo>
                      <a:pt x="32" y="268"/>
                      <a:pt x="37" y="260"/>
                      <a:pt x="41" y="250"/>
                    </a:cubicBezTo>
                    <a:lnTo>
                      <a:pt x="41" y="250"/>
                    </a:lnTo>
                    <a:cubicBezTo>
                      <a:pt x="39" y="252"/>
                      <a:pt x="37" y="253"/>
                      <a:pt x="34" y="255"/>
                    </a:cubicBezTo>
                    <a:cubicBezTo>
                      <a:pt x="28" y="259"/>
                      <a:pt x="19" y="262"/>
                      <a:pt x="11" y="265"/>
                    </a:cubicBezTo>
                    <a:lnTo>
                      <a:pt x="11" y="265"/>
                    </a:lnTo>
                    <a:cubicBezTo>
                      <a:pt x="9" y="266"/>
                      <a:pt x="8" y="267"/>
                      <a:pt x="6" y="267"/>
                    </a:cubicBezTo>
                    <a:cubicBezTo>
                      <a:pt x="5" y="267"/>
                      <a:pt x="5" y="266"/>
                      <a:pt x="4" y="266"/>
                    </a:cubicBezTo>
                    <a:cubicBezTo>
                      <a:pt x="0" y="265"/>
                      <a:pt x="0" y="260"/>
                      <a:pt x="0" y="257"/>
                    </a:cubicBezTo>
                    <a:cubicBezTo>
                      <a:pt x="4" y="218"/>
                      <a:pt x="46" y="188"/>
                      <a:pt x="74" y="164"/>
                    </a:cubicBezTo>
                    <a:cubicBezTo>
                      <a:pt x="103" y="140"/>
                      <a:pt x="138" y="112"/>
                      <a:pt x="182" y="112"/>
                    </a:cubicBezTo>
                    <a:cubicBezTo>
                      <a:pt x="204" y="112"/>
                      <a:pt x="227" y="115"/>
                      <a:pt x="249" y="115"/>
                    </a:cubicBezTo>
                    <a:lnTo>
                      <a:pt x="249" y="115"/>
                    </a:lnTo>
                    <a:cubicBezTo>
                      <a:pt x="251" y="115"/>
                      <a:pt x="252" y="115"/>
                      <a:pt x="253" y="115"/>
                    </a:cubicBezTo>
                    <a:cubicBezTo>
                      <a:pt x="262" y="115"/>
                      <a:pt x="271" y="113"/>
                      <a:pt x="279" y="111"/>
                    </a:cubicBezTo>
                    <a:lnTo>
                      <a:pt x="279" y="111"/>
                    </a:lnTo>
                    <a:cubicBezTo>
                      <a:pt x="280" y="110"/>
                      <a:pt x="281" y="110"/>
                      <a:pt x="283" y="109"/>
                    </a:cubicBezTo>
                    <a:cubicBezTo>
                      <a:pt x="284" y="108"/>
                      <a:pt x="286" y="107"/>
                      <a:pt x="286" y="106"/>
                    </a:cubicBezTo>
                    <a:cubicBezTo>
                      <a:pt x="288" y="104"/>
                      <a:pt x="287" y="103"/>
                      <a:pt x="288" y="1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172985" y="2653613"/>
                <a:ext cx="17460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50" extrusionOk="0">
                    <a:moveTo>
                      <a:pt x="278" y="263"/>
                    </a:moveTo>
                    <a:lnTo>
                      <a:pt x="278" y="263"/>
                    </a:lnTo>
                    <a:cubicBezTo>
                      <a:pt x="279" y="267"/>
                      <a:pt x="280" y="271"/>
                      <a:pt x="281" y="275"/>
                    </a:cubicBezTo>
                    <a:lnTo>
                      <a:pt x="281" y="275"/>
                    </a:lnTo>
                    <a:cubicBezTo>
                      <a:pt x="283" y="290"/>
                      <a:pt x="289" y="305"/>
                      <a:pt x="296" y="318"/>
                    </a:cubicBezTo>
                    <a:cubicBezTo>
                      <a:pt x="302" y="328"/>
                      <a:pt x="309" y="337"/>
                      <a:pt x="317" y="345"/>
                    </a:cubicBezTo>
                    <a:lnTo>
                      <a:pt x="317" y="345"/>
                    </a:lnTo>
                    <a:cubicBezTo>
                      <a:pt x="317" y="343"/>
                      <a:pt x="317" y="340"/>
                      <a:pt x="317" y="338"/>
                    </a:cubicBezTo>
                    <a:cubicBezTo>
                      <a:pt x="317" y="331"/>
                      <a:pt x="316" y="324"/>
                      <a:pt x="314" y="318"/>
                    </a:cubicBezTo>
                    <a:lnTo>
                      <a:pt x="314" y="318"/>
                    </a:lnTo>
                    <a:cubicBezTo>
                      <a:pt x="319" y="325"/>
                      <a:pt x="325" y="331"/>
                      <a:pt x="331" y="336"/>
                    </a:cubicBezTo>
                    <a:lnTo>
                      <a:pt x="331" y="336"/>
                    </a:lnTo>
                    <a:cubicBezTo>
                      <a:pt x="332" y="336"/>
                      <a:pt x="332" y="337"/>
                      <a:pt x="332" y="337"/>
                    </a:cubicBezTo>
                    <a:cubicBezTo>
                      <a:pt x="333" y="337"/>
                      <a:pt x="334" y="338"/>
                      <a:pt x="334" y="338"/>
                    </a:cubicBezTo>
                    <a:cubicBezTo>
                      <a:pt x="338" y="338"/>
                      <a:pt x="339" y="333"/>
                      <a:pt x="338" y="330"/>
                    </a:cubicBezTo>
                    <a:lnTo>
                      <a:pt x="338" y="330"/>
                    </a:lnTo>
                    <a:cubicBezTo>
                      <a:pt x="336" y="327"/>
                      <a:pt x="335" y="324"/>
                      <a:pt x="335" y="320"/>
                    </a:cubicBezTo>
                    <a:lnTo>
                      <a:pt x="335" y="320"/>
                    </a:lnTo>
                    <a:cubicBezTo>
                      <a:pt x="343" y="330"/>
                      <a:pt x="352" y="340"/>
                      <a:pt x="362" y="347"/>
                    </a:cubicBezTo>
                    <a:cubicBezTo>
                      <a:pt x="365" y="350"/>
                      <a:pt x="369" y="352"/>
                      <a:pt x="372" y="349"/>
                    </a:cubicBezTo>
                    <a:lnTo>
                      <a:pt x="372" y="349"/>
                    </a:lnTo>
                    <a:cubicBezTo>
                      <a:pt x="372" y="348"/>
                      <a:pt x="372" y="346"/>
                      <a:pt x="372" y="345"/>
                    </a:cubicBezTo>
                    <a:cubicBezTo>
                      <a:pt x="372" y="343"/>
                      <a:pt x="372" y="343"/>
                      <a:pt x="372" y="342"/>
                    </a:cubicBezTo>
                    <a:lnTo>
                      <a:pt x="372" y="342"/>
                    </a:lnTo>
                    <a:cubicBezTo>
                      <a:pt x="368" y="328"/>
                      <a:pt x="363" y="315"/>
                      <a:pt x="357" y="302"/>
                    </a:cubicBezTo>
                    <a:lnTo>
                      <a:pt x="357" y="302"/>
                    </a:lnTo>
                    <a:cubicBezTo>
                      <a:pt x="361" y="306"/>
                      <a:pt x="365" y="310"/>
                      <a:pt x="370" y="313"/>
                    </a:cubicBezTo>
                    <a:cubicBezTo>
                      <a:pt x="377" y="317"/>
                      <a:pt x="384" y="319"/>
                      <a:pt x="392" y="319"/>
                    </a:cubicBezTo>
                    <a:lnTo>
                      <a:pt x="392" y="319"/>
                    </a:lnTo>
                    <a:cubicBezTo>
                      <a:pt x="391" y="315"/>
                      <a:pt x="390" y="311"/>
                      <a:pt x="388" y="307"/>
                    </a:cubicBezTo>
                    <a:cubicBezTo>
                      <a:pt x="385" y="302"/>
                      <a:pt x="380" y="297"/>
                      <a:pt x="375" y="294"/>
                    </a:cubicBezTo>
                    <a:lnTo>
                      <a:pt x="375" y="294"/>
                    </a:lnTo>
                    <a:lnTo>
                      <a:pt x="375" y="294"/>
                    </a:lnTo>
                    <a:cubicBezTo>
                      <a:pt x="376" y="295"/>
                      <a:pt x="378" y="296"/>
                      <a:pt x="379" y="297"/>
                    </a:cubicBezTo>
                    <a:cubicBezTo>
                      <a:pt x="385" y="300"/>
                      <a:pt x="392" y="302"/>
                      <a:pt x="398" y="302"/>
                    </a:cubicBezTo>
                    <a:cubicBezTo>
                      <a:pt x="405" y="302"/>
                      <a:pt x="411" y="300"/>
                      <a:pt x="417" y="297"/>
                    </a:cubicBezTo>
                    <a:cubicBezTo>
                      <a:pt x="418" y="297"/>
                      <a:pt x="418" y="297"/>
                      <a:pt x="418" y="297"/>
                    </a:cubicBezTo>
                    <a:lnTo>
                      <a:pt x="418" y="297"/>
                    </a:lnTo>
                    <a:cubicBezTo>
                      <a:pt x="413" y="292"/>
                      <a:pt x="407" y="288"/>
                      <a:pt x="401" y="284"/>
                    </a:cubicBezTo>
                    <a:cubicBezTo>
                      <a:pt x="394" y="280"/>
                      <a:pt x="386" y="277"/>
                      <a:pt x="378" y="275"/>
                    </a:cubicBezTo>
                    <a:lnTo>
                      <a:pt x="399" y="269"/>
                    </a:lnTo>
                    <a:cubicBezTo>
                      <a:pt x="384" y="266"/>
                      <a:pt x="368" y="263"/>
                      <a:pt x="354" y="259"/>
                    </a:cubicBezTo>
                    <a:lnTo>
                      <a:pt x="354" y="259"/>
                    </a:lnTo>
                    <a:cubicBezTo>
                      <a:pt x="345" y="257"/>
                      <a:pt x="337" y="254"/>
                      <a:pt x="329" y="249"/>
                    </a:cubicBezTo>
                    <a:cubicBezTo>
                      <a:pt x="324" y="246"/>
                      <a:pt x="318" y="241"/>
                      <a:pt x="313" y="237"/>
                    </a:cubicBezTo>
                    <a:cubicBezTo>
                      <a:pt x="306" y="225"/>
                      <a:pt x="332" y="226"/>
                      <a:pt x="340" y="221"/>
                    </a:cubicBezTo>
                    <a:lnTo>
                      <a:pt x="340" y="221"/>
                    </a:lnTo>
                    <a:lnTo>
                      <a:pt x="340" y="221"/>
                    </a:lnTo>
                    <a:cubicBezTo>
                      <a:pt x="333" y="217"/>
                      <a:pt x="328" y="211"/>
                      <a:pt x="323" y="205"/>
                    </a:cubicBezTo>
                    <a:cubicBezTo>
                      <a:pt x="326" y="209"/>
                      <a:pt x="355" y="200"/>
                      <a:pt x="359" y="199"/>
                    </a:cubicBezTo>
                    <a:cubicBezTo>
                      <a:pt x="363" y="197"/>
                      <a:pt x="363" y="197"/>
                      <a:pt x="363" y="195"/>
                    </a:cubicBezTo>
                    <a:lnTo>
                      <a:pt x="363" y="195"/>
                    </a:lnTo>
                    <a:cubicBezTo>
                      <a:pt x="363" y="195"/>
                      <a:pt x="363" y="194"/>
                      <a:pt x="362" y="193"/>
                    </a:cubicBezTo>
                    <a:lnTo>
                      <a:pt x="361" y="192"/>
                    </a:lnTo>
                    <a:lnTo>
                      <a:pt x="361" y="192"/>
                    </a:lnTo>
                    <a:cubicBezTo>
                      <a:pt x="357" y="188"/>
                      <a:pt x="353" y="185"/>
                      <a:pt x="348" y="182"/>
                    </a:cubicBezTo>
                    <a:cubicBezTo>
                      <a:pt x="347" y="181"/>
                      <a:pt x="345" y="180"/>
                      <a:pt x="343" y="179"/>
                    </a:cubicBezTo>
                    <a:lnTo>
                      <a:pt x="343" y="179"/>
                    </a:lnTo>
                    <a:cubicBezTo>
                      <a:pt x="357" y="179"/>
                      <a:pt x="370" y="175"/>
                      <a:pt x="382" y="168"/>
                    </a:cubicBezTo>
                    <a:cubicBezTo>
                      <a:pt x="387" y="165"/>
                      <a:pt x="392" y="162"/>
                      <a:pt x="396" y="158"/>
                    </a:cubicBezTo>
                    <a:lnTo>
                      <a:pt x="396" y="158"/>
                    </a:lnTo>
                    <a:cubicBezTo>
                      <a:pt x="390" y="157"/>
                      <a:pt x="384" y="156"/>
                      <a:pt x="378" y="156"/>
                    </a:cubicBezTo>
                    <a:cubicBezTo>
                      <a:pt x="377" y="156"/>
                      <a:pt x="377" y="156"/>
                      <a:pt x="376" y="156"/>
                    </a:cubicBezTo>
                    <a:cubicBezTo>
                      <a:pt x="386" y="156"/>
                      <a:pt x="441" y="141"/>
                      <a:pt x="424" y="125"/>
                    </a:cubicBezTo>
                    <a:lnTo>
                      <a:pt x="424" y="125"/>
                    </a:lnTo>
                    <a:cubicBezTo>
                      <a:pt x="423" y="125"/>
                      <a:pt x="423" y="124"/>
                      <a:pt x="421" y="123"/>
                    </a:cubicBezTo>
                    <a:cubicBezTo>
                      <a:pt x="418" y="122"/>
                      <a:pt x="415" y="121"/>
                      <a:pt x="412" y="120"/>
                    </a:cubicBezTo>
                    <a:lnTo>
                      <a:pt x="450" y="109"/>
                    </a:lnTo>
                    <a:lnTo>
                      <a:pt x="450" y="109"/>
                    </a:lnTo>
                    <a:cubicBezTo>
                      <a:pt x="452" y="109"/>
                      <a:pt x="453" y="108"/>
                      <a:pt x="454" y="107"/>
                    </a:cubicBezTo>
                    <a:lnTo>
                      <a:pt x="455" y="107"/>
                    </a:lnTo>
                    <a:lnTo>
                      <a:pt x="455" y="107"/>
                    </a:lnTo>
                    <a:cubicBezTo>
                      <a:pt x="456" y="106"/>
                      <a:pt x="456" y="106"/>
                      <a:pt x="456" y="106"/>
                    </a:cubicBezTo>
                    <a:cubicBezTo>
                      <a:pt x="457" y="104"/>
                      <a:pt x="457" y="102"/>
                      <a:pt x="457" y="101"/>
                    </a:cubicBezTo>
                    <a:cubicBezTo>
                      <a:pt x="457" y="99"/>
                      <a:pt x="457" y="98"/>
                      <a:pt x="456" y="97"/>
                    </a:cubicBezTo>
                    <a:cubicBezTo>
                      <a:pt x="455" y="95"/>
                      <a:pt x="454" y="94"/>
                      <a:pt x="453" y="94"/>
                    </a:cubicBezTo>
                    <a:lnTo>
                      <a:pt x="453" y="94"/>
                    </a:lnTo>
                    <a:cubicBezTo>
                      <a:pt x="450" y="92"/>
                      <a:pt x="446" y="91"/>
                      <a:pt x="442" y="91"/>
                    </a:cubicBezTo>
                    <a:cubicBezTo>
                      <a:pt x="441" y="91"/>
                      <a:pt x="440" y="91"/>
                      <a:pt x="440" y="91"/>
                    </a:cubicBezTo>
                    <a:lnTo>
                      <a:pt x="440" y="91"/>
                    </a:lnTo>
                    <a:cubicBezTo>
                      <a:pt x="447" y="89"/>
                      <a:pt x="454" y="86"/>
                      <a:pt x="460" y="82"/>
                    </a:cubicBezTo>
                    <a:cubicBezTo>
                      <a:pt x="466" y="79"/>
                      <a:pt x="471" y="75"/>
                      <a:pt x="476" y="70"/>
                    </a:cubicBezTo>
                    <a:lnTo>
                      <a:pt x="476" y="70"/>
                    </a:lnTo>
                    <a:cubicBezTo>
                      <a:pt x="467" y="66"/>
                      <a:pt x="458" y="63"/>
                      <a:pt x="448" y="63"/>
                    </a:cubicBezTo>
                    <a:lnTo>
                      <a:pt x="448" y="63"/>
                    </a:lnTo>
                    <a:cubicBezTo>
                      <a:pt x="450" y="62"/>
                      <a:pt x="451" y="61"/>
                      <a:pt x="453" y="60"/>
                    </a:cubicBezTo>
                    <a:cubicBezTo>
                      <a:pt x="465" y="53"/>
                      <a:pt x="475" y="44"/>
                      <a:pt x="481" y="33"/>
                    </a:cubicBezTo>
                    <a:cubicBezTo>
                      <a:pt x="483" y="30"/>
                      <a:pt x="484" y="27"/>
                      <a:pt x="485" y="24"/>
                    </a:cubicBezTo>
                    <a:lnTo>
                      <a:pt x="485" y="24"/>
                    </a:lnTo>
                    <a:cubicBezTo>
                      <a:pt x="474" y="29"/>
                      <a:pt x="462" y="32"/>
                      <a:pt x="450" y="35"/>
                    </a:cubicBezTo>
                    <a:lnTo>
                      <a:pt x="450" y="35"/>
                    </a:lnTo>
                    <a:cubicBezTo>
                      <a:pt x="463" y="25"/>
                      <a:pt x="474" y="14"/>
                      <a:pt x="484" y="0"/>
                    </a:cubicBezTo>
                    <a:lnTo>
                      <a:pt x="484" y="0"/>
                    </a:lnTo>
                    <a:cubicBezTo>
                      <a:pt x="457" y="9"/>
                      <a:pt x="430" y="21"/>
                      <a:pt x="405" y="35"/>
                    </a:cubicBezTo>
                    <a:cubicBezTo>
                      <a:pt x="397" y="40"/>
                      <a:pt x="388" y="45"/>
                      <a:pt x="380" y="51"/>
                    </a:cubicBezTo>
                    <a:lnTo>
                      <a:pt x="380" y="51"/>
                    </a:lnTo>
                    <a:lnTo>
                      <a:pt x="379" y="51"/>
                    </a:lnTo>
                    <a:cubicBezTo>
                      <a:pt x="368" y="58"/>
                      <a:pt x="358" y="65"/>
                      <a:pt x="348" y="74"/>
                    </a:cubicBezTo>
                    <a:lnTo>
                      <a:pt x="348" y="74"/>
                    </a:lnTo>
                    <a:cubicBezTo>
                      <a:pt x="336" y="87"/>
                      <a:pt x="325" y="101"/>
                      <a:pt x="317" y="116"/>
                    </a:cubicBezTo>
                    <a:cubicBezTo>
                      <a:pt x="313" y="123"/>
                      <a:pt x="309" y="130"/>
                      <a:pt x="306" y="137"/>
                    </a:cubicBezTo>
                    <a:cubicBezTo>
                      <a:pt x="297" y="155"/>
                      <a:pt x="296" y="184"/>
                      <a:pt x="274" y="190"/>
                    </a:cubicBezTo>
                    <a:lnTo>
                      <a:pt x="274" y="190"/>
                    </a:lnTo>
                    <a:cubicBezTo>
                      <a:pt x="272" y="190"/>
                      <a:pt x="270" y="190"/>
                      <a:pt x="268" y="190"/>
                    </a:cubicBezTo>
                    <a:cubicBezTo>
                      <a:pt x="260" y="190"/>
                      <a:pt x="252" y="188"/>
                      <a:pt x="245" y="184"/>
                    </a:cubicBezTo>
                    <a:cubicBezTo>
                      <a:pt x="243" y="183"/>
                      <a:pt x="242" y="182"/>
                      <a:pt x="240" y="181"/>
                    </a:cubicBezTo>
                    <a:cubicBezTo>
                      <a:pt x="205" y="161"/>
                      <a:pt x="174" y="122"/>
                      <a:pt x="134" y="116"/>
                    </a:cubicBezTo>
                    <a:cubicBezTo>
                      <a:pt x="94" y="110"/>
                      <a:pt x="51" y="101"/>
                      <a:pt x="8" y="98"/>
                    </a:cubicBezTo>
                    <a:cubicBezTo>
                      <a:pt x="5" y="98"/>
                      <a:pt x="0" y="98"/>
                      <a:pt x="0" y="103"/>
                    </a:cubicBezTo>
                    <a:lnTo>
                      <a:pt x="0" y="103"/>
                    </a:lnTo>
                    <a:cubicBezTo>
                      <a:pt x="0" y="104"/>
                      <a:pt x="0" y="105"/>
                      <a:pt x="1" y="106"/>
                    </a:cubicBezTo>
                    <a:lnTo>
                      <a:pt x="1" y="106"/>
                    </a:lnTo>
                    <a:lnTo>
                      <a:pt x="1" y="106"/>
                    </a:lnTo>
                    <a:cubicBezTo>
                      <a:pt x="5" y="112"/>
                      <a:pt x="10" y="116"/>
                      <a:pt x="16" y="120"/>
                    </a:cubicBezTo>
                    <a:cubicBezTo>
                      <a:pt x="19" y="121"/>
                      <a:pt x="22" y="123"/>
                      <a:pt x="25" y="124"/>
                    </a:cubicBezTo>
                    <a:cubicBezTo>
                      <a:pt x="34" y="127"/>
                      <a:pt x="44" y="130"/>
                      <a:pt x="53" y="134"/>
                    </a:cubicBezTo>
                    <a:lnTo>
                      <a:pt x="19" y="141"/>
                    </a:lnTo>
                    <a:cubicBezTo>
                      <a:pt x="18" y="141"/>
                      <a:pt x="17" y="142"/>
                      <a:pt x="17" y="143"/>
                    </a:cubicBezTo>
                    <a:lnTo>
                      <a:pt x="17" y="143"/>
                    </a:lnTo>
                    <a:lnTo>
                      <a:pt x="17" y="143"/>
                    </a:lnTo>
                    <a:cubicBezTo>
                      <a:pt x="27" y="149"/>
                      <a:pt x="38" y="153"/>
                      <a:pt x="50" y="154"/>
                    </a:cubicBezTo>
                    <a:cubicBezTo>
                      <a:pt x="57" y="155"/>
                      <a:pt x="65" y="154"/>
                      <a:pt x="69" y="162"/>
                    </a:cubicBezTo>
                    <a:cubicBezTo>
                      <a:pt x="60" y="167"/>
                      <a:pt x="49" y="167"/>
                      <a:pt x="39" y="171"/>
                    </a:cubicBezTo>
                    <a:lnTo>
                      <a:pt x="39" y="171"/>
                    </a:lnTo>
                    <a:lnTo>
                      <a:pt x="38" y="172"/>
                    </a:lnTo>
                    <a:lnTo>
                      <a:pt x="37" y="173"/>
                    </a:lnTo>
                    <a:lnTo>
                      <a:pt x="37" y="173"/>
                    </a:lnTo>
                    <a:cubicBezTo>
                      <a:pt x="36" y="174"/>
                      <a:pt x="36" y="174"/>
                      <a:pt x="36" y="174"/>
                    </a:cubicBezTo>
                    <a:cubicBezTo>
                      <a:pt x="36" y="175"/>
                      <a:pt x="37" y="176"/>
                      <a:pt x="37" y="177"/>
                    </a:cubicBezTo>
                    <a:lnTo>
                      <a:pt x="38" y="178"/>
                    </a:lnTo>
                    <a:lnTo>
                      <a:pt x="38" y="178"/>
                    </a:lnTo>
                    <a:cubicBezTo>
                      <a:pt x="40" y="180"/>
                      <a:pt x="41" y="181"/>
                      <a:pt x="43" y="182"/>
                    </a:cubicBezTo>
                    <a:cubicBezTo>
                      <a:pt x="48" y="185"/>
                      <a:pt x="53" y="186"/>
                      <a:pt x="58" y="186"/>
                    </a:cubicBezTo>
                    <a:lnTo>
                      <a:pt x="58" y="186"/>
                    </a:lnTo>
                    <a:lnTo>
                      <a:pt x="58" y="186"/>
                    </a:lnTo>
                    <a:cubicBezTo>
                      <a:pt x="62" y="186"/>
                      <a:pt x="66" y="186"/>
                      <a:pt x="70" y="186"/>
                    </a:cubicBezTo>
                    <a:cubicBezTo>
                      <a:pt x="78" y="186"/>
                      <a:pt x="85" y="186"/>
                      <a:pt x="93" y="184"/>
                    </a:cubicBezTo>
                    <a:cubicBezTo>
                      <a:pt x="98" y="184"/>
                      <a:pt x="116" y="181"/>
                      <a:pt x="119" y="177"/>
                    </a:cubicBezTo>
                    <a:lnTo>
                      <a:pt x="100" y="206"/>
                    </a:lnTo>
                    <a:lnTo>
                      <a:pt x="100" y="206"/>
                    </a:lnTo>
                    <a:cubicBezTo>
                      <a:pt x="102" y="206"/>
                      <a:pt x="104" y="207"/>
                      <a:pt x="106" y="207"/>
                    </a:cubicBezTo>
                    <a:cubicBezTo>
                      <a:pt x="116" y="207"/>
                      <a:pt x="125" y="204"/>
                      <a:pt x="133" y="200"/>
                    </a:cubicBezTo>
                    <a:cubicBezTo>
                      <a:pt x="133" y="199"/>
                      <a:pt x="134" y="199"/>
                      <a:pt x="135" y="198"/>
                    </a:cubicBezTo>
                    <a:lnTo>
                      <a:pt x="128" y="216"/>
                    </a:lnTo>
                    <a:lnTo>
                      <a:pt x="128" y="216"/>
                    </a:lnTo>
                    <a:cubicBezTo>
                      <a:pt x="127" y="217"/>
                      <a:pt x="127" y="219"/>
                      <a:pt x="127" y="221"/>
                    </a:cubicBezTo>
                    <a:cubicBezTo>
                      <a:pt x="127" y="222"/>
                      <a:pt x="127" y="223"/>
                      <a:pt x="127" y="224"/>
                    </a:cubicBezTo>
                    <a:cubicBezTo>
                      <a:pt x="129" y="230"/>
                      <a:pt x="139" y="228"/>
                      <a:pt x="143" y="224"/>
                    </a:cubicBezTo>
                    <a:cubicBezTo>
                      <a:pt x="147" y="219"/>
                      <a:pt x="151" y="212"/>
                      <a:pt x="157" y="210"/>
                    </a:cubicBezTo>
                    <a:lnTo>
                      <a:pt x="157" y="210"/>
                    </a:lnTo>
                    <a:cubicBezTo>
                      <a:pt x="157" y="211"/>
                      <a:pt x="157" y="211"/>
                      <a:pt x="157" y="212"/>
                    </a:cubicBezTo>
                    <a:cubicBezTo>
                      <a:pt x="157" y="215"/>
                      <a:pt x="156" y="219"/>
                      <a:pt x="155" y="222"/>
                    </a:cubicBezTo>
                    <a:cubicBezTo>
                      <a:pt x="155" y="226"/>
                      <a:pt x="157" y="231"/>
                      <a:pt x="161" y="230"/>
                    </a:cubicBezTo>
                    <a:lnTo>
                      <a:pt x="161" y="230"/>
                    </a:lnTo>
                    <a:cubicBezTo>
                      <a:pt x="161" y="230"/>
                      <a:pt x="163" y="231"/>
                      <a:pt x="163" y="230"/>
                    </a:cubicBezTo>
                    <a:cubicBezTo>
                      <a:pt x="164" y="229"/>
                      <a:pt x="164" y="229"/>
                      <a:pt x="164" y="228"/>
                    </a:cubicBezTo>
                    <a:lnTo>
                      <a:pt x="182" y="214"/>
                    </a:lnTo>
                    <a:cubicBezTo>
                      <a:pt x="180" y="215"/>
                      <a:pt x="195" y="237"/>
                      <a:pt x="197" y="238"/>
                    </a:cubicBezTo>
                    <a:lnTo>
                      <a:pt x="197" y="238"/>
                    </a:lnTo>
                    <a:cubicBezTo>
                      <a:pt x="197" y="239"/>
                      <a:pt x="198" y="240"/>
                      <a:pt x="200" y="241"/>
                    </a:cubicBezTo>
                    <a:cubicBezTo>
                      <a:pt x="200" y="241"/>
                      <a:pt x="201" y="242"/>
                      <a:pt x="202" y="242"/>
                    </a:cubicBezTo>
                    <a:cubicBezTo>
                      <a:pt x="205" y="242"/>
                      <a:pt x="209" y="238"/>
                      <a:pt x="209" y="234"/>
                    </a:cubicBezTo>
                    <a:lnTo>
                      <a:pt x="209" y="234"/>
                    </a:lnTo>
                    <a:cubicBezTo>
                      <a:pt x="209" y="231"/>
                      <a:pt x="208" y="228"/>
                      <a:pt x="206" y="225"/>
                    </a:cubicBezTo>
                    <a:cubicBezTo>
                      <a:pt x="206" y="224"/>
                      <a:pt x="205" y="224"/>
                      <a:pt x="205" y="223"/>
                    </a:cubicBezTo>
                    <a:lnTo>
                      <a:pt x="205" y="223"/>
                    </a:lnTo>
                    <a:cubicBezTo>
                      <a:pt x="211" y="229"/>
                      <a:pt x="217" y="233"/>
                      <a:pt x="224" y="237"/>
                    </a:cubicBezTo>
                    <a:cubicBezTo>
                      <a:pt x="227" y="239"/>
                      <a:pt x="231" y="241"/>
                      <a:pt x="235" y="243"/>
                    </a:cubicBezTo>
                    <a:lnTo>
                      <a:pt x="235" y="243"/>
                    </a:lnTo>
                    <a:cubicBezTo>
                      <a:pt x="235" y="240"/>
                      <a:pt x="234" y="238"/>
                      <a:pt x="233" y="236"/>
                    </a:cubicBezTo>
                    <a:cubicBezTo>
                      <a:pt x="231" y="233"/>
                      <a:pt x="229" y="231"/>
                      <a:pt x="226" y="229"/>
                    </a:cubicBezTo>
                    <a:lnTo>
                      <a:pt x="248" y="241"/>
                    </a:lnTo>
                    <a:cubicBezTo>
                      <a:pt x="250" y="241"/>
                      <a:pt x="252" y="242"/>
                      <a:pt x="253" y="241"/>
                    </a:cubicBezTo>
                    <a:cubicBezTo>
                      <a:pt x="255" y="240"/>
                      <a:pt x="253" y="237"/>
                      <a:pt x="251" y="238"/>
                    </a:cubicBezTo>
                    <a:cubicBezTo>
                      <a:pt x="258" y="247"/>
                      <a:pt x="271" y="250"/>
                      <a:pt x="276" y="260"/>
                    </a:cubicBezTo>
                    <a:lnTo>
                      <a:pt x="278" y="2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768125" y="680125"/>
            <a:ext cx="3991800" cy="250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ubTitle" idx="1"/>
          </p:nvPr>
        </p:nvSpPr>
        <p:spPr>
          <a:xfrm>
            <a:off x="768125" y="3337550"/>
            <a:ext cx="3991800" cy="4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1"/>
          <p:cNvGrpSpPr/>
          <p:nvPr/>
        </p:nvGrpSpPr>
        <p:grpSpPr>
          <a:xfrm>
            <a:off x="-1284075" y="1616068"/>
            <a:ext cx="11272623" cy="4493856"/>
            <a:chOff x="-1284075" y="1616068"/>
            <a:chExt cx="11272623" cy="4493856"/>
          </a:xfrm>
        </p:grpSpPr>
        <p:grpSp>
          <p:nvGrpSpPr>
            <p:cNvPr id="130" name="Google Shape;130;p11"/>
            <p:cNvGrpSpPr/>
            <p:nvPr/>
          </p:nvGrpSpPr>
          <p:grpSpPr>
            <a:xfrm>
              <a:off x="-1284075" y="3502141"/>
              <a:ext cx="11272623" cy="1923081"/>
              <a:chOff x="-1284075" y="3502141"/>
              <a:chExt cx="11272623" cy="1923081"/>
            </a:xfrm>
          </p:grpSpPr>
          <p:grpSp>
            <p:nvGrpSpPr>
              <p:cNvPr id="131" name="Google Shape;131;p11"/>
              <p:cNvGrpSpPr/>
              <p:nvPr/>
            </p:nvGrpSpPr>
            <p:grpSpPr>
              <a:xfrm>
                <a:off x="7321113" y="3591623"/>
                <a:ext cx="2667435" cy="1833600"/>
                <a:chOff x="10267788" y="5009573"/>
                <a:chExt cx="2667435" cy="1833600"/>
              </a:xfrm>
            </p:grpSpPr>
            <p:sp>
              <p:nvSpPr>
                <p:cNvPr id="132" name="Google Shape;132;p11"/>
                <p:cNvSpPr/>
                <p:nvPr/>
              </p:nvSpPr>
              <p:spPr>
                <a:xfrm>
                  <a:off x="10934703" y="5009573"/>
                  <a:ext cx="2000520" cy="133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7" h="3695" extrusionOk="0">
                      <a:moveTo>
                        <a:pt x="3" y="2480"/>
                      </a:moveTo>
                      <a:cubicBezTo>
                        <a:pt x="172" y="2293"/>
                        <a:pt x="324" y="2092"/>
                        <a:pt x="484" y="1897"/>
                      </a:cubicBezTo>
                      <a:cubicBezTo>
                        <a:pt x="554" y="1811"/>
                        <a:pt x="608" y="1710"/>
                        <a:pt x="693" y="1637"/>
                      </a:cubicBezTo>
                      <a:cubicBezTo>
                        <a:pt x="770" y="1572"/>
                        <a:pt x="858" y="1564"/>
                        <a:pt x="954" y="1564"/>
                      </a:cubicBezTo>
                      <a:cubicBezTo>
                        <a:pt x="1060" y="1564"/>
                        <a:pt x="1147" y="1522"/>
                        <a:pt x="1222" y="1449"/>
                      </a:cubicBezTo>
                      <a:cubicBezTo>
                        <a:pt x="1281" y="1391"/>
                        <a:pt x="1331" y="1324"/>
                        <a:pt x="1397" y="1275"/>
                      </a:cubicBezTo>
                      <a:cubicBezTo>
                        <a:pt x="1470" y="1221"/>
                        <a:pt x="1554" y="1199"/>
                        <a:pt x="1643" y="1189"/>
                      </a:cubicBezTo>
                      <a:cubicBezTo>
                        <a:pt x="1688" y="1186"/>
                        <a:pt x="1731" y="1172"/>
                        <a:pt x="1771" y="1150"/>
                      </a:cubicBezTo>
                      <a:cubicBezTo>
                        <a:pt x="1783" y="1143"/>
                        <a:pt x="1795" y="1134"/>
                        <a:pt x="1806" y="1125"/>
                      </a:cubicBezTo>
                      <a:cubicBezTo>
                        <a:pt x="1850" y="1091"/>
                        <a:pt x="1874" y="1040"/>
                        <a:pt x="1900" y="993"/>
                      </a:cubicBezTo>
                      <a:cubicBezTo>
                        <a:pt x="1949" y="909"/>
                        <a:pt x="2041" y="854"/>
                        <a:pt x="2118" y="799"/>
                      </a:cubicBezTo>
                      <a:cubicBezTo>
                        <a:pt x="2208" y="735"/>
                        <a:pt x="2280" y="666"/>
                        <a:pt x="2335" y="570"/>
                      </a:cubicBezTo>
                      <a:cubicBezTo>
                        <a:pt x="2440" y="385"/>
                        <a:pt x="2521" y="187"/>
                        <a:pt x="2628" y="4"/>
                      </a:cubicBezTo>
                      <a:cubicBezTo>
                        <a:pt x="2629" y="2"/>
                        <a:pt x="2630" y="1"/>
                        <a:pt x="2631" y="1"/>
                      </a:cubicBezTo>
                      <a:cubicBezTo>
                        <a:pt x="2633" y="0"/>
                        <a:pt x="2634" y="0"/>
                        <a:pt x="2636" y="0"/>
                      </a:cubicBezTo>
                      <a:cubicBezTo>
                        <a:pt x="2637" y="0"/>
                        <a:pt x="2639" y="0"/>
                        <a:pt x="2640" y="1"/>
                      </a:cubicBezTo>
                      <a:cubicBezTo>
                        <a:pt x="2641" y="1"/>
                        <a:pt x="2642" y="2"/>
                        <a:pt x="2643" y="4"/>
                      </a:cubicBezTo>
                      <a:cubicBezTo>
                        <a:pt x="2719" y="114"/>
                        <a:pt x="2768" y="271"/>
                        <a:pt x="2890" y="341"/>
                      </a:cubicBezTo>
                      <a:cubicBezTo>
                        <a:pt x="2927" y="363"/>
                        <a:pt x="2971" y="347"/>
                        <a:pt x="3009" y="360"/>
                      </a:cubicBezTo>
                      <a:cubicBezTo>
                        <a:pt x="3031" y="367"/>
                        <a:pt x="3018" y="420"/>
                        <a:pt x="3055" y="424"/>
                      </a:cubicBezTo>
                      <a:cubicBezTo>
                        <a:pt x="3109" y="430"/>
                        <a:pt x="3155" y="366"/>
                        <a:pt x="3208" y="376"/>
                      </a:cubicBezTo>
                      <a:cubicBezTo>
                        <a:pt x="3253" y="386"/>
                        <a:pt x="3342" y="516"/>
                        <a:pt x="3390" y="548"/>
                      </a:cubicBezTo>
                      <a:cubicBezTo>
                        <a:pt x="3492" y="620"/>
                        <a:pt x="3630" y="727"/>
                        <a:pt x="3757" y="743"/>
                      </a:cubicBezTo>
                      <a:cubicBezTo>
                        <a:pt x="3800" y="748"/>
                        <a:pt x="3841" y="733"/>
                        <a:pt x="3882" y="725"/>
                      </a:cubicBezTo>
                      <a:cubicBezTo>
                        <a:pt x="3893" y="723"/>
                        <a:pt x="3903" y="722"/>
                        <a:pt x="3914" y="722"/>
                      </a:cubicBezTo>
                      <a:cubicBezTo>
                        <a:pt x="3947" y="722"/>
                        <a:pt x="3980" y="730"/>
                        <a:pt x="4010" y="745"/>
                      </a:cubicBezTo>
                      <a:cubicBezTo>
                        <a:pt x="4071" y="772"/>
                        <a:pt x="4122" y="818"/>
                        <a:pt x="4176" y="857"/>
                      </a:cubicBezTo>
                      <a:cubicBezTo>
                        <a:pt x="4246" y="907"/>
                        <a:pt x="4313" y="910"/>
                        <a:pt x="4381" y="854"/>
                      </a:cubicBezTo>
                      <a:cubicBezTo>
                        <a:pt x="4382" y="853"/>
                        <a:pt x="4382" y="853"/>
                        <a:pt x="4383" y="852"/>
                      </a:cubicBezTo>
                      <a:cubicBezTo>
                        <a:pt x="4384" y="852"/>
                        <a:pt x="4386" y="851"/>
                        <a:pt x="4387" y="851"/>
                      </a:cubicBezTo>
                      <a:cubicBezTo>
                        <a:pt x="4389" y="851"/>
                        <a:pt x="4390" y="852"/>
                        <a:pt x="4392" y="852"/>
                      </a:cubicBezTo>
                      <a:lnTo>
                        <a:pt x="5498" y="1437"/>
                      </a:lnTo>
                      <a:lnTo>
                        <a:pt x="5553" y="1465"/>
                      </a:lnTo>
                      <a:cubicBezTo>
                        <a:pt x="5554" y="1466"/>
                        <a:pt x="5555" y="1467"/>
                        <a:pt x="5556" y="1468"/>
                      </a:cubicBezTo>
                      <a:cubicBezTo>
                        <a:pt x="5556" y="1470"/>
                        <a:pt x="5557" y="1471"/>
                        <a:pt x="5557" y="1473"/>
                      </a:cubicBezTo>
                      <a:cubicBezTo>
                        <a:pt x="5557" y="1474"/>
                        <a:pt x="5556" y="1476"/>
                        <a:pt x="5556" y="1477"/>
                      </a:cubicBezTo>
                      <a:lnTo>
                        <a:pt x="5556" y="1477"/>
                      </a:lnTo>
                      <a:cubicBezTo>
                        <a:pt x="5330" y="1831"/>
                        <a:pt x="5101" y="2182"/>
                        <a:pt x="4864" y="2529"/>
                      </a:cubicBezTo>
                      <a:cubicBezTo>
                        <a:pt x="4795" y="2629"/>
                        <a:pt x="4725" y="2731"/>
                        <a:pt x="4652" y="2831"/>
                      </a:cubicBezTo>
                      <a:cubicBezTo>
                        <a:pt x="4609" y="2893"/>
                        <a:pt x="4562" y="2953"/>
                        <a:pt x="4510" y="3008"/>
                      </a:cubicBezTo>
                      <a:cubicBezTo>
                        <a:pt x="4504" y="3015"/>
                        <a:pt x="4497" y="3020"/>
                        <a:pt x="4490" y="3024"/>
                      </a:cubicBezTo>
                      <a:cubicBezTo>
                        <a:pt x="4477" y="3032"/>
                        <a:pt x="4462" y="3036"/>
                        <a:pt x="4447" y="3036"/>
                      </a:cubicBezTo>
                      <a:cubicBezTo>
                        <a:pt x="4398" y="3044"/>
                        <a:pt x="4350" y="3052"/>
                        <a:pt x="4301" y="3061"/>
                      </a:cubicBezTo>
                      <a:cubicBezTo>
                        <a:pt x="3839" y="3141"/>
                        <a:pt x="3378" y="3228"/>
                        <a:pt x="2916" y="3314"/>
                      </a:cubicBezTo>
                      <a:cubicBezTo>
                        <a:pt x="2393" y="3411"/>
                        <a:pt x="1870" y="3511"/>
                        <a:pt x="1347" y="3611"/>
                      </a:cubicBezTo>
                      <a:cubicBezTo>
                        <a:pt x="1214" y="3637"/>
                        <a:pt x="1081" y="3661"/>
                        <a:pt x="950" y="3691"/>
                      </a:cubicBezTo>
                      <a:cubicBezTo>
                        <a:pt x="918" y="3698"/>
                        <a:pt x="901" y="3700"/>
                        <a:pt x="873" y="3677"/>
                      </a:cubicBezTo>
                      <a:cubicBezTo>
                        <a:pt x="805" y="3624"/>
                        <a:pt x="750" y="3549"/>
                        <a:pt x="697" y="3482"/>
                      </a:cubicBezTo>
                      <a:cubicBezTo>
                        <a:pt x="447" y="3165"/>
                        <a:pt x="222" y="2828"/>
                        <a:pt x="1" y="2490"/>
                      </a:cubicBezTo>
                      <a:cubicBezTo>
                        <a:pt x="1" y="2489"/>
                        <a:pt x="0" y="2487"/>
                        <a:pt x="0" y="2486"/>
                      </a:cubicBezTo>
                      <a:cubicBezTo>
                        <a:pt x="0" y="2484"/>
                        <a:pt x="1" y="2483"/>
                        <a:pt x="1" y="2481"/>
                      </a:cubicBezTo>
                      <a:cubicBezTo>
                        <a:pt x="2" y="2481"/>
                        <a:pt x="2" y="2480"/>
                        <a:pt x="3" y="24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" name="Google Shape;133;p11"/>
                <p:cNvSpPr/>
                <p:nvPr/>
              </p:nvSpPr>
              <p:spPr>
                <a:xfrm>
                  <a:off x="10267788" y="5557613"/>
                  <a:ext cx="2000160" cy="128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" h="3571" extrusionOk="0">
                      <a:moveTo>
                        <a:pt x="484" y="1772"/>
                      </a:moveTo>
                      <a:cubicBezTo>
                        <a:pt x="554" y="1687"/>
                        <a:pt x="608" y="1586"/>
                        <a:pt x="693" y="1513"/>
                      </a:cubicBezTo>
                      <a:cubicBezTo>
                        <a:pt x="769" y="1447"/>
                        <a:pt x="858" y="1440"/>
                        <a:pt x="954" y="1440"/>
                      </a:cubicBezTo>
                      <a:cubicBezTo>
                        <a:pt x="1060" y="1440"/>
                        <a:pt x="1147" y="1398"/>
                        <a:pt x="1222" y="1324"/>
                      </a:cubicBezTo>
                      <a:cubicBezTo>
                        <a:pt x="1281" y="1267"/>
                        <a:pt x="1330" y="1199"/>
                        <a:pt x="1397" y="1150"/>
                      </a:cubicBezTo>
                      <a:cubicBezTo>
                        <a:pt x="1470" y="1097"/>
                        <a:pt x="1554" y="1074"/>
                        <a:pt x="1643" y="1065"/>
                      </a:cubicBezTo>
                      <a:cubicBezTo>
                        <a:pt x="1688" y="1061"/>
                        <a:pt x="1731" y="1048"/>
                        <a:pt x="1770" y="1026"/>
                      </a:cubicBezTo>
                      <a:cubicBezTo>
                        <a:pt x="1783" y="1018"/>
                        <a:pt x="1795" y="1010"/>
                        <a:pt x="1806" y="1001"/>
                      </a:cubicBezTo>
                      <a:cubicBezTo>
                        <a:pt x="1850" y="967"/>
                        <a:pt x="1873" y="916"/>
                        <a:pt x="1900" y="869"/>
                      </a:cubicBezTo>
                      <a:cubicBezTo>
                        <a:pt x="1949" y="785"/>
                        <a:pt x="2041" y="730"/>
                        <a:pt x="2118" y="675"/>
                      </a:cubicBezTo>
                      <a:cubicBezTo>
                        <a:pt x="2399" y="475"/>
                        <a:pt x="2542" y="309"/>
                        <a:pt x="2718" y="0"/>
                      </a:cubicBezTo>
                      <a:cubicBezTo>
                        <a:pt x="2795" y="43"/>
                        <a:pt x="2818" y="139"/>
                        <a:pt x="2841" y="236"/>
                      </a:cubicBezTo>
                      <a:cubicBezTo>
                        <a:pt x="2883" y="205"/>
                        <a:pt x="2952" y="193"/>
                        <a:pt x="2989" y="138"/>
                      </a:cubicBezTo>
                      <a:cubicBezTo>
                        <a:pt x="3094" y="345"/>
                        <a:pt x="3295" y="608"/>
                        <a:pt x="3486" y="309"/>
                      </a:cubicBezTo>
                      <a:cubicBezTo>
                        <a:pt x="3658" y="653"/>
                        <a:pt x="3924" y="556"/>
                        <a:pt x="4175" y="733"/>
                      </a:cubicBezTo>
                      <a:cubicBezTo>
                        <a:pt x="4246" y="783"/>
                        <a:pt x="4312" y="786"/>
                        <a:pt x="4381" y="730"/>
                      </a:cubicBezTo>
                      <a:cubicBezTo>
                        <a:pt x="4381" y="729"/>
                        <a:pt x="4382" y="729"/>
                        <a:pt x="4382" y="728"/>
                      </a:cubicBezTo>
                      <a:cubicBezTo>
                        <a:pt x="4384" y="728"/>
                        <a:pt x="4385" y="727"/>
                        <a:pt x="4387" y="727"/>
                      </a:cubicBezTo>
                      <a:cubicBezTo>
                        <a:pt x="4388" y="727"/>
                        <a:pt x="4390" y="728"/>
                        <a:pt x="4391" y="728"/>
                      </a:cubicBezTo>
                      <a:lnTo>
                        <a:pt x="5498" y="1313"/>
                      </a:lnTo>
                      <a:lnTo>
                        <a:pt x="5552" y="1341"/>
                      </a:lnTo>
                      <a:cubicBezTo>
                        <a:pt x="5553" y="1342"/>
                        <a:pt x="5554" y="1343"/>
                        <a:pt x="5555" y="1344"/>
                      </a:cubicBezTo>
                      <a:cubicBezTo>
                        <a:pt x="5556" y="1346"/>
                        <a:pt x="5556" y="1347"/>
                        <a:pt x="5556" y="1349"/>
                      </a:cubicBezTo>
                      <a:cubicBezTo>
                        <a:pt x="5556" y="1350"/>
                        <a:pt x="5556" y="1352"/>
                        <a:pt x="5555" y="1353"/>
                      </a:cubicBezTo>
                      <a:lnTo>
                        <a:pt x="5555" y="1353"/>
                      </a:lnTo>
                      <a:cubicBezTo>
                        <a:pt x="5329" y="1707"/>
                        <a:pt x="5100" y="2058"/>
                        <a:pt x="4863" y="2405"/>
                      </a:cubicBezTo>
                      <a:cubicBezTo>
                        <a:pt x="4794" y="2506"/>
                        <a:pt x="4724" y="2607"/>
                        <a:pt x="4651" y="2707"/>
                      </a:cubicBezTo>
                      <a:cubicBezTo>
                        <a:pt x="4609" y="2769"/>
                        <a:pt x="4562" y="2828"/>
                        <a:pt x="4511" y="2884"/>
                      </a:cubicBezTo>
                      <a:cubicBezTo>
                        <a:pt x="4505" y="2890"/>
                        <a:pt x="4498" y="2896"/>
                        <a:pt x="4490" y="2900"/>
                      </a:cubicBezTo>
                      <a:cubicBezTo>
                        <a:pt x="4477" y="2907"/>
                        <a:pt x="4463" y="2912"/>
                        <a:pt x="4448" y="2912"/>
                      </a:cubicBezTo>
                      <a:cubicBezTo>
                        <a:pt x="4399" y="2919"/>
                        <a:pt x="4350" y="2928"/>
                        <a:pt x="4302" y="2936"/>
                      </a:cubicBezTo>
                      <a:cubicBezTo>
                        <a:pt x="3839" y="3016"/>
                        <a:pt x="3378" y="3104"/>
                        <a:pt x="2917" y="3190"/>
                      </a:cubicBezTo>
                      <a:cubicBezTo>
                        <a:pt x="2393" y="3287"/>
                        <a:pt x="1870" y="3387"/>
                        <a:pt x="1348" y="3487"/>
                      </a:cubicBezTo>
                      <a:cubicBezTo>
                        <a:pt x="1215" y="3513"/>
                        <a:pt x="1082" y="3537"/>
                        <a:pt x="950" y="3567"/>
                      </a:cubicBezTo>
                      <a:cubicBezTo>
                        <a:pt x="918" y="3574"/>
                        <a:pt x="902" y="3576"/>
                        <a:pt x="873" y="3553"/>
                      </a:cubicBezTo>
                      <a:cubicBezTo>
                        <a:pt x="805" y="3499"/>
                        <a:pt x="750" y="3425"/>
                        <a:pt x="697" y="3358"/>
                      </a:cubicBezTo>
                      <a:cubicBezTo>
                        <a:pt x="447" y="3042"/>
                        <a:pt x="222" y="2704"/>
                        <a:pt x="1" y="2366"/>
                      </a:cubicBezTo>
                      <a:lnTo>
                        <a:pt x="1" y="2366"/>
                      </a:lnTo>
                      <a:cubicBezTo>
                        <a:pt x="0" y="2365"/>
                        <a:pt x="0" y="2363"/>
                        <a:pt x="0" y="2361"/>
                      </a:cubicBezTo>
                      <a:cubicBezTo>
                        <a:pt x="0" y="2360"/>
                        <a:pt x="0" y="2358"/>
                        <a:pt x="1" y="2357"/>
                      </a:cubicBezTo>
                      <a:cubicBezTo>
                        <a:pt x="2" y="2356"/>
                        <a:pt x="2" y="2356"/>
                        <a:pt x="3" y="2355"/>
                      </a:cubicBezTo>
                      <a:cubicBezTo>
                        <a:pt x="172" y="2168"/>
                        <a:pt x="324" y="1967"/>
                        <a:pt x="484" y="17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4" name="Google Shape;134;p11"/>
              <p:cNvGrpSpPr/>
              <p:nvPr/>
            </p:nvGrpSpPr>
            <p:grpSpPr>
              <a:xfrm>
                <a:off x="-1284075" y="3502141"/>
                <a:ext cx="5856086" cy="1690807"/>
                <a:chOff x="-1284075" y="3502141"/>
                <a:chExt cx="5856086" cy="1690807"/>
              </a:xfrm>
            </p:grpSpPr>
            <p:grpSp>
              <p:nvGrpSpPr>
                <p:cNvPr id="135" name="Google Shape;135;p11"/>
                <p:cNvGrpSpPr/>
                <p:nvPr/>
              </p:nvGrpSpPr>
              <p:grpSpPr>
                <a:xfrm>
                  <a:off x="-1284075" y="3502141"/>
                  <a:ext cx="2715690" cy="1690807"/>
                  <a:chOff x="-882800" y="3628900"/>
                  <a:chExt cx="2314377" cy="1440947"/>
                </a:xfrm>
              </p:grpSpPr>
              <p:sp>
                <p:nvSpPr>
                  <p:cNvPr id="136" name="Google Shape;136;p11"/>
                  <p:cNvSpPr/>
                  <p:nvPr/>
                </p:nvSpPr>
                <p:spPr>
                  <a:xfrm>
                    <a:off x="-882800" y="3628900"/>
                    <a:ext cx="2102252" cy="1351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6" h="3572" extrusionOk="0">
                        <a:moveTo>
                          <a:pt x="5554" y="2356"/>
                        </a:moveTo>
                        <a:cubicBezTo>
                          <a:pt x="5554" y="2356"/>
                          <a:pt x="5555" y="2357"/>
                          <a:pt x="5555" y="2358"/>
                        </a:cubicBezTo>
                        <a:cubicBezTo>
                          <a:pt x="5556" y="2359"/>
                          <a:pt x="5556" y="2360"/>
                          <a:pt x="5556" y="2362"/>
                        </a:cubicBezTo>
                        <a:cubicBezTo>
                          <a:pt x="5556" y="2363"/>
                          <a:pt x="5556" y="2365"/>
                          <a:pt x="5555" y="2366"/>
                        </a:cubicBezTo>
                        <a:lnTo>
                          <a:pt x="5555" y="2367"/>
                        </a:lnTo>
                        <a:cubicBezTo>
                          <a:pt x="5334" y="2705"/>
                          <a:pt x="5109" y="3042"/>
                          <a:pt x="4859" y="3359"/>
                        </a:cubicBezTo>
                        <a:cubicBezTo>
                          <a:pt x="4806" y="3426"/>
                          <a:pt x="4751" y="3500"/>
                          <a:pt x="4683" y="3554"/>
                        </a:cubicBezTo>
                        <a:cubicBezTo>
                          <a:pt x="4655" y="3577"/>
                          <a:pt x="4639" y="3575"/>
                          <a:pt x="4607" y="3568"/>
                        </a:cubicBezTo>
                        <a:cubicBezTo>
                          <a:pt x="4475" y="3538"/>
                          <a:pt x="4342" y="3514"/>
                          <a:pt x="4209" y="3488"/>
                        </a:cubicBezTo>
                        <a:cubicBezTo>
                          <a:pt x="3686" y="3387"/>
                          <a:pt x="3163" y="3288"/>
                          <a:pt x="2640" y="3191"/>
                        </a:cubicBezTo>
                        <a:cubicBezTo>
                          <a:pt x="2178" y="3105"/>
                          <a:pt x="1717" y="3017"/>
                          <a:pt x="1255" y="2937"/>
                        </a:cubicBezTo>
                        <a:cubicBezTo>
                          <a:pt x="1206" y="2929"/>
                          <a:pt x="1158" y="2920"/>
                          <a:pt x="1109" y="2913"/>
                        </a:cubicBezTo>
                        <a:cubicBezTo>
                          <a:pt x="1094" y="2912"/>
                          <a:pt x="1079" y="2908"/>
                          <a:pt x="1066" y="2901"/>
                        </a:cubicBezTo>
                        <a:cubicBezTo>
                          <a:pt x="1059" y="2896"/>
                          <a:pt x="1052" y="2891"/>
                          <a:pt x="1046" y="2885"/>
                        </a:cubicBezTo>
                        <a:cubicBezTo>
                          <a:pt x="995" y="2829"/>
                          <a:pt x="947" y="2770"/>
                          <a:pt x="905" y="2707"/>
                        </a:cubicBezTo>
                        <a:cubicBezTo>
                          <a:pt x="832" y="2608"/>
                          <a:pt x="762" y="2506"/>
                          <a:pt x="693" y="2405"/>
                        </a:cubicBezTo>
                        <a:cubicBezTo>
                          <a:pt x="456" y="2059"/>
                          <a:pt x="227" y="1707"/>
                          <a:pt x="1" y="1354"/>
                        </a:cubicBezTo>
                        <a:cubicBezTo>
                          <a:pt x="1" y="1353"/>
                          <a:pt x="1" y="1353"/>
                          <a:pt x="1" y="1353"/>
                        </a:cubicBezTo>
                        <a:cubicBezTo>
                          <a:pt x="0" y="1352"/>
                          <a:pt x="0" y="1351"/>
                          <a:pt x="0" y="1349"/>
                        </a:cubicBezTo>
                        <a:cubicBezTo>
                          <a:pt x="0" y="1348"/>
                          <a:pt x="0" y="1346"/>
                          <a:pt x="1" y="1345"/>
                        </a:cubicBezTo>
                        <a:cubicBezTo>
                          <a:pt x="2" y="1344"/>
                          <a:pt x="3" y="1343"/>
                          <a:pt x="4" y="1342"/>
                        </a:cubicBezTo>
                        <a:lnTo>
                          <a:pt x="58" y="1313"/>
                        </a:lnTo>
                        <a:lnTo>
                          <a:pt x="1165" y="729"/>
                        </a:lnTo>
                        <a:cubicBezTo>
                          <a:pt x="1166" y="728"/>
                          <a:pt x="1168" y="727"/>
                          <a:pt x="1169" y="727"/>
                        </a:cubicBezTo>
                        <a:cubicBezTo>
                          <a:pt x="1171" y="727"/>
                          <a:pt x="1172" y="728"/>
                          <a:pt x="1174" y="729"/>
                        </a:cubicBezTo>
                        <a:cubicBezTo>
                          <a:pt x="1174" y="729"/>
                          <a:pt x="1175" y="729"/>
                          <a:pt x="1175" y="730"/>
                        </a:cubicBezTo>
                        <a:cubicBezTo>
                          <a:pt x="1244" y="787"/>
                          <a:pt x="1310" y="784"/>
                          <a:pt x="1381" y="733"/>
                        </a:cubicBezTo>
                        <a:cubicBezTo>
                          <a:pt x="1631" y="556"/>
                          <a:pt x="1899" y="653"/>
                          <a:pt x="2069" y="309"/>
                        </a:cubicBezTo>
                        <a:cubicBezTo>
                          <a:pt x="2260" y="609"/>
                          <a:pt x="2462" y="345"/>
                          <a:pt x="2567" y="138"/>
                        </a:cubicBezTo>
                        <a:cubicBezTo>
                          <a:pt x="2604" y="193"/>
                          <a:pt x="2672" y="206"/>
                          <a:pt x="2715" y="236"/>
                        </a:cubicBezTo>
                        <a:cubicBezTo>
                          <a:pt x="2738" y="139"/>
                          <a:pt x="2761" y="43"/>
                          <a:pt x="2838" y="0"/>
                        </a:cubicBezTo>
                        <a:cubicBezTo>
                          <a:pt x="3014" y="310"/>
                          <a:pt x="3158" y="475"/>
                          <a:pt x="3438" y="675"/>
                        </a:cubicBezTo>
                        <a:cubicBezTo>
                          <a:pt x="3515" y="731"/>
                          <a:pt x="3607" y="785"/>
                          <a:pt x="3656" y="869"/>
                        </a:cubicBezTo>
                        <a:cubicBezTo>
                          <a:pt x="3683" y="916"/>
                          <a:pt x="3706" y="967"/>
                          <a:pt x="3750" y="1002"/>
                        </a:cubicBezTo>
                        <a:cubicBezTo>
                          <a:pt x="3761" y="1011"/>
                          <a:pt x="3773" y="1019"/>
                          <a:pt x="3786" y="1026"/>
                        </a:cubicBezTo>
                        <a:cubicBezTo>
                          <a:pt x="3825" y="1048"/>
                          <a:pt x="3869" y="1062"/>
                          <a:pt x="3914" y="1065"/>
                        </a:cubicBezTo>
                        <a:cubicBezTo>
                          <a:pt x="4002" y="1075"/>
                          <a:pt x="4086" y="1097"/>
                          <a:pt x="4159" y="1151"/>
                        </a:cubicBezTo>
                        <a:cubicBezTo>
                          <a:pt x="4226" y="1200"/>
                          <a:pt x="4275" y="1267"/>
                          <a:pt x="4334" y="1325"/>
                        </a:cubicBezTo>
                        <a:cubicBezTo>
                          <a:pt x="4409" y="1398"/>
                          <a:pt x="4496" y="1441"/>
                          <a:pt x="4603" y="1441"/>
                        </a:cubicBezTo>
                        <a:cubicBezTo>
                          <a:pt x="4699" y="1440"/>
                          <a:pt x="4787" y="1448"/>
                          <a:pt x="4864" y="1513"/>
                        </a:cubicBezTo>
                        <a:cubicBezTo>
                          <a:pt x="4948" y="1586"/>
                          <a:pt x="5002" y="1687"/>
                          <a:pt x="5072" y="1773"/>
                        </a:cubicBezTo>
                        <a:cubicBezTo>
                          <a:pt x="5232" y="1968"/>
                          <a:pt x="5384" y="2169"/>
                          <a:pt x="5554" y="2356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" name="Google Shape;137;p11"/>
                  <p:cNvSpPr/>
                  <p:nvPr/>
                </p:nvSpPr>
                <p:spPr>
                  <a:xfrm flipH="1">
                    <a:off x="-131951" y="4064923"/>
                    <a:ext cx="1563528" cy="10049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6" h="3571" extrusionOk="0">
                        <a:moveTo>
                          <a:pt x="484" y="1772"/>
                        </a:moveTo>
                        <a:cubicBezTo>
                          <a:pt x="554" y="1687"/>
                          <a:pt x="608" y="1586"/>
                          <a:pt x="693" y="1513"/>
                        </a:cubicBezTo>
                        <a:cubicBezTo>
                          <a:pt x="769" y="1447"/>
                          <a:pt x="858" y="1440"/>
                          <a:pt x="954" y="1440"/>
                        </a:cubicBezTo>
                        <a:cubicBezTo>
                          <a:pt x="1060" y="1440"/>
                          <a:pt x="1147" y="1398"/>
                          <a:pt x="1222" y="1324"/>
                        </a:cubicBezTo>
                        <a:cubicBezTo>
                          <a:pt x="1281" y="1267"/>
                          <a:pt x="1330" y="1199"/>
                          <a:pt x="1397" y="1150"/>
                        </a:cubicBezTo>
                        <a:cubicBezTo>
                          <a:pt x="1470" y="1097"/>
                          <a:pt x="1554" y="1074"/>
                          <a:pt x="1643" y="1065"/>
                        </a:cubicBezTo>
                        <a:cubicBezTo>
                          <a:pt x="1688" y="1061"/>
                          <a:pt x="1731" y="1048"/>
                          <a:pt x="1770" y="1026"/>
                        </a:cubicBezTo>
                        <a:cubicBezTo>
                          <a:pt x="1783" y="1018"/>
                          <a:pt x="1795" y="1010"/>
                          <a:pt x="1806" y="1001"/>
                        </a:cubicBezTo>
                        <a:cubicBezTo>
                          <a:pt x="1850" y="967"/>
                          <a:pt x="1873" y="916"/>
                          <a:pt x="1900" y="869"/>
                        </a:cubicBezTo>
                        <a:cubicBezTo>
                          <a:pt x="1949" y="785"/>
                          <a:pt x="2041" y="730"/>
                          <a:pt x="2118" y="675"/>
                        </a:cubicBezTo>
                        <a:cubicBezTo>
                          <a:pt x="2399" y="475"/>
                          <a:pt x="2542" y="309"/>
                          <a:pt x="2718" y="0"/>
                        </a:cubicBezTo>
                        <a:cubicBezTo>
                          <a:pt x="2795" y="43"/>
                          <a:pt x="2818" y="139"/>
                          <a:pt x="2841" y="236"/>
                        </a:cubicBezTo>
                        <a:cubicBezTo>
                          <a:pt x="2883" y="205"/>
                          <a:pt x="2952" y="193"/>
                          <a:pt x="2989" y="138"/>
                        </a:cubicBezTo>
                        <a:cubicBezTo>
                          <a:pt x="3094" y="345"/>
                          <a:pt x="3295" y="608"/>
                          <a:pt x="3486" y="309"/>
                        </a:cubicBezTo>
                        <a:cubicBezTo>
                          <a:pt x="3658" y="653"/>
                          <a:pt x="3924" y="556"/>
                          <a:pt x="4175" y="733"/>
                        </a:cubicBezTo>
                        <a:cubicBezTo>
                          <a:pt x="4246" y="783"/>
                          <a:pt x="4312" y="786"/>
                          <a:pt x="4381" y="730"/>
                        </a:cubicBezTo>
                        <a:cubicBezTo>
                          <a:pt x="4381" y="729"/>
                          <a:pt x="4382" y="729"/>
                          <a:pt x="4382" y="728"/>
                        </a:cubicBezTo>
                        <a:cubicBezTo>
                          <a:pt x="4384" y="728"/>
                          <a:pt x="4385" y="727"/>
                          <a:pt x="4387" y="727"/>
                        </a:cubicBezTo>
                        <a:cubicBezTo>
                          <a:pt x="4388" y="727"/>
                          <a:pt x="4390" y="728"/>
                          <a:pt x="4391" y="728"/>
                        </a:cubicBezTo>
                        <a:lnTo>
                          <a:pt x="5498" y="1313"/>
                        </a:lnTo>
                        <a:lnTo>
                          <a:pt x="5552" y="1341"/>
                        </a:lnTo>
                        <a:cubicBezTo>
                          <a:pt x="5553" y="1342"/>
                          <a:pt x="5554" y="1343"/>
                          <a:pt x="5555" y="1344"/>
                        </a:cubicBezTo>
                        <a:cubicBezTo>
                          <a:pt x="5556" y="1346"/>
                          <a:pt x="5556" y="1347"/>
                          <a:pt x="5556" y="1349"/>
                        </a:cubicBezTo>
                        <a:cubicBezTo>
                          <a:pt x="5556" y="1350"/>
                          <a:pt x="5556" y="1352"/>
                          <a:pt x="5555" y="1353"/>
                        </a:cubicBezTo>
                        <a:lnTo>
                          <a:pt x="5555" y="1353"/>
                        </a:lnTo>
                        <a:cubicBezTo>
                          <a:pt x="5329" y="1707"/>
                          <a:pt x="5100" y="2058"/>
                          <a:pt x="4863" y="2405"/>
                        </a:cubicBezTo>
                        <a:cubicBezTo>
                          <a:pt x="4794" y="2506"/>
                          <a:pt x="4724" y="2607"/>
                          <a:pt x="4651" y="2707"/>
                        </a:cubicBezTo>
                        <a:cubicBezTo>
                          <a:pt x="4609" y="2769"/>
                          <a:pt x="4562" y="2828"/>
                          <a:pt x="4511" y="2884"/>
                        </a:cubicBezTo>
                        <a:cubicBezTo>
                          <a:pt x="4505" y="2890"/>
                          <a:pt x="4498" y="2896"/>
                          <a:pt x="4490" y="2900"/>
                        </a:cubicBezTo>
                        <a:cubicBezTo>
                          <a:pt x="4477" y="2907"/>
                          <a:pt x="4463" y="2912"/>
                          <a:pt x="4448" y="2912"/>
                        </a:cubicBezTo>
                        <a:cubicBezTo>
                          <a:pt x="4399" y="2919"/>
                          <a:pt x="4350" y="2928"/>
                          <a:pt x="4302" y="2936"/>
                        </a:cubicBezTo>
                        <a:cubicBezTo>
                          <a:pt x="3839" y="3016"/>
                          <a:pt x="3378" y="3104"/>
                          <a:pt x="2917" y="3190"/>
                        </a:cubicBezTo>
                        <a:cubicBezTo>
                          <a:pt x="2393" y="3287"/>
                          <a:pt x="1870" y="3387"/>
                          <a:pt x="1348" y="3487"/>
                        </a:cubicBezTo>
                        <a:cubicBezTo>
                          <a:pt x="1215" y="3513"/>
                          <a:pt x="1082" y="3537"/>
                          <a:pt x="950" y="3567"/>
                        </a:cubicBezTo>
                        <a:cubicBezTo>
                          <a:pt x="918" y="3574"/>
                          <a:pt x="902" y="3576"/>
                          <a:pt x="873" y="3553"/>
                        </a:cubicBezTo>
                        <a:cubicBezTo>
                          <a:pt x="805" y="3499"/>
                          <a:pt x="750" y="3425"/>
                          <a:pt x="697" y="3358"/>
                        </a:cubicBezTo>
                        <a:cubicBezTo>
                          <a:pt x="447" y="3042"/>
                          <a:pt x="222" y="2704"/>
                          <a:pt x="1" y="2366"/>
                        </a:cubicBezTo>
                        <a:lnTo>
                          <a:pt x="1" y="2366"/>
                        </a:lnTo>
                        <a:cubicBezTo>
                          <a:pt x="0" y="2365"/>
                          <a:pt x="0" y="2363"/>
                          <a:pt x="0" y="2361"/>
                        </a:cubicBezTo>
                        <a:cubicBezTo>
                          <a:pt x="0" y="2360"/>
                          <a:pt x="0" y="2358"/>
                          <a:pt x="1" y="2357"/>
                        </a:cubicBezTo>
                        <a:cubicBezTo>
                          <a:pt x="2" y="2356"/>
                          <a:pt x="2" y="2356"/>
                          <a:pt x="3" y="2355"/>
                        </a:cubicBezTo>
                        <a:cubicBezTo>
                          <a:pt x="172" y="2168"/>
                          <a:pt x="324" y="1967"/>
                          <a:pt x="484" y="177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8" name="Google Shape;138;p11"/>
                <p:cNvSpPr/>
                <p:nvPr/>
              </p:nvSpPr>
              <p:spPr>
                <a:xfrm flipH="1">
                  <a:off x="6" y="4411574"/>
                  <a:ext cx="4572005" cy="70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3" h="1962" extrusionOk="0">
                      <a:moveTo>
                        <a:pt x="8773" y="1962"/>
                      </a:moveTo>
                      <a:lnTo>
                        <a:pt x="17" y="1962"/>
                      </a:lnTo>
                      <a:cubicBezTo>
                        <a:pt x="75" y="1962"/>
                        <a:pt x="-115" y="971"/>
                        <a:pt x="129" y="1019"/>
                      </a:cubicBezTo>
                      <a:cubicBezTo>
                        <a:pt x="142" y="1006"/>
                        <a:pt x="114" y="982"/>
                        <a:pt x="125" y="969"/>
                      </a:cubicBezTo>
                      <a:cubicBezTo>
                        <a:pt x="131" y="962"/>
                        <a:pt x="141" y="964"/>
                        <a:pt x="149" y="965"/>
                      </a:cubicBezTo>
                      <a:lnTo>
                        <a:pt x="300" y="1000"/>
                      </a:lnTo>
                      <a:cubicBezTo>
                        <a:pt x="314" y="983"/>
                        <a:pt x="293" y="960"/>
                        <a:pt x="291" y="937"/>
                      </a:cubicBezTo>
                      <a:lnTo>
                        <a:pt x="291" y="937"/>
                      </a:lnTo>
                      <a:cubicBezTo>
                        <a:pt x="291" y="929"/>
                        <a:pt x="293" y="920"/>
                        <a:pt x="298" y="913"/>
                      </a:cubicBezTo>
                      <a:cubicBezTo>
                        <a:pt x="302" y="905"/>
                        <a:pt x="309" y="899"/>
                        <a:pt x="317" y="894"/>
                      </a:cubicBezTo>
                      <a:cubicBezTo>
                        <a:pt x="323" y="891"/>
                        <a:pt x="329" y="888"/>
                        <a:pt x="335" y="887"/>
                      </a:cubicBezTo>
                      <a:lnTo>
                        <a:pt x="335" y="887"/>
                      </a:lnTo>
                      <a:cubicBezTo>
                        <a:pt x="341" y="887"/>
                        <a:pt x="346" y="886"/>
                        <a:pt x="352" y="886"/>
                      </a:cubicBezTo>
                      <a:cubicBezTo>
                        <a:pt x="371" y="886"/>
                        <a:pt x="390" y="890"/>
                        <a:pt x="407" y="897"/>
                      </a:cubicBezTo>
                      <a:cubicBezTo>
                        <a:pt x="411" y="881"/>
                        <a:pt x="400" y="866"/>
                        <a:pt x="392" y="851"/>
                      </a:cubicBezTo>
                      <a:cubicBezTo>
                        <a:pt x="384" y="837"/>
                        <a:pt x="381" y="814"/>
                        <a:pt x="396" y="807"/>
                      </a:cubicBezTo>
                      <a:lnTo>
                        <a:pt x="396" y="807"/>
                      </a:lnTo>
                      <a:cubicBezTo>
                        <a:pt x="400" y="806"/>
                        <a:pt x="404" y="805"/>
                        <a:pt x="408" y="805"/>
                      </a:cubicBezTo>
                      <a:cubicBezTo>
                        <a:pt x="411" y="805"/>
                        <a:pt x="415" y="806"/>
                        <a:pt x="419" y="807"/>
                      </a:cubicBezTo>
                      <a:lnTo>
                        <a:pt x="419" y="807"/>
                      </a:lnTo>
                      <a:cubicBezTo>
                        <a:pt x="466" y="817"/>
                        <a:pt x="513" y="832"/>
                        <a:pt x="557" y="851"/>
                      </a:cubicBezTo>
                      <a:cubicBezTo>
                        <a:pt x="563" y="854"/>
                        <a:pt x="572" y="856"/>
                        <a:pt x="576" y="851"/>
                      </a:cubicBezTo>
                      <a:lnTo>
                        <a:pt x="576" y="851"/>
                      </a:lnTo>
                      <a:cubicBezTo>
                        <a:pt x="577" y="849"/>
                        <a:pt x="578" y="848"/>
                        <a:pt x="578" y="845"/>
                      </a:cubicBezTo>
                      <a:cubicBezTo>
                        <a:pt x="578" y="843"/>
                        <a:pt x="577" y="840"/>
                        <a:pt x="576" y="838"/>
                      </a:cubicBezTo>
                      <a:lnTo>
                        <a:pt x="576" y="838"/>
                      </a:lnTo>
                      <a:cubicBezTo>
                        <a:pt x="554" y="787"/>
                        <a:pt x="535" y="735"/>
                        <a:pt x="519" y="682"/>
                      </a:cubicBezTo>
                      <a:cubicBezTo>
                        <a:pt x="528" y="682"/>
                        <a:pt x="543" y="671"/>
                        <a:pt x="559" y="672"/>
                      </a:cubicBezTo>
                      <a:cubicBezTo>
                        <a:pt x="545" y="655"/>
                        <a:pt x="541" y="626"/>
                        <a:pt x="569" y="617"/>
                      </a:cubicBezTo>
                      <a:cubicBezTo>
                        <a:pt x="596" y="608"/>
                        <a:pt x="618" y="623"/>
                        <a:pt x="639" y="639"/>
                      </a:cubicBezTo>
                      <a:lnTo>
                        <a:pt x="639" y="639"/>
                      </a:lnTo>
                      <a:cubicBezTo>
                        <a:pt x="645" y="595"/>
                        <a:pt x="658" y="552"/>
                        <a:pt x="678" y="513"/>
                      </a:cubicBezTo>
                      <a:lnTo>
                        <a:pt x="678" y="513"/>
                      </a:lnTo>
                      <a:cubicBezTo>
                        <a:pt x="679" y="511"/>
                        <a:pt x="680" y="509"/>
                        <a:pt x="681" y="507"/>
                      </a:cubicBezTo>
                      <a:cubicBezTo>
                        <a:pt x="684" y="501"/>
                        <a:pt x="689" y="496"/>
                        <a:pt x="694" y="492"/>
                      </a:cubicBezTo>
                      <a:cubicBezTo>
                        <a:pt x="713" y="482"/>
                        <a:pt x="735" y="501"/>
                        <a:pt x="742" y="522"/>
                      </a:cubicBezTo>
                      <a:cubicBezTo>
                        <a:pt x="748" y="543"/>
                        <a:pt x="746" y="566"/>
                        <a:pt x="757" y="586"/>
                      </a:cubicBezTo>
                      <a:lnTo>
                        <a:pt x="757" y="586"/>
                      </a:lnTo>
                      <a:cubicBezTo>
                        <a:pt x="766" y="575"/>
                        <a:pt x="777" y="566"/>
                        <a:pt x="789" y="559"/>
                      </a:cubicBezTo>
                      <a:cubicBezTo>
                        <a:pt x="796" y="555"/>
                        <a:pt x="804" y="552"/>
                        <a:pt x="811" y="549"/>
                      </a:cubicBezTo>
                      <a:lnTo>
                        <a:pt x="811" y="549"/>
                      </a:lnTo>
                      <a:cubicBezTo>
                        <a:pt x="816" y="547"/>
                        <a:pt x="821" y="547"/>
                        <a:pt x="826" y="547"/>
                      </a:cubicBezTo>
                      <a:cubicBezTo>
                        <a:pt x="835" y="547"/>
                        <a:pt x="843" y="549"/>
                        <a:pt x="850" y="553"/>
                      </a:cubicBezTo>
                      <a:cubicBezTo>
                        <a:pt x="857" y="557"/>
                        <a:pt x="863" y="563"/>
                        <a:pt x="867" y="570"/>
                      </a:cubicBezTo>
                      <a:cubicBezTo>
                        <a:pt x="868" y="571"/>
                        <a:pt x="868" y="571"/>
                        <a:pt x="868" y="571"/>
                      </a:cubicBezTo>
                      <a:cubicBezTo>
                        <a:pt x="881" y="604"/>
                        <a:pt x="841" y="635"/>
                        <a:pt x="838" y="670"/>
                      </a:cubicBezTo>
                      <a:lnTo>
                        <a:pt x="838" y="670"/>
                      </a:lnTo>
                      <a:cubicBezTo>
                        <a:pt x="840" y="669"/>
                        <a:pt x="842" y="667"/>
                        <a:pt x="844" y="666"/>
                      </a:cubicBezTo>
                      <a:cubicBezTo>
                        <a:pt x="851" y="662"/>
                        <a:pt x="859" y="660"/>
                        <a:pt x="868" y="660"/>
                      </a:cubicBezTo>
                      <a:cubicBezTo>
                        <a:pt x="876" y="660"/>
                        <a:pt x="885" y="662"/>
                        <a:pt x="892" y="666"/>
                      </a:cubicBezTo>
                      <a:cubicBezTo>
                        <a:pt x="899" y="670"/>
                        <a:pt x="904" y="676"/>
                        <a:pt x="909" y="684"/>
                      </a:cubicBezTo>
                      <a:cubicBezTo>
                        <a:pt x="909" y="685"/>
                        <a:pt x="911" y="687"/>
                        <a:pt x="912" y="689"/>
                      </a:cubicBezTo>
                      <a:cubicBezTo>
                        <a:pt x="919" y="709"/>
                        <a:pt x="911" y="735"/>
                        <a:pt x="926" y="750"/>
                      </a:cubicBezTo>
                      <a:cubicBezTo>
                        <a:pt x="940" y="766"/>
                        <a:pt x="967" y="760"/>
                        <a:pt x="989" y="753"/>
                      </a:cubicBezTo>
                      <a:cubicBezTo>
                        <a:pt x="1010" y="747"/>
                        <a:pt x="1040" y="745"/>
                        <a:pt x="1049" y="765"/>
                      </a:cubicBezTo>
                      <a:cubicBezTo>
                        <a:pt x="1046" y="739"/>
                        <a:pt x="1043" y="711"/>
                        <a:pt x="1057" y="688"/>
                      </a:cubicBezTo>
                      <a:cubicBezTo>
                        <a:pt x="1070" y="665"/>
                        <a:pt x="1108" y="656"/>
                        <a:pt x="1123" y="677"/>
                      </a:cubicBezTo>
                      <a:cubicBezTo>
                        <a:pt x="1131" y="689"/>
                        <a:pt x="1140" y="710"/>
                        <a:pt x="1152" y="701"/>
                      </a:cubicBezTo>
                      <a:lnTo>
                        <a:pt x="1152" y="701"/>
                      </a:lnTo>
                      <a:cubicBezTo>
                        <a:pt x="1156" y="687"/>
                        <a:pt x="1162" y="674"/>
                        <a:pt x="1170" y="661"/>
                      </a:cubicBezTo>
                      <a:cubicBezTo>
                        <a:pt x="1178" y="646"/>
                        <a:pt x="1189" y="632"/>
                        <a:pt x="1202" y="619"/>
                      </a:cubicBezTo>
                      <a:lnTo>
                        <a:pt x="1202" y="619"/>
                      </a:lnTo>
                      <a:cubicBezTo>
                        <a:pt x="1205" y="616"/>
                        <a:pt x="1207" y="613"/>
                        <a:pt x="1212" y="611"/>
                      </a:cubicBezTo>
                      <a:cubicBezTo>
                        <a:pt x="1214" y="610"/>
                        <a:pt x="1217" y="608"/>
                        <a:pt x="1219" y="608"/>
                      </a:cubicBezTo>
                      <a:cubicBezTo>
                        <a:pt x="1239" y="602"/>
                        <a:pt x="1257" y="625"/>
                        <a:pt x="1255" y="645"/>
                      </a:cubicBezTo>
                      <a:lnTo>
                        <a:pt x="1255" y="645"/>
                      </a:lnTo>
                      <a:cubicBezTo>
                        <a:pt x="1252" y="655"/>
                        <a:pt x="1248" y="665"/>
                        <a:pt x="1244" y="673"/>
                      </a:cubicBezTo>
                      <a:cubicBezTo>
                        <a:pt x="1238" y="682"/>
                        <a:pt x="1232" y="690"/>
                        <a:pt x="1225" y="697"/>
                      </a:cubicBezTo>
                      <a:lnTo>
                        <a:pt x="1225" y="697"/>
                      </a:lnTo>
                      <a:cubicBezTo>
                        <a:pt x="1225" y="696"/>
                        <a:pt x="1225" y="696"/>
                        <a:pt x="1225" y="696"/>
                      </a:cubicBezTo>
                      <a:cubicBezTo>
                        <a:pt x="1245" y="685"/>
                        <a:pt x="1267" y="676"/>
                        <a:pt x="1289" y="671"/>
                      </a:cubicBezTo>
                      <a:cubicBezTo>
                        <a:pt x="1267" y="779"/>
                        <a:pt x="1327" y="748"/>
                        <a:pt x="1413" y="747"/>
                      </a:cubicBezTo>
                      <a:cubicBezTo>
                        <a:pt x="1518" y="747"/>
                        <a:pt x="1623" y="778"/>
                        <a:pt x="1728" y="761"/>
                      </a:cubicBezTo>
                      <a:cubicBezTo>
                        <a:pt x="1885" y="737"/>
                        <a:pt x="1885" y="625"/>
                        <a:pt x="1760" y="535"/>
                      </a:cubicBezTo>
                      <a:lnTo>
                        <a:pt x="1985" y="650"/>
                      </a:lnTo>
                      <a:lnTo>
                        <a:pt x="1985" y="650"/>
                      </a:lnTo>
                      <a:cubicBezTo>
                        <a:pt x="1970" y="635"/>
                        <a:pt x="1957" y="617"/>
                        <a:pt x="1947" y="599"/>
                      </a:cubicBezTo>
                      <a:cubicBezTo>
                        <a:pt x="1928" y="568"/>
                        <a:pt x="1917" y="534"/>
                        <a:pt x="1912" y="499"/>
                      </a:cubicBezTo>
                      <a:lnTo>
                        <a:pt x="1912" y="499"/>
                      </a:lnTo>
                      <a:cubicBezTo>
                        <a:pt x="1967" y="540"/>
                        <a:pt x="2015" y="590"/>
                        <a:pt x="2055" y="646"/>
                      </a:cubicBezTo>
                      <a:lnTo>
                        <a:pt x="2055" y="646"/>
                      </a:lnTo>
                      <a:cubicBezTo>
                        <a:pt x="2018" y="572"/>
                        <a:pt x="1999" y="491"/>
                        <a:pt x="1999" y="409"/>
                      </a:cubicBezTo>
                      <a:cubicBezTo>
                        <a:pt x="1999" y="369"/>
                        <a:pt x="2004" y="328"/>
                        <a:pt x="2013" y="289"/>
                      </a:cubicBezTo>
                      <a:cubicBezTo>
                        <a:pt x="2018" y="269"/>
                        <a:pt x="2036" y="244"/>
                        <a:pt x="2053" y="255"/>
                      </a:cubicBezTo>
                      <a:lnTo>
                        <a:pt x="2053" y="255"/>
                      </a:lnTo>
                      <a:cubicBezTo>
                        <a:pt x="2056" y="258"/>
                        <a:pt x="2059" y="261"/>
                        <a:pt x="2061" y="265"/>
                      </a:cubicBezTo>
                      <a:cubicBezTo>
                        <a:pt x="2062" y="267"/>
                        <a:pt x="2063" y="269"/>
                        <a:pt x="2064" y="271"/>
                      </a:cubicBezTo>
                      <a:lnTo>
                        <a:pt x="2064" y="271"/>
                      </a:lnTo>
                      <a:cubicBezTo>
                        <a:pt x="2085" y="324"/>
                        <a:pt x="2097" y="381"/>
                        <a:pt x="2099" y="438"/>
                      </a:cubicBezTo>
                      <a:lnTo>
                        <a:pt x="2099" y="438"/>
                      </a:lnTo>
                      <a:lnTo>
                        <a:pt x="2099" y="437"/>
                      </a:lnTo>
                      <a:cubicBezTo>
                        <a:pt x="2099" y="390"/>
                        <a:pt x="2111" y="343"/>
                        <a:pt x="2135" y="302"/>
                      </a:cubicBezTo>
                      <a:cubicBezTo>
                        <a:pt x="2146" y="282"/>
                        <a:pt x="2160" y="264"/>
                        <a:pt x="2175" y="248"/>
                      </a:cubicBezTo>
                      <a:lnTo>
                        <a:pt x="2175" y="248"/>
                      </a:lnTo>
                      <a:cubicBezTo>
                        <a:pt x="2178" y="245"/>
                        <a:pt x="2180" y="242"/>
                        <a:pt x="2184" y="240"/>
                      </a:cubicBezTo>
                      <a:cubicBezTo>
                        <a:pt x="2187" y="238"/>
                        <a:pt x="2192" y="237"/>
                        <a:pt x="2197" y="236"/>
                      </a:cubicBezTo>
                      <a:cubicBezTo>
                        <a:pt x="2216" y="236"/>
                        <a:pt x="2219" y="265"/>
                        <a:pt x="2214" y="284"/>
                      </a:cubicBezTo>
                      <a:lnTo>
                        <a:pt x="2214" y="284"/>
                      </a:lnTo>
                      <a:cubicBezTo>
                        <a:pt x="2199" y="346"/>
                        <a:pt x="2175" y="406"/>
                        <a:pt x="2144" y="462"/>
                      </a:cubicBezTo>
                      <a:lnTo>
                        <a:pt x="2144" y="462"/>
                      </a:lnTo>
                      <a:cubicBezTo>
                        <a:pt x="2151" y="456"/>
                        <a:pt x="2157" y="451"/>
                        <a:pt x="2166" y="446"/>
                      </a:cubicBezTo>
                      <a:cubicBezTo>
                        <a:pt x="2190" y="432"/>
                        <a:pt x="2219" y="425"/>
                        <a:pt x="2247" y="425"/>
                      </a:cubicBezTo>
                      <a:cubicBezTo>
                        <a:pt x="2248" y="425"/>
                        <a:pt x="2249" y="425"/>
                        <a:pt x="2249" y="425"/>
                      </a:cubicBezTo>
                      <a:cubicBezTo>
                        <a:pt x="2228" y="478"/>
                        <a:pt x="2205" y="530"/>
                        <a:pt x="2179" y="580"/>
                      </a:cubicBezTo>
                      <a:lnTo>
                        <a:pt x="2179" y="580"/>
                      </a:lnTo>
                      <a:cubicBezTo>
                        <a:pt x="2188" y="574"/>
                        <a:pt x="2197" y="568"/>
                        <a:pt x="2206" y="563"/>
                      </a:cubicBezTo>
                      <a:cubicBezTo>
                        <a:pt x="2234" y="547"/>
                        <a:pt x="2264" y="535"/>
                        <a:pt x="2296" y="529"/>
                      </a:cubicBezTo>
                      <a:cubicBezTo>
                        <a:pt x="2291" y="562"/>
                        <a:pt x="2287" y="599"/>
                        <a:pt x="2304" y="628"/>
                      </a:cubicBezTo>
                      <a:cubicBezTo>
                        <a:pt x="2320" y="657"/>
                        <a:pt x="2368" y="670"/>
                        <a:pt x="2387" y="642"/>
                      </a:cubicBezTo>
                      <a:cubicBezTo>
                        <a:pt x="2443" y="564"/>
                        <a:pt x="2361" y="381"/>
                        <a:pt x="2328" y="310"/>
                      </a:cubicBezTo>
                      <a:lnTo>
                        <a:pt x="2328" y="310"/>
                      </a:lnTo>
                      <a:cubicBezTo>
                        <a:pt x="2386" y="352"/>
                        <a:pt x="2438" y="404"/>
                        <a:pt x="2480" y="463"/>
                      </a:cubicBezTo>
                      <a:lnTo>
                        <a:pt x="2480" y="463"/>
                      </a:lnTo>
                      <a:cubicBezTo>
                        <a:pt x="2478" y="459"/>
                        <a:pt x="2475" y="455"/>
                        <a:pt x="2473" y="451"/>
                      </a:cubicBezTo>
                      <a:cubicBezTo>
                        <a:pt x="2453" y="417"/>
                        <a:pt x="2443" y="377"/>
                        <a:pt x="2443" y="337"/>
                      </a:cubicBezTo>
                      <a:cubicBezTo>
                        <a:pt x="2443" y="310"/>
                        <a:pt x="2447" y="283"/>
                        <a:pt x="2457" y="257"/>
                      </a:cubicBezTo>
                      <a:lnTo>
                        <a:pt x="2457" y="257"/>
                      </a:lnTo>
                      <a:cubicBezTo>
                        <a:pt x="2491" y="293"/>
                        <a:pt x="2521" y="332"/>
                        <a:pt x="2546" y="374"/>
                      </a:cubicBezTo>
                      <a:cubicBezTo>
                        <a:pt x="2555" y="390"/>
                        <a:pt x="2563" y="406"/>
                        <a:pt x="2571" y="422"/>
                      </a:cubicBezTo>
                      <a:lnTo>
                        <a:pt x="2571" y="422"/>
                      </a:lnTo>
                      <a:cubicBezTo>
                        <a:pt x="2570" y="417"/>
                        <a:pt x="2570" y="411"/>
                        <a:pt x="2570" y="405"/>
                      </a:cubicBezTo>
                      <a:cubicBezTo>
                        <a:pt x="2570" y="346"/>
                        <a:pt x="2586" y="289"/>
                        <a:pt x="2615" y="238"/>
                      </a:cubicBezTo>
                      <a:cubicBezTo>
                        <a:pt x="2616" y="235"/>
                        <a:pt x="2618" y="233"/>
                        <a:pt x="2619" y="231"/>
                      </a:cubicBezTo>
                      <a:cubicBezTo>
                        <a:pt x="2633" y="208"/>
                        <a:pt x="2662" y="185"/>
                        <a:pt x="2682" y="202"/>
                      </a:cubicBezTo>
                      <a:lnTo>
                        <a:pt x="2682" y="202"/>
                      </a:lnTo>
                      <a:cubicBezTo>
                        <a:pt x="2685" y="205"/>
                        <a:pt x="2687" y="208"/>
                        <a:pt x="2690" y="212"/>
                      </a:cubicBezTo>
                      <a:cubicBezTo>
                        <a:pt x="2693" y="219"/>
                        <a:pt x="2696" y="226"/>
                        <a:pt x="2697" y="234"/>
                      </a:cubicBezTo>
                      <a:lnTo>
                        <a:pt x="2719" y="356"/>
                      </a:lnTo>
                      <a:lnTo>
                        <a:pt x="2719" y="356"/>
                      </a:lnTo>
                      <a:cubicBezTo>
                        <a:pt x="2720" y="313"/>
                        <a:pt x="2732" y="270"/>
                        <a:pt x="2754" y="232"/>
                      </a:cubicBezTo>
                      <a:cubicBezTo>
                        <a:pt x="2777" y="192"/>
                        <a:pt x="2811" y="159"/>
                        <a:pt x="2851" y="136"/>
                      </a:cubicBezTo>
                      <a:cubicBezTo>
                        <a:pt x="2870" y="125"/>
                        <a:pt x="2890" y="116"/>
                        <a:pt x="2911" y="110"/>
                      </a:cubicBezTo>
                      <a:lnTo>
                        <a:pt x="2911" y="110"/>
                      </a:lnTo>
                      <a:cubicBezTo>
                        <a:pt x="2913" y="121"/>
                        <a:pt x="2914" y="132"/>
                        <a:pt x="2914" y="143"/>
                      </a:cubicBezTo>
                      <a:cubicBezTo>
                        <a:pt x="2914" y="172"/>
                        <a:pt x="2906" y="200"/>
                        <a:pt x="2892" y="224"/>
                      </a:cubicBezTo>
                      <a:cubicBezTo>
                        <a:pt x="2886" y="233"/>
                        <a:pt x="2881" y="242"/>
                        <a:pt x="2874" y="250"/>
                      </a:cubicBezTo>
                      <a:lnTo>
                        <a:pt x="2874" y="250"/>
                      </a:lnTo>
                      <a:cubicBezTo>
                        <a:pt x="2891" y="231"/>
                        <a:pt x="2911" y="214"/>
                        <a:pt x="2934" y="201"/>
                      </a:cubicBezTo>
                      <a:cubicBezTo>
                        <a:pt x="2946" y="194"/>
                        <a:pt x="2958" y="188"/>
                        <a:pt x="2970" y="184"/>
                      </a:cubicBezTo>
                      <a:lnTo>
                        <a:pt x="2970" y="184"/>
                      </a:lnTo>
                      <a:cubicBezTo>
                        <a:pt x="2975" y="181"/>
                        <a:pt x="2981" y="180"/>
                        <a:pt x="2986" y="180"/>
                      </a:cubicBezTo>
                      <a:cubicBezTo>
                        <a:pt x="2989" y="180"/>
                        <a:pt x="2993" y="180"/>
                        <a:pt x="2996" y="181"/>
                      </a:cubicBezTo>
                      <a:cubicBezTo>
                        <a:pt x="3015" y="189"/>
                        <a:pt x="3011" y="218"/>
                        <a:pt x="3003" y="237"/>
                      </a:cubicBezTo>
                      <a:lnTo>
                        <a:pt x="2951" y="358"/>
                      </a:lnTo>
                      <a:cubicBezTo>
                        <a:pt x="2964" y="323"/>
                        <a:pt x="3023" y="348"/>
                        <a:pt x="3028" y="384"/>
                      </a:cubicBezTo>
                      <a:cubicBezTo>
                        <a:pt x="3033" y="421"/>
                        <a:pt x="3011" y="454"/>
                        <a:pt x="2999" y="489"/>
                      </a:cubicBezTo>
                      <a:cubicBezTo>
                        <a:pt x="2987" y="524"/>
                        <a:pt x="2998" y="574"/>
                        <a:pt x="3034" y="579"/>
                      </a:cubicBezTo>
                      <a:cubicBezTo>
                        <a:pt x="3057" y="582"/>
                        <a:pt x="3080" y="565"/>
                        <a:pt x="3102" y="572"/>
                      </a:cubicBezTo>
                      <a:cubicBezTo>
                        <a:pt x="3128" y="580"/>
                        <a:pt x="3139" y="621"/>
                        <a:pt x="3167" y="621"/>
                      </a:cubicBezTo>
                      <a:cubicBezTo>
                        <a:pt x="3191" y="621"/>
                        <a:pt x="3203" y="591"/>
                        <a:pt x="3207" y="567"/>
                      </a:cubicBezTo>
                      <a:lnTo>
                        <a:pt x="3207" y="567"/>
                      </a:lnTo>
                      <a:cubicBezTo>
                        <a:pt x="3214" y="519"/>
                        <a:pt x="3218" y="471"/>
                        <a:pt x="3218" y="422"/>
                      </a:cubicBezTo>
                      <a:cubicBezTo>
                        <a:pt x="3218" y="374"/>
                        <a:pt x="3214" y="325"/>
                        <a:pt x="3207" y="277"/>
                      </a:cubicBezTo>
                      <a:lnTo>
                        <a:pt x="3275" y="429"/>
                      </a:lnTo>
                      <a:lnTo>
                        <a:pt x="3275" y="429"/>
                      </a:lnTo>
                      <a:cubicBezTo>
                        <a:pt x="3263" y="382"/>
                        <a:pt x="3257" y="333"/>
                        <a:pt x="3257" y="283"/>
                      </a:cubicBezTo>
                      <a:cubicBezTo>
                        <a:pt x="3257" y="233"/>
                        <a:pt x="3263" y="182"/>
                        <a:pt x="3276" y="133"/>
                      </a:cubicBezTo>
                      <a:lnTo>
                        <a:pt x="3276" y="133"/>
                      </a:lnTo>
                      <a:cubicBezTo>
                        <a:pt x="3277" y="124"/>
                        <a:pt x="3280" y="115"/>
                        <a:pt x="3285" y="107"/>
                      </a:cubicBezTo>
                      <a:cubicBezTo>
                        <a:pt x="3288" y="101"/>
                        <a:pt x="3293" y="96"/>
                        <a:pt x="3298" y="91"/>
                      </a:cubicBezTo>
                      <a:cubicBezTo>
                        <a:pt x="3331" y="65"/>
                        <a:pt x="3379" y="107"/>
                        <a:pt x="3384" y="149"/>
                      </a:cubicBezTo>
                      <a:cubicBezTo>
                        <a:pt x="3388" y="191"/>
                        <a:pt x="3371" y="233"/>
                        <a:pt x="3377" y="275"/>
                      </a:cubicBezTo>
                      <a:cubicBezTo>
                        <a:pt x="3401" y="233"/>
                        <a:pt x="3426" y="189"/>
                        <a:pt x="3465" y="161"/>
                      </a:cubicBezTo>
                      <a:cubicBezTo>
                        <a:pt x="3504" y="133"/>
                        <a:pt x="3563" y="125"/>
                        <a:pt x="3600" y="156"/>
                      </a:cubicBezTo>
                      <a:cubicBezTo>
                        <a:pt x="3637" y="187"/>
                        <a:pt x="3629" y="261"/>
                        <a:pt x="3582" y="272"/>
                      </a:cubicBezTo>
                      <a:lnTo>
                        <a:pt x="3582" y="272"/>
                      </a:lnTo>
                      <a:cubicBezTo>
                        <a:pt x="3601" y="256"/>
                        <a:pt x="3621" y="242"/>
                        <a:pt x="3643" y="229"/>
                      </a:cubicBezTo>
                      <a:cubicBezTo>
                        <a:pt x="3663" y="218"/>
                        <a:pt x="3683" y="208"/>
                        <a:pt x="3705" y="200"/>
                      </a:cubicBezTo>
                      <a:lnTo>
                        <a:pt x="3705" y="200"/>
                      </a:lnTo>
                      <a:cubicBezTo>
                        <a:pt x="3717" y="195"/>
                        <a:pt x="3729" y="192"/>
                        <a:pt x="3742" y="192"/>
                      </a:cubicBezTo>
                      <a:cubicBezTo>
                        <a:pt x="3749" y="192"/>
                        <a:pt x="3756" y="193"/>
                        <a:pt x="3763" y="195"/>
                      </a:cubicBezTo>
                      <a:cubicBezTo>
                        <a:pt x="3809" y="210"/>
                        <a:pt x="3807" y="280"/>
                        <a:pt x="3779" y="320"/>
                      </a:cubicBezTo>
                      <a:cubicBezTo>
                        <a:pt x="3750" y="360"/>
                        <a:pt x="3706" y="390"/>
                        <a:pt x="3692" y="437"/>
                      </a:cubicBezTo>
                      <a:lnTo>
                        <a:pt x="3784" y="409"/>
                      </a:lnTo>
                      <a:cubicBezTo>
                        <a:pt x="3789" y="462"/>
                        <a:pt x="3753" y="508"/>
                        <a:pt x="3731" y="556"/>
                      </a:cubicBezTo>
                      <a:cubicBezTo>
                        <a:pt x="3708" y="604"/>
                        <a:pt x="3709" y="674"/>
                        <a:pt x="3758" y="694"/>
                      </a:cubicBezTo>
                      <a:lnTo>
                        <a:pt x="3758" y="694"/>
                      </a:lnTo>
                      <a:cubicBezTo>
                        <a:pt x="3787" y="618"/>
                        <a:pt x="3822" y="545"/>
                        <a:pt x="3862" y="474"/>
                      </a:cubicBezTo>
                      <a:cubicBezTo>
                        <a:pt x="3869" y="462"/>
                        <a:pt x="3876" y="450"/>
                        <a:pt x="3884" y="438"/>
                      </a:cubicBezTo>
                      <a:lnTo>
                        <a:pt x="3884" y="438"/>
                      </a:lnTo>
                      <a:cubicBezTo>
                        <a:pt x="3907" y="496"/>
                        <a:pt x="3921" y="557"/>
                        <a:pt x="3926" y="620"/>
                      </a:cubicBezTo>
                      <a:lnTo>
                        <a:pt x="3926" y="620"/>
                      </a:lnTo>
                      <a:cubicBezTo>
                        <a:pt x="3932" y="605"/>
                        <a:pt x="3940" y="591"/>
                        <a:pt x="3947" y="578"/>
                      </a:cubicBezTo>
                      <a:cubicBezTo>
                        <a:pt x="3972" y="537"/>
                        <a:pt x="4001" y="500"/>
                        <a:pt x="4036" y="469"/>
                      </a:cubicBezTo>
                      <a:lnTo>
                        <a:pt x="4036" y="469"/>
                      </a:lnTo>
                      <a:cubicBezTo>
                        <a:pt x="4042" y="462"/>
                        <a:pt x="4049" y="458"/>
                        <a:pt x="4056" y="453"/>
                      </a:cubicBezTo>
                      <a:cubicBezTo>
                        <a:pt x="4065" y="449"/>
                        <a:pt x="4072" y="445"/>
                        <a:pt x="4081" y="443"/>
                      </a:cubicBezTo>
                      <a:cubicBezTo>
                        <a:pt x="4124" y="436"/>
                        <a:pt x="4155" y="492"/>
                        <a:pt x="4143" y="534"/>
                      </a:cubicBezTo>
                      <a:cubicBezTo>
                        <a:pt x="4131" y="576"/>
                        <a:pt x="4094" y="604"/>
                        <a:pt x="4058" y="631"/>
                      </a:cubicBezTo>
                      <a:lnTo>
                        <a:pt x="4058" y="631"/>
                      </a:lnTo>
                      <a:cubicBezTo>
                        <a:pt x="4068" y="625"/>
                        <a:pt x="4079" y="623"/>
                        <a:pt x="4090" y="623"/>
                      </a:cubicBezTo>
                      <a:cubicBezTo>
                        <a:pt x="4102" y="623"/>
                        <a:pt x="4113" y="625"/>
                        <a:pt x="4123" y="631"/>
                      </a:cubicBezTo>
                      <a:cubicBezTo>
                        <a:pt x="4099" y="731"/>
                        <a:pt x="4019" y="823"/>
                        <a:pt x="3937" y="883"/>
                      </a:cubicBezTo>
                      <a:lnTo>
                        <a:pt x="3937" y="883"/>
                      </a:lnTo>
                      <a:cubicBezTo>
                        <a:pt x="3960" y="879"/>
                        <a:pt x="3983" y="877"/>
                        <a:pt x="4007" y="877"/>
                      </a:cubicBezTo>
                      <a:cubicBezTo>
                        <a:pt x="4054" y="877"/>
                        <a:pt x="4102" y="885"/>
                        <a:pt x="4146" y="903"/>
                      </a:cubicBezTo>
                      <a:lnTo>
                        <a:pt x="4146" y="903"/>
                      </a:lnTo>
                      <a:cubicBezTo>
                        <a:pt x="4107" y="950"/>
                        <a:pt x="4061" y="991"/>
                        <a:pt x="4009" y="1024"/>
                      </a:cubicBezTo>
                      <a:lnTo>
                        <a:pt x="4009" y="1024"/>
                      </a:lnTo>
                      <a:cubicBezTo>
                        <a:pt x="4014" y="1029"/>
                        <a:pt x="4021" y="1034"/>
                        <a:pt x="4026" y="1037"/>
                      </a:cubicBezTo>
                      <a:cubicBezTo>
                        <a:pt x="4037" y="1043"/>
                        <a:pt x="4047" y="1046"/>
                        <a:pt x="4059" y="1046"/>
                      </a:cubicBezTo>
                      <a:cubicBezTo>
                        <a:pt x="4066" y="1046"/>
                        <a:pt x="4074" y="1045"/>
                        <a:pt x="4081" y="1042"/>
                      </a:cubicBezTo>
                      <a:lnTo>
                        <a:pt x="4081" y="1042"/>
                      </a:lnTo>
                      <a:cubicBezTo>
                        <a:pt x="4094" y="1037"/>
                        <a:pt x="4107" y="1031"/>
                        <a:pt x="4119" y="1024"/>
                      </a:cubicBezTo>
                      <a:cubicBezTo>
                        <a:pt x="4130" y="1018"/>
                        <a:pt x="4140" y="1011"/>
                        <a:pt x="4150" y="1003"/>
                      </a:cubicBezTo>
                      <a:lnTo>
                        <a:pt x="4150" y="1003"/>
                      </a:lnTo>
                      <a:cubicBezTo>
                        <a:pt x="4156" y="999"/>
                        <a:pt x="4164" y="995"/>
                        <a:pt x="4170" y="991"/>
                      </a:cubicBezTo>
                      <a:cubicBezTo>
                        <a:pt x="4207" y="970"/>
                        <a:pt x="4245" y="955"/>
                        <a:pt x="4286" y="945"/>
                      </a:cubicBezTo>
                      <a:lnTo>
                        <a:pt x="4286" y="945"/>
                      </a:lnTo>
                      <a:cubicBezTo>
                        <a:pt x="4300" y="940"/>
                        <a:pt x="4314" y="938"/>
                        <a:pt x="4329" y="938"/>
                      </a:cubicBezTo>
                      <a:cubicBezTo>
                        <a:pt x="4344" y="938"/>
                        <a:pt x="4360" y="941"/>
                        <a:pt x="4375" y="946"/>
                      </a:cubicBezTo>
                      <a:cubicBezTo>
                        <a:pt x="4403" y="958"/>
                        <a:pt x="4423" y="991"/>
                        <a:pt x="4413" y="1019"/>
                      </a:cubicBezTo>
                      <a:cubicBezTo>
                        <a:pt x="4480" y="954"/>
                        <a:pt x="4611" y="979"/>
                        <a:pt x="4648" y="1066"/>
                      </a:cubicBezTo>
                      <a:cubicBezTo>
                        <a:pt x="4652" y="1032"/>
                        <a:pt x="4694" y="1015"/>
                        <a:pt x="4726" y="1022"/>
                      </a:cubicBezTo>
                      <a:cubicBezTo>
                        <a:pt x="4759" y="1029"/>
                        <a:pt x="4784" y="1054"/>
                        <a:pt x="4808" y="1077"/>
                      </a:cubicBezTo>
                      <a:lnTo>
                        <a:pt x="4777" y="840"/>
                      </a:lnTo>
                      <a:lnTo>
                        <a:pt x="4777" y="840"/>
                      </a:lnTo>
                      <a:cubicBezTo>
                        <a:pt x="4795" y="841"/>
                        <a:pt x="4812" y="847"/>
                        <a:pt x="4828" y="856"/>
                      </a:cubicBezTo>
                      <a:cubicBezTo>
                        <a:pt x="4842" y="864"/>
                        <a:pt x="4855" y="875"/>
                        <a:pt x="4865" y="888"/>
                      </a:cubicBezTo>
                      <a:cubicBezTo>
                        <a:pt x="4871" y="813"/>
                        <a:pt x="4885" y="734"/>
                        <a:pt x="4970" y="723"/>
                      </a:cubicBezTo>
                      <a:cubicBezTo>
                        <a:pt x="4987" y="720"/>
                        <a:pt x="5208" y="746"/>
                        <a:pt x="5205" y="739"/>
                      </a:cubicBezTo>
                      <a:lnTo>
                        <a:pt x="5134" y="574"/>
                      </a:lnTo>
                      <a:lnTo>
                        <a:pt x="5266" y="629"/>
                      </a:lnTo>
                      <a:lnTo>
                        <a:pt x="5196" y="411"/>
                      </a:lnTo>
                      <a:lnTo>
                        <a:pt x="5196" y="411"/>
                      </a:lnTo>
                      <a:cubicBezTo>
                        <a:pt x="5197" y="412"/>
                        <a:pt x="5198" y="413"/>
                        <a:pt x="5200" y="413"/>
                      </a:cubicBezTo>
                      <a:cubicBezTo>
                        <a:pt x="5223" y="427"/>
                        <a:pt x="5249" y="434"/>
                        <a:pt x="5275" y="434"/>
                      </a:cubicBezTo>
                      <a:cubicBezTo>
                        <a:pt x="5277" y="434"/>
                        <a:pt x="5279" y="434"/>
                        <a:pt x="5281" y="434"/>
                      </a:cubicBezTo>
                      <a:lnTo>
                        <a:pt x="5281" y="434"/>
                      </a:lnTo>
                      <a:cubicBezTo>
                        <a:pt x="5257" y="375"/>
                        <a:pt x="5246" y="312"/>
                        <a:pt x="5246" y="249"/>
                      </a:cubicBezTo>
                      <a:cubicBezTo>
                        <a:pt x="5246" y="229"/>
                        <a:pt x="5247" y="208"/>
                        <a:pt x="5249" y="187"/>
                      </a:cubicBezTo>
                      <a:lnTo>
                        <a:pt x="5249" y="187"/>
                      </a:lnTo>
                      <a:cubicBezTo>
                        <a:pt x="5261" y="190"/>
                        <a:pt x="5272" y="195"/>
                        <a:pt x="5283" y="201"/>
                      </a:cubicBezTo>
                      <a:cubicBezTo>
                        <a:pt x="5301" y="211"/>
                        <a:pt x="5318" y="227"/>
                        <a:pt x="5328" y="245"/>
                      </a:cubicBezTo>
                      <a:cubicBezTo>
                        <a:pt x="5332" y="252"/>
                        <a:pt x="5334" y="259"/>
                        <a:pt x="5337" y="266"/>
                      </a:cubicBezTo>
                      <a:cubicBezTo>
                        <a:pt x="5312" y="228"/>
                        <a:pt x="5393" y="195"/>
                        <a:pt x="5418" y="233"/>
                      </a:cubicBezTo>
                      <a:cubicBezTo>
                        <a:pt x="5444" y="271"/>
                        <a:pt x="5420" y="322"/>
                        <a:pt x="5391" y="358"/>
                      </a:cubicBezTo>
                      <a:cubicBezTo>
                        <a:pt x="5406" y="308"/>
                        <a:pt x="5493" y="324"/>
                        <a:pt x="5507" y="373"/>
                      </a:cubicBezTo>
                      <a:cubicBezTo>
                        <a:pt x="5522" y="423"/>
                        <a:pt x="5486" y="474"/>
                        <a:pt x="5442" y="504"/>
                      </a:cubicBezTo>
                      <a:lnTo>
                        <a:pt x="5442" y="504"/>
                      </a:lnTo>
                      <a:cubicBezTo>
                        <a:pt x="5449" y="494"/>
                        <a:pt x="5459" y="487"/>
                        <a:pt x="5469" y="480"/>
                      </a:cubicBezTo>
                      <a:cubicBezTo>
                        <a:pt x="5483" y="473"/>
                        <a:pt x="5496" y="468"/>
                        <a:pt x="5511" y="468"/>
                      </a:cubicBezTo>
                      <a:cubicBezTo>
                        <a:pt x="5526" y="468"/>
                        <a:pt x="5540" y="473"/>
                        <a:pt x="5553" y="480"/>
                      </a:cubicBezTo>
                      <a:cubicBezTo>
                        <a:pt x="5566" y="488"/>
                        <a:pt x="5577" y="497"/>
                        <a:pt x="5584" y="510"/>
                      </a:cubicBezTo>
                      <a:cubicBezTo>
                        <a:pt x="5592" y="523"/>
                        <a:pt x="5595" y="537"/>
                        <a:pt x="5595" y="552"/>
                      </a:cubicBezTo>
                      <a:cubicBezTo>
                        <a:pt x="5595" y="567"/>
                        <a:pt x="5592" y="581"/>
                        <a:pt x="5584" y="594"/>
                      </a:cubicBezTo>
                      <a:cubicBezTo>
                        <a:pt x="5581" y="601"/>
                        <a:pt x="5575" y="607"/>
                        <a:pt x="5569" y="612"/>
                      </a:cubicBezTo>
                      <a:lnTo>
                        <a:pt x="5569" y="612"/>
                      </a:lnTo>
                      <a:cubicBezTo>
                        <a:pt x="5576" y="612"/>
                        <a:pt x="5582" y="611"/>
                        <a:pt x="5589" y="611"/>
                      </a:cubicBezTo>
                      <a:cubicBezTo>
                        <a:pt x="5621" y="611"/>
                        <a:pt x="5653" y="620"/>
                        <a:pt x="5681" y="636"/>
                      </a:cubicBezTo>
                      <a:cubicBezTo>
                        <a:pt x="5707" y="651"/>
                        <a:pt x="5730" y="673"/>
                        <a:pt x="5746" y="698"/>
                      </a:cubicBezTo>
                      <a:lnTo>
                        <a:pt x="5746" y="698"/>
                      </a:lnTo>
                      <a:cubicBezTo>
                        <a:pt x="5759" y="673"/>
                        <a:pt x="5766" y="645"/>
                        <a:pt x="5766" y="617"/>
                      </a:cubicBezTo>
                      <a:cubicBezTo>
                        <a:pt x="5766" y="597"/>
                        <a:pt x="5763" y="578"/>
                        <a:pt x="5756" y="559"/>
                      </a:cubicBezTo>
                      <a:lnTo>
                        <a:pt x="5756" y="559"/>
                      </a:lnTo>
                      <a:cubicBezTo>
                        <a:pt x="5763" y="563"/>
                        <a:pt x="5770" y="566"/>
                        <a:pt x="5775" y="569"/>
                      </a:cubicBezTo>
                      <a:cubicBezTo>
                        <a:pt x="5810" y="589"/>
                        <a:pt x="5839" y="614"/>
                        <a:pt x="5866" y="644"/>
                      </a:cubicBezTo>
                      <a:lnTo>
                        <a:pt x="5866" y="644"/>
                      </a:lnTo>
                      <a:cubicBezTo>
                        <a:pt x="5865" y="638"/>
                        <a:pt x="5865" y="632"/>
                        <a:pt x="5865" y="626"/>
                      </a:cubicBezTo>
                      <a:cubicBezTo>
                        <a:pt x="5865" y="595"/>
                        <a:pt x="5871" y="565"/>
                        <a:pt x="5883" y="537"/>
                      </a:cubicBezTo>
                      <a:lnTo>
                        <a:pt x="5942" y="616"/>
                      </a:lnTo>
                      <a:lnTo>
                        <a:pt x="5942" y="616"/>
                      </a:lnTo>
                      <a:cubicBezTo>
                        <a:pt x="5939" y="593"/>
                        <a:pt x="5937" y="571"/>
                        <a:pt x="5937" y="548"/>
                      </a:cubicBezTo>
                      <a:cubicBezTo>
                        <a:pt x="5937" y="466"/>
                        <a:pt x="5959" y="386"/>
                        <a:pt x="6000" y="315"/>
                      </a:cubicBezTo>
                      <a:cubicBezTo>
                        <a:pt x="6018" y="284"/>
                        <a:pt x="6040" y="254"/>
                        <a:pt x="6065" y="228"/>
                      </a:cubicBezTo>
                      <a:lnTo>
                        <a:pt x="6065" y="228"/>
                      </a:lnTo>
                      <a:cubicBezTo>
                        <a:pt x="6069" y="234"/>
                        <a:pt x="6073" y="240"/>
                        <a:pt x="6076" y="246"/>
                      </a:cubicBezTo>
                      <a:cubicBezTo>
                        <a:pt x="6096" y="279"/>
                        <a:pt x="6107" y="318"/>
                        <a:pt x="6108" y="357"/>
                      </a:cubicBezTo>
                      <a:lnTo>
                        <a:pt x="6108" y="357"/>
                      </a:lnTo>
                      <a:cubicBezTo>
                        <a:pt x="6108" y="286"/>
                        <a:pt x="6127" y="216"/>
                        <a:pt x="6162" y="154"/>
                      </a:cubicBezTo>
                      <a:cubicBezTo>
                        <a:pt x="6198" y="92"/>
                        <a:pt x="6249" y="41"/>
                        <a:pt x="6311" y="5"/>
                      </a:cubicBezTo>
                      <a:cubicBezTo>
                        <a:pt x="6314" y="4"/>
                        <a:pt x="6318" y="2"/>
                        <a:pt x="6321" y="0"/>
                      </a:cubicBezTo>
                      <a:lnTo>
                        <a:pt x="6321" y="0"/>
                      </a:lnTo>
                      <a:cubicBezTo>
                        <a:pt x="6324" y="14"/>
                        <a:pt x="6325" y="28"/>
                        <a:pt x="6325" y="42"/>
                      </a:cubicBezTo>
                      <a:cubicBezTo>
                        <a:pt x="6325" y="75"/>
                        <a:pt x="6318" y="107"/>
                        <a:pt x="6303" y="137"/>
                      </a:cubicBezTo>
                      <a:cubicBezTo>
                        <a:pt x="6303" y="72"/>
                        <a:pt x="6411" y="46"/>
                        <a:pt x="6444" y="102"/>
                      </a:cubicBezTo>
                      <a:cubicBezTo>
                        <a:pt x="6478" y="159"/>
                        <a:pt x="6414" y="238"/>
                        <a:pt x="6351" y="222"/>
                      </a:cubicBezTo>
                      <a:cubicBezTo>
                        <a:pt x="6393" y="235"/>
                        <a:pt x="6434" y="249"/>
                        <a:pt x="6475" y="264"/>
                      </a:cubicBezTo>
                      <a:lnTo>
                        <a:pt x="6475" y="264"/>
                      </a:lnTo>
                      <a:cubicBezTo>
                        <a:pt x="6442" y="317"/>
                        <a:pt x="6398" y="363"/>
                        <a:pt x="6347" y="398"/>
                      </a:cubicBezTo>
                      <a:lnTo>
                        <a:pt x="6505" y="387"/>
                      </a:lnTo>
                      <a:lnTo>
                        <a:pt x="6471" y="524"/>
                      </a:lnTo>
                      <a:cubicBezTo>
                        <a:pt x="6474" y="557"/>
                        <a:pt x="6524" y="564"/>
                        <a:pt x="6548" y="541"/>
                      </a:cubicBezTo>
                      <a:cubicBezTo>
                        <a:pt x="6573" y="519"/>
                        <a:pt x="6575" y="482"/>
                        <a:pt x="6577" y="450"/>
                      </a:cubicBezTo>
                      <a:lnTo>
                        <a:pt x="6642" y="558"/>
                      </a:lnTo>
                      <a:lnTo>
                        <a:pt x="6666" y="485"/>
                      </a:lnTo>
                      <a:lnTo>
                        <a:pt x="6666" y="485"/>
                      </a:lnTo>
                      <a:cubicBezTo>
                        <a:pt x="6681" y="497"/>
                        <a:pt x="6693" y="511"/>
                        <a:pt x="6702" y="527"/>
                      </a:cubicBezTo>
                      <a:cubicBezTo>
                        <a:pt x="6716" y="550"/>
                        <a:pt x="6723" y="576"/>
                        <a:pt x="6723" y="603"/>
                      </a:cubicBezTo>
                      <a:lnTo>
                        <a:pt x="6723" y="604"/>
                      </a:lnTo>
                      <a:cubicBezTo>
                        <a:pt x="6748" y="517"/>
                        <a:pt x="6838" y="590"/>
                        <a:pt x="6851" y="649"/>
                      </a:cubicBezTo>
                      <a:lnTo>
                        <a:pt x="6851" y="649"/>
                      </a:lnTo>
                      <a:cubicBezTo>
                        <a:pt x="6852" y="656"/>
                        <a:pt x="6853" y="664"/>
                        <a:pt x="6853" y="671"/>
                      </a:cubicBezTo>
                      <a:cubicBezTo>
                        <a:pt x="6853" y="692"/>
                        <a:pt x="6848" y="712"/>
                        <a:pt x="6837" y="730"/>
                      </a:cubicBezTo>
                      <a:cubicBezTo>
                        <a:pt x="6827" y="748"/>
                        <a:pt x="6811" y="763"/>
                        <a:pt x="6794" y="773"/>
                      </a:cubicBezTo>
                      <a:cubicBezTo>
                        <a:pt x="6791" y="775"/>
                        <a:pt x="6789" y="776"/>
                        <a:pt x="6786" y="777"/>
                      </a:cubicBezTo>
                      <a:lnTo>
                        <a:pt x="6786" y="777"/>
                      </a:lnTo>
                      <a:cubicBezTo>
                        <a:pt x="6789" y="777"/>
                        <a:pt x="6791" y="777"/>
                        <a:pt x="6794" y="777"/>
                      </a:cubicBezTo>
                      <a:cubicBezTo>
                        <a:pt x="6807" y="777"/>
                        <a:pt x="6821" y="782"/>
                        <a:pt x="6833" y="788"/>
                      </a:cubicBezTo>
                      <a:cubicBezTo>
                        <a:pt x="6845" y="795"/>
                        <a:pt x="6854" y="804"/>
                        <a:pt x="6861" y="816"/>
                      </a:cubicBezTo>
                      <a:cubicBezTo>
                        <a:pt x="6868" y="828"/>
                        <a:pt x="6872" y="842"/>
                        <a:pt x="6872" y="855"/>
                      </a:cubicBezTo>
                      <a:cubicBezTo>
                        <a:pt x="6872" y="869"/>
                        <a:pt x="6868" y="883"/>
                        <a:pt x="6861" y="894"/>
                      </a:cubicBezTo>
                      <a:cubicBezTo>
                        <a:pt x="6854" y="906"/>
                        <a:pt x="6846" y="916"/>
                        <a:pt x="6833" y="923"/>
                      </a:cubicBezTo>
                      <a:cubicBezTo>
                        <a:pt x="6828" y="926"/>
                        <a:pt x="6822" y="929"/>
                        <a:pt x="6816" y="930"/>
                      </a:cubicBezTo>
                      <a:cubicBezTo>
                        <a:pt x="6841" y="946"/>
                        <a:pt x="6844" y="983"/>
                        <a:pt x="6831" y="1009"/>
                      </a:cubicBezTo>
                      <a:lnTo>
                        <a:pt x="6831" y="1009"/>
                      </a:lnTo>
                      <a:cubicBezTo>
                        <a:pt x="6816" y="1034"/>
                        <a:pt x="6794" y="1055"/>
                        <a:pt x="6769" y="1070"/>
                      </a:cubicBezTo>
                      <a:lnTo>
                        <a:pt x="6769" y="1070"/>
                      </a:lnTo>
                      <a:cubicBezTo>
                        <a:pt x="6777" y="1068"/>
                        <a:pt x="6786" y="1067"/>
                        <a:pt x="6794" y="1067"/>
                      </a:cubicBezTo>
                      <a:cubicBezTo>
                        <a:pt x="6815" y="1067"/>
                        <a:pt x="6835" y="1073"/>
                        <a:pt x="6853" y="1083"/>
                      </a:cubicBezTo>
                      <a:cubicBezTo>
                        <a:pt x="6871" y="1093"/>
                        <a:pt x="6886" y="1108"/>
                        <a:pt x="6896" y="1126"/>
                      </a:cubicBezTo>
                      <a:cubicBezTo>
                        <a:pt x="6902" y="1137"/>
                        <a:pt x="6906" y="1148"/>
                        <a:pt x="6909" y="1160"/>
                      </a:cubicBezTo>
                      <a:lnTo>
                        <a:pt x="6909" y="1160"/>
                      </a:lnTo>
                      <a:cubicBezTo>
                        <a:pt x="6917" y="1153"/>
                        <a:pt x="6925" y="1147"/>
                        <a:pt x="6934" y="1142"/>
                      </a:cubicBezTo>
                      <a:cubicBezTo>
                        <a:pt x="6955" y="1130"/>
                        <a:pt x="6979" y="1123"/>
                        <a:pt x="7003" y="1123"/>
                      </a:cubicBezTo>
                      <a:cubicBezTo>
                        <a:pt x="7027" y="1123"/>
                        <a:pt x="7051" y="1130"/>
                        <a:pt x="7072" y="1142"/>
                      </a:cubicBezTo>
                      <a:cubicBezTo>
                        <a:pt x="7074" y="1143"/>
                        <a:pt x="7076" y="1144"/>
                        <a:pt x="7078" y="1146"/>
                      </a:cubicBezTo>
                      <a:lnTo>
                        <a:pt x="7108" y="1032"/>
                      </a:lnTo>
                      <a:lnTo>
                        <a:pt x="7236" y="1067"/>
                      </a:lnTo>
                      <a:lnTo>
                        <a:pt x="7236" y="1067"/>
                      </a:lnTo>
                      <a:cubicBezTo>
                        <a:pt x="7231" y="1045"/>
                        <a:pt x="7229" y="1023"/>
                        <a:pt x="7229" y="1000"/>
                      </a:cubicBezTo>
                      <a:cubicBezTo>
                        <a:pt x="7229" y="974"/>
                        <a:pt x="7232" y="948"/>
                        <a:pt x="7238" y="923"/>
                      </a:cubicBezTo>
                      <a:lnTo>
                        <a:pt x="7293" y="985"/>
                      </a:lnTo>
                      <a:lnTo>
                        <a:pt x="7293" y="985"/>
                      </a:lnTo>
                      <a:cubicBezTo>
                        <a:pt x="7294" y="942"/>
                        <a:pt x="7306" y="899"/>
                        <a:pt x="7328" y="861"/>
                      </a:cubicBezTo>
                      <a:cubicBezTo>
                        <a:pt x="7344" y="833"/>
                        <a:pt x="7366" y="808"/>
                        <a:pt x="7392" y="788"/>
                      </a:cubicBezTo>
                      <a:lnTo>
                        <a:pt x="7392" y="788"/>
                      </a:lnTo>
                      <a:cubicBezTo>
                        <a:pt x="7399" y="793"/>
                        <a:pt x="7405" y="800"/>
                        <a:pt x="7409" y="808"/>
                      </a:cubicBezTo>
                      <a:cubicBezTo>
                        <a:pt x="7415" y="819"/>
                        <a:pt x="7419" y="831"/>
                        <a:pt x="7419" y="843"/>
                      </a:cubicBezTo>
                      <a:cubicBezTo>
                        <a:pt x="7419" y="848"/>
                        <a:pt x="7418" y="853"/>
                        <a:pt x="7417" y="858"/>
                      </a:cubicBezTo>
                      <a:cubicBezTo>
                        <a:pt x="7481" y="858"/>
                        <a:pt x="7530" y="780"/>
                        <a:pt x="7503" y="722"/>
                      </a:cubicBezTo>
                      <a:lnTo>
                        <a:pt x="7610" y="759"/>
                      </a:lnTo>
                      <a:cubicBezTo>
                        <a:pt x="7611" y="720"/>
                        <a:pt x="7590" y="683"/>
                        <a:pt x="7584" y="643"/>
                      </a:cubicBezTo>
                      <a:cubicBezTo>
                        <a:pt x="7579" y="604"/>
                        <a:pt x="7603" y="554"/>
                        <a:pt x="7642" y="559"/>
                      </a:cubicBezTo>
                      <a:cubicBezTo>
                        <a:pt x="7674" y="562"/>
                        <a:pt x="7690" y="597"/>
                        <a:pt x="7700" y="627"/>
                      </a:cubicBezTo>
                      <a:lnTo>
                        <a:pt x="7700" y="627"/>
                      </a:lnTo>
                      <a:cubicBezTo>
                        <a:pt x="7701" y="610"/>
                        <a:pt x="7706" y="594"/>
                        <a:pt x="7714" y="579"/>
                      </a:cubicBezTo>
                      <a:cubicBezTo>
                        <a:pt x="7723" y="564"/>
                        <a:pt x="7735" y="552"/>
                        <a:pt x="7750" y="543"/>
                      </a:cubicBezTo>
                      <a:cubicBezTo>
                        <a:pt x="7755" y="540"/>
                        <a:pt x="7759" y="538"/>
                        <a:pt x="7764" y="536"/>
                      </a:cubicBezTo>
                      <a:cubicBezTo>
                        <a:pt x="7802" y="525"/>
                        <a:pt x="7850" y="553"/>
                        <a:pt x="7848" y="593"/>
                      </a:cubicBezTo>
                      <a:lnTo>
                        <a:pt x="7848" y="593"/>
                      </a:lnTo>
                      <a:cubicBezTo>
                        <a:pt x="7854" y="587"/>
                        <a:pt x="7861" y="582"/>
                        <a:pt x="7868" y="577"/>
                      </a:cubicBezTo>
                      <a:cubicBezTo>
                        <a:pt x="7879" y="572"/>
                        <a:pt x="7891" y="568"/>
                        <a:pt x="7903" y="568"/>
                      </a:cubicBezTo>
                      <a:cubicBezTo>
                        <a:pt x="7915" y="568"/>
                        <a:pt x="7927" y="571"/>
                        <a:pt x="7938" y="577"/>
                      </a:cubicBezTo>
                      <a:cubicBezTo>
                        <a:pt x="7949" y="583"/>
                        <a:pt x="7958" y="593"/>
                        <a:pt x="7964" y="603"/>
                      </a:cubicBezTo>
                      <a:cubicBezTo>
                        <a:pt x="7970" y="614"/>
                        <a:pt x="7973" y="626"/>
                        <a:pt x="7973" y="638"/>
                      </a:cubicBezTo>
                      <a:cubicBezTo>
                        <a:pt x="7973" y="650"/>
                        <a:pt x="7971" y="662"/>
                        <a:pt x="7964" y="673"/>
                      </a:cubicBezTo>
                      <a:cubicBezTo>
                        <a:pt x="7963" y="676"/>
                        <a:pt x="7960" y="680"/>
                        <a:pt x="7957" y="683"/>
                      </a:cubicBezTo>
                      <a:lnTo>
                        <a:pt x="7957" y="683"/>
                      </a:lnTo>
                      <a:cubicBezTo>
                        <a:pt x="7981" y="682"/>
                        <a:pt x="8003" y="675"/>
                        <a:pt x="8023" y="663"/>
                      </a:cubicBezTo>
                      <a:cubicBezTo>
                        <a:pt x="8045" y="651"/>
                        <a:pt x="8064" y="632"/>
                        <a:pt x="8076" y="610"/>
                      </a:cubicBezTo>
                      <a:cubicBezTo>
                        <a:pt x="8082" y="601"/>
                        <a:pt x="8086" y="592"/>
                        <a:pt x="8089" y="582"/>
                      </a:cubicBezTo>
                      <a:cubicBezTo>
                        <a:pt x="8083" y="625"/>
                        <a:pt x="8142" y="652"/>
                        <a:pt x="8181" y="632"/>
                      </a:cubicBezTo>
                      <a:cubicBezTo>
                        <a:pt x="8220" y="613"/>
                        <a:pt x="8239" y="570"/>
                        <a:pt x="8253" y="530"/>
                      </a:cubicBezTo>
                      <a:lnTo>
                        <a:pt x="8253" y="530"/>
                      </a:lnTo>
                      <a:cubicBezTo>
                        <a:pt x="8260" y="531"/>
                        <a:pt x="8266" y="534"/>
                        <a:pt x="8272" y="537"/>
                      </a:cubicBezTo>
                      <a:cubicBezTo>
                        <a:pt x="8282" y="543"/>
                        <a:pt x="8290" y="550"/>
                        <a:pt x="8296" y="560"/>
                      </a:cubicBezTo>
                      <a:cubicBezTo>
                        <a:pt x="8301" y="569"/>
                        <a:pt x="8303" y="578"/>
                        <a:pt x="8304" y="588"/>
                      </a:cubicBezTo>
                      <a:lnTo>
                        <a:pt x="8304" y="588"/>
                      </a:lnTo>
                      <a:cubicBezTo>
                        <a:pt x="8305" y="586"/>
                        <a:pt x="8307" y="583"/>
                        <a:pt x="8308" y="581"/>
                      </a:cubicBezTo>
                      <a:cubicBezTo>
                        <a:pt x="8321" y="558"/>
                        <a:pt x="8340" y="539"/>
                        <a:pt x="8363" y="526"/>
                      </a:cubicBezTo>
                      <a:cubicBezTo>
                        <a:pt x="8384" y="514"/>
                        <a:pt x="8407" y="507"/>
                        <a:pt x="8430" y="506"/>
                      </a:cubicBezTo>
                      <a:lnTo>
                        <a:pt x="8398" y="623"/>
                      </a:lnTo>
                      <a:cubicBezTo>
                        <a:pt x="8415" y="588"/>
                        <a:pt x="8477" y="614"/>
                        <a:pt x="8478" y="653"/>
                      </a:cubicBezTo>
                      <a:cubicBezTo>
                        <a:pt x="8479" y="692"/>
                        <a:pt x="8445" y="723"/>
                        <a:pt x="8410" y="740"/>
                      </a:cubicBezTo>
                      <a:lnTo>
                        <a:pt x="8480" y="737"/>
                      </a:lnTo>
                      <a:lnTo>
                        <a:pt x="8480" y="737"/>
                      </a:lnTo>
                      <a:cubicBezTo>
                        <a:pt x="8472" y="748"/>
                        <a:pt x="8463" y="760"/>
                        <a:pt x="8456" y="772"/>
                      </a:cubicBezTo>
                      <a:cubicBezTo>
                        <a:pt x="8441" y="799"/>
                        <a:pt x="8431" y="828"/>
                        <a:pt x="8425" y="858"/>
                      </a:cubicBezTo>
                      <a:lnTo>
                        <a:pt x="8425" y="858"/>
                      </a:lnTo>
                      <a:cubicBezTo>
                        <a:pt x="8435" y="855"/>
                        <a:pt x="8444" y="851"/>
                        <a:pt x="8452" y="846"/>
                      </a:cubicBezTo>
                      <a:cubicBezTo>
                        <a:pt x="8473" y="834"/>
                        <a:pt x="8490" y="817"/>
                        <a:pt x="8503" y="797"/>
                      </a:cubicBezTo>
                      <a:lnTo>
                        <a:pt x="8503" y="797"/>
                      </a:lnTo>
                      <a:cubicBezTo>
                        <a:pt x="8504" y="798"/>
                        <a:pt x="8505" y="800"/>
                        <a:pt x="8506" y="802"/>
                      </a:cubicBezTo>
                      <a:cubicBezTo>
                        <a:pt x="8512" y="813"/>
                        <a:pt x="8516" y="825"/>
                        <a:pt x="8516" y="837"/>
                      </a:cubicBezTo>
                      <a:cubicBezTo>
                        <a:pt x="8516" y="848"/>
                        <a:pt x="8513" y="858"/>
                        <a:pt x="8509" y="867"/>
                      </a:cubicBezTo>
                      <a:lnTo>
                        <a:pt x="8577" y="807"/>
                      </a:lnTo>
                      <a:lnTo>
                        <a:pt x="8583" y="884"/>
                      </a:lnTo>
                      <a:cubicBezTo>
                        <a:pt x="8576" y="796"/>
                        <a:pt x="8692" y="709"/>
                        <a:pt x="8772" y="731"/>
                      </a:cubicBezTo>
                      <a:cubicBezTo>
                        <a:pt x="8759" y="1139"/>
                        <a:pt x="8773" y="1552"/>
                        <a:pt x="8773" y="196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9" name="Google Shape;139;p11"/>
            <p:cNvGrpSpPr/>
            <p:nvPr/>
          </p:nvGrpSpPr>
          <p:grpSpPr>
            <a:xfrm>
              <a:off x="-125" y="4500843"/>
              <a:ext cx="9143890" cy="1609081"/>
              <a:chOff x="2737483" y="4588750"/>
              <a:chExt cx="3152522" cy="554760"/>
            </a:xfrm>
          </p:grpSpPr>
          <p:sp>
            <p:nvSpPr>
              <p:cNvPr id="140" name="Google Shape;140;p11"/>
              <p:cNvSpPr/>
              <p:nvPr/>
            </p:nvSpPr>
            <p:spPr>
              <a:xfrm>
                <a:off x="2737845" y="4588750"/>
                <a:ext cx="3152160" cy="554760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1541" extrusionOk="0">
                    <a:moveTo>
                      <a:pt x="8756" y="1541"/>
                    </a:moveTo>
                    <a:lnTo>
                      <a:pt x="0" y="1541"/>
                    </a:lnTo>
                    <a:lnTo>
                      <a:pt x="0" y="310"/>
                    </a:lnTo>
                    <a:cubicBezTo>
                      <a:pt x="0" y="310"/>
                      <a:pt x="1282" y="327"/>
                      <a:pt x="1394" y="326"/>
                    </a:cubicBezTo>
                    <a:lnTo>
                      <a:pt x="3174" y="309"/>
                    </a:lnTo>
                    <a:cubicBezTo>
                      <a:pt x="4122" y="301"/>
                      <a:pt x="5100" y="338"/>
                      <a:pt x="6060" y="327"/>
                    </a:cubicBezTo>
                    <a:cubicBezTo>
                      <a:pt x="6334" y="324"/>
                      <a:pt x="6608" y="312"/>
                      <a:pt x="6882" y="308"/>
                    </a:cubicBezTo>
                    <a:cubicBezTo>
                      <a:pt x="6945" y="306"/>
                      <a:pt x="7011" y="305"/>
                      <a:pt x="7068" y="278"/>
                    </a:cubicBezTo>
                    <a:cubicBezTo>
                      <a:pt x="7102" y="261"/>
                      <a:pt x="7133" y="236"/>
                      <a:pt x="7170" y="231"/>
                    </a:cubicBezTo>
                    <a:cubicBezTo>
                      <a:pt x="7271" y="216"/>
                      <a:pt x="7373" y="349"/>
                      <a:pt x="7458" y="292"/>
                    </a:cubicBezTo>
                    <a:lnTo>
                      <a:pt x="7458" y="292"/>
                    </a:lnTo>
                    <a:cubicBezTo>
                      <a:pt x="7475" y="278"/>
                      <a:pt x="7489" y="261"/>
                      <a:pt x="7499" y="242"/>
                    </a:cubicBezTo>
                    <a:cubicBezTo>
                      <a:pt x="7503" y="237"/>
                      <a:pt x="7505" y="231"/>
                      <a:pt x="7508" y="226"/>
                    </a:cubicBezTo>
                    <a:lnTo>
                      <a:pt x="7508" y="226"/>
                    </a:lnTo>
                    <a:cubicBezTo>
                      <a:pt x="7508" y="225"/>
                      <a:pt x="7508" y="225"/>
                      <a:pt x="7508" y="225"/>
                    </a:cubicBezTo>
                    <a:cubicBezTo>
                      <a:pt x="7541" y="169"/>
                      <a:pt x="7583" y="118"/>
                      <a:pt x="7632" y="76"/>
                    </a:cubicBezTo>
                    <a:cubicBezTo>
                      <a:pt x="7689" y="27"/>
                      <a:pt x="7765" y="-13"/>
                      <a:pt x="7839" y="3"/>
                    </a:cubicBezTo>
                    <a:cubicBezTo>
                      <a:pt x="7913" y="19"/>
                      <a:pt x="7969" y="112"/>
                      <a:pt x="7926" y="175"/>
                    </a:cubicBezTo>
                    <a:cubicBezTo>
                      <a:pt x="8002" y="155"/>
                      <a:pt x="8076" y="205"/>
                      <a:pt x="8142" y="246"/>
                    </a:cubicBezTo>
                    <a:cubicBezTo>
                      <a:pt x="8296" y="344"/>
                      <a:pt x="8578" y="309"/>
                      <a:pt x="8756" y="309"/>
                    </a:cubicBezTo>
                    <a:lnTo>
                      <a:pt x="8756" y="154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1"/>
              <p:cNvSpPr/>
              <p:nvPr/>
            </p:nvSpPr>
            <p:spPr>
              <a:xfrm>
                <a:off x="2737483" y="4704654"/>
                <a:ext cx="3152520" cy="142673"/>
              </a:xfrm>
              <a:custGeom>
                <a:avLst/>
                <a:gdLst/>
                <a:ahLst/>
                <a:cxnLst/>
                <a:rect l="l" t="t" r="r" b="b"/>
                <a:pathLst>
                  <a:path w="8757" h="540" extrusionOk="0">
                    <a:moveTo>
                      <a:pt x="8757" y="492"/>
                    </a:moveTo>
                    <a:cubicBezTo>
                      <a:pt x="8757" y="515"/>
                      <a:pt x="8247" y="502"/>
                      <a:pt x="8204" y="500"/>
                    </a:cubicBezTo>
                    <a:cubicBezTo>
                      <a:pt x="7880" y="478"/>
                      <a:pt x="7556" y="371"/>
                      <a:pt x="7232" y="389"/>
                    </a:cubicBezTo>
                    <a:cubicBezTo>
                      <a:pt x="7151" y="393"/>
                      <a:pt x="7072" y="417"/>
                      <a:pt x="6992" y="437"/>
                    </a:cubicBezTo>
                    <a:cubicBezTo>
                      <a:pt x="6572" y="539"/>
                      <a:pt x="6131" y="552"/>
                      <a:pt x="5702" y="532"/>
                    </a:cubicBezTo>
                    <a:cubicBezTo>
                      <a:pt x="5598" y="527"/>
                      <a:pt x="5490" y="521"/>
                      <a:pt x="5398" y="472"/>
                    </a:cubicBezTo>
                    <a:lnTo>
                      <a:pt x="5398" y="472"/>
                    </a:lnTo>
                    <a:cubicBezTo>
                      <a:pt x="5525" y="451"/>
                      <a:pt x="5654" y="439"/>
                      <a:pt x="5783" y="439"/>
                    </a:cubicBezTo>
                    <a:lnTo>
                      <a:pt x="5643" y="413"/>
                    </a:lnTo>
                    <a:lnTo>
                      <a:pt x="5643" y="413"/>
                    </a:lnTo>
                    <a:cubicBezTo>
                      <a:pt x="5721" y="404"/>
                      <a:pt x="5796" y="379"/>
                      <a:pt x="5864" y="342"/>
                    </a:cubicBezTo>
                    <a:cubicBezTo>
                      <a:pt x="5664" y="314"/>
                      <a:pt x="5468" y="332"/>
                      <a:pt x="5268" y="320"/>
                    </a:cubicBezTo>
                    <a:cubicBezTo>
                      <a:pt x="5089" y="309"/>
                      <a:pt x="4916" y="316"/>
                      <a:pt x="4738" y="303"/>
                    </a:cubicBezTo>
                    <a:lnTo>
                      <a:pt x="4738" y="303"/>
                    </a:lnTo>
                    <a:cubicBezTo>
                      <a:pt x="4677" y="299"/>
                      <a:pt x="4616" y="296"/>
                      <a:pt x="4556" y="296"/>
                    </a:cubicBezTo>
                    <a:cubicBezTo>
                      <a:pt x="4384" y="296"/>
                      <a:pt x="4212" y="313"/>
                      <a:pt x="4043" y="347"/>
                    </a:cubicBezTo>
                    <a:lnTo>
                      <a:pt x="4081" y="417"/>
                    </a:lnTo>
                    <a:cubicBezTo>
                      <a:pt x="4028" y="443"/>
                      <a:pt x="3970" y="448"/>
                      <a:pt x="3912" y="452"/>
                    </a:cubicBezTo>
                    <a:lnTo>
                      <a:pt x="3912" y="452"/>
                    </a:lnTo>
                    <a:cubicBezTo>
                      <a:pt x="3736" y="465"/>
                      <a:pt x="3557" y="471"/>
                      <a:pt x="3379" y="471"/>
                    </a:cubicBezTo>
                    <a:cubicBezTo>
                      <a:pt x="3206" y="471"/>
                      <a:pt x="3033" y="465"/>
                      <a:pt x="2860" y="453"/>
                    </a:cubicBezTo>
                    <a:cubicBezTo>
                      <a:pt x="2791" y="449"/>
                      <a:pt x="2720" y="442"/>
                      <a:pt x="2663" y="402"/>
                    </a:cubicBezTo>
                    <a:lnTo>
                      <a:pt x="2663" y="402"/>
                    </a:lnTo>
                    <a:cubicBezTo>
                      <a:pt x="2667" y="400"/>
                      <a:pt x="2671" y="397"/>
                      <a:pt x="2675" y="395"/>
                    </a:cubicBezTo>
                    <a:cubicBezTo>
                      <a:pt x="2713" y="373"/>
                      <a:pt x="2755" y="361"/>
                      <a:pt x="2799" y="361"/>
                    </a:cubicBezTo>
                    <a:lnTo>
                      <a:pt x="2694" y="326"/>
                    </a:lnTo>
                    <a:lnTo>
                      <a:pt x="2694" y="326"/>
                    </a:lnTo>
                    <a:cubicBezTo>
                      <a:pt x="2794" y="298"/>
                      <a:pt x="2896" y="279"/>
                      <a:pt x="2999" y="267"/>
                    </a:cubicBezTo>
                    <a:lnTo>
                      <a:pt x="2999" y="267"/>
                    </a:lnTo>
                    <a:cubicBezTo>
                      <a:pt x="2883" y="256"/>
                      <a:pt x="2768" y="250"/>
                      <a:pt x="2652" y="250"/>
                    </a:cubicBezTo>
                    <a:cubicBezTo>
                      <a:pt x="2457" y="250"/>
                      <a:pt x="2264" y="266"/>
                      <a:pt x="2072" y="298"/>
                    </a:cubicBezTo>
                    <a:lnTo>
                      <a:pt x="2196" y="352"/>
                    </a:lnTo>
                    <a:lnTo>
                      <a:pt x="2196" y="352"/>
                    </a:lnTo>
                    <a:cubicBezTo>
                      <a:pt x="2054" y="366"/>
                      <a:pt x="1911" y="372"/>
                      <a:pt x="1767" y="372"/>
                    </a:cubicBezTo>
                    <a:cubicBezTo>
                      <a:pt x="1589" y="372"/>
                      <a:pt x="1412" y="362"/>
                      <a:pt x="1235" y="342"/>
                    </a:cubicBezTo>
                    <a:lnTo>
                      <a:pt x="1235" y="342"/>
                    </a:lnTo>
                    <a:cubicBezTo>
                      <a:pt x="1239" y="335"/>
                      <a:pt x="1244" y="329"/>
                      <a:pt x="1253" y="324"/>
                    </a:cubicBezTo>
                    <a:cubicBezTo>
                      <a:pt x="1258" y="321"/>
                      <a:pt x="1265" y="319"/>
                      <a:pt x="1272" y="318"/>
                    </a:cubicBezTo>
                    <a:lnTo>
                      <a:pt x="1272" y="318"/>
                    </a:lnTo>
                    <a:cubicBezTo>
                      <a:pt x="1188" y="296"/>
                      <a:pt x="1101" y="284"/>
                      <a:pt x="1013" y="284"/>
                    </a:cubicBezTo>
                    <a:cubicBezTo>
                      <a:pt x="977" y="284"/>
                      <a:pt x="941" y="286"/>
                      <a:pt x="905" y="290"/>
                    </a:cubicBezTo>
                    <a:lnTo>
                      <a:pt x="956" y="322"/>
                    </a:lnTo>
                    <a:cubicBezTo>
                      <a:pt x="892" y="345"/>
                      <a:pt x="837" y="335"/>
                      <a:pt x="772" y="335"/>
                    </a:cubicBezTo>
                    <a:cubicBezTo>
                      <a:pt x="713" y="335"/>
                      <a:pt x="653" y="346"/>
                      <a:pt x="594" y="345"/>
                    </a:cubicBezTo>
                    <a:lnTo>
                      <a:pt x="594" y="345"/>
                    </a:lnTo>
                    <a:cubicBezTo>
                      <a:pt x="529" y="345"/>
                      <a:pt x="466" y="339"/>
                      <a:pt x="402" y="330"/>
                    </a:cubicBezTo>
                    <a:cubicBezTo>
                      <a:pt x="382" y="326"/>
                      <a:pt x="232" y="282"/>
                      <a:pt x="225" y="289"/>
                    </a:cubicBezTo>
                    <a:lnTo>
                      <a:pt x="225" y="289"/>
                    </a:lnTo>
                    <a:cubicBezTo>
                      <a:pt x="233" y="281"/>
                      <a:pt x="242" y="274"/>
                      <a:pt x="252" y="268"/>
                    </a:cubicBezTo>
                    <a:cubicBezTo>
                      <a:pt x="271" y="257"/>
                      <a:pt x="291" y="251"/>
                      <a:pt x="312" y="250"/>
                    </a:cubicBezTo>
                    <a:lnTo>
                      <a:pt x="312" y="250"/>
                    </a:lnTo>
                    <a:cubicBezTo>
                      <a:pt x="277" y="237"/>
                      <a:pt x="241" y="231"/>
                      <a:pt x="204" y="231"/>
                    </a:cubicBezTo>
                    <a:cubicBezTo>
                      <a:pt x="179" y="231"/>
                      <a:pt x="155" y="234"/>
                      <a:pt x="131" y="239"/>
                    </a:cubicBezTo>
                    <a:cubicBezTo>
                      <a:pt x="112" y="243"/>
                      <a:pt x="0" y="260"/>
                      <a:pt x="0" y="222"/>
                    </a:cubicBezTo>
                    <a:lnTo>
                      <a:pt x="0" y="97"/>
                    </a:lnTo>
                    <a:cubicBezTo>
                      <a:pt x="3" y="97"/>
                      <a:pt x="1282" y="104"/>
                      <a:pt x="1393" y="104"/>
                    </a:cubicBezTo>
                    <a:lnTo>
                      <a:pt x="3173" y="99"/>
                    </a:lnTo>
                    <a:cubicBezTo>
                      <a:pt x="4121" y="96"/>
                      <a:pt x="5099" y="108"/>
                      <a:pt x="6060" y="104"/>
                    </a:cubicBezTo>
                    <a:cubicBezTo>
                      <a:pt x="6334" y="104"/>
                      <a:pt x="6607" y="100"/>
                      <a:pt x="6881" y="98"/>
                    </a:cubicBezTo>
                    <a:lnTo>
                      <a:pt x="6881" y="98"/>
                    </a:lnTo>
                    <a:cubicBezTo>
                      <a:pt x="6889" y="98"/>
                      <a:pt x="6897" y="98"/>
                      <a:pt x="6905" y="98"/>
                    </a:cubicBezTo>
                    <a:cubicBezTo>
                      <a:pt x="6959" y="98"/>
                      <a:pt x="7014" y="95"/>
                      <a:pt x="7067" y="89"/>
                    </a:cubicBezTo>
                    <a:lnTo>
                      <a:pt x="7067" y="89"/>
                    </a:lnTo>
                    <a:cubicBezTo>
                      <a:pt x="7101" y="82"/>
                      <a:pt x="7136" y="77"/>
                      <a:pt x="7170" y="74"/>
                    </a:cubicBezTo>
                    <a:cubicBezTo>
                      <a:pt x="7271" y="69"/>
                      <a:pt x="7373" y="111"/>
                      <a:pt x="7458" y="93"/>
                    </a:cubicBezTo>
                    <a:lnTo>
                      <a:pt x="7458" y="93"/>
                    </a:lnTo>
                    <a:cubicBezTo>
                      <a:pt x="7473" y="90"/>
                      <a:pt x="7488" y="84"/>
                      <a:pt x="7502" y="76"/>
                    </a:cubicBezTo>
                    <a:cubicBezTo>
                      <a:pt x="7504" y="75"/>
                      <a:pt x="7506" y="73"/>
                      <a:pt x="7508" y="72"/>
                    </a:cubicBezTo>
                    <a:lnTo>
                      <a:pt x="7508" y="72"/>
                    </a:lnTo>
                    <a:cubicBezTo>
                      <a:pt x="7547" y="51"/>
                      <a:pt x="7588" y="35"/>
                      <a:pt x="7631" y="24"/>
                    </a:cubicBezTo>
                    <a:lnTo>
                      <a:pt x="7631" y="24"/>
                    </a:lnTo>
                    <a:cubicBezTo>
                      <a:pt x="7688" y="8"/>
                      <a:pt x="7747" y="0"/>
                      <a:pt x="7806" y="0"/>
                    </a:cubicBezTo>
                    <a:cubicBezTo>
                      <a:pt x="7817" y="0"/>
                      <a:pt x="7828" y="1"/>
                      <a:pt x="7838" y="1"/>
                    </a:cubicBezTo>
                    <a:cubicBezTo>
                      <a:pt x="7913" y="6"/>
                      <a:pt x="7969" y="36"/>
                      <a:pt x="7926" y="56"/>
                    </a:cubicBezTo>
                    <a:cubicBezTo>
                      <a:pt x="8002" y="50"/>
                      <a:pt x="8076" y="66"/>
                      <a:pt x="8142" y="79"/>
                    </a:cubicBezTo>
                    <a:cubicBezTo>
                      <a:pt x="8296" y="110"/>
                      <a:pt x="8578" y="99"/>
                      <a:pt x="8755" y="99"/>
                    </a:cubicBezTo>
                    <a:lnTo>
                      <a:pt x="8757" y="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2" name="Google Shape;142;p11"/>
            <p:cNvSpPr/>
            <p:nvPr/>
          </p:nvSpPr>
          <p:spPr>
            <a:xfrm>
              <a:off x="386680" y="1616068"/>
              <a:ext cx="105480" cy="79560"/>
            </a:xfrm>
            <a:custGeom>
              <a:avLst/>
              <a:gdLst/>
              <a:ahLst/>
              <a:cxnLst/>
              <a:rect l="l" t="t" r="r" b="b"/>
              <a:pathLst>
                <a:path w="293" h="221" extrusionOk="0">
                  <a:moveTo>
                    <a:pt x="191" y="178"/>
                  </a:moveTo>
                  <a:lnTo>
                    <a:pt x="191" y="178"/>
                  </a:lnTo>
                  <a:cubicBezTo>
                    <a:pt x="192" y="180"/>
                    <a:pt x="193" y="182"/>
                    <a:pt x="194" y="184"/>
                  </a:cubicBezTo>
                  <a:lnTo>
                    <a:pt x="194" y="184"/>
                  </a:lnTo>
                  <a:cubicBezTo>
                    <a:pt x="195" y="188"/>
                    <a:pt x="198" y="192"/>
                    <a:pt x="199" y="195"/>
                  </a:cubicBezTo>
                  <a:cubicBezTo>
                    <a:pt x="206" y="206"/>
                    <a:pt x="214" y="215"/>
                    <a:pt x="224" y="221"/>
                  </a:cubicBezTo>
                  <a:lnTo>
                    <a:pt x="224" y="221"/>
                  </a:lnTo>
                  <a:cubicBezTo>
                    <a:pt x="224" y="216"/>
                    <a:pt x="222" y="211"/>
                    <a:pt x="220" y="207"/>
                  </a:cubicBezTo>
                  <a:cubicBezTo>
                    <a:pt x="220" y="206"/>
                    <a:pt x="219" y="206"/>
                    <a:pt x="219" y="205"/>
                  </a:cubicBezTo>
                  <a:lnTo>
                    <a:pt x="219" y="205"/>
                  </a:lnTo>
                  <a:cubicBezTo>
                    <a:pt x="222" y="208"/>
                    <a:pt x="226" y="211"/>
                    <a:pt x="230" y="213"/>
                  </a:cubicBezTo>
                  <a:cubicBezTo>
                    <a:pt x="230" y="213"/>
                    <a:pt x="231" y="214"/>
                    <a:pt x="232" y="214"/>
                  </a:cubicBezTo>
                  <a:lnTo>
                    <a:pt x="232" y="214"/>
                  </a:lnTo>
                  <a:lnTo>
                    <a:pt x="233" y="214"/>
                  </a:lnTo>
                  <a:lnTo>
                    <a:pt x="234" y="214"/>
                  </a:lnTo>
                  <a:cubicBezTo>
                    <a:pt x="236" y="214"/>
                    <a:pt x="236" y="210"/>
                    <a:pt x="235" y="209"/>
                  </a:cubicBezTo>
                  <a:cubicBezTo>
                    <a:pt x="234" y="207"/>
                    <a:pt x="233" y="206"/>
                    <a:pt x="233" y="204"/>
                  </a:cubicBezTo>
                  <a:lnTo>
                    <a:pt x="233" y="204"/>
                  </a:lnTo>
                  <a:cubicBezTo>
                    <a:pt x="237" y="208"/>
                    <a:pt x="241" y="211"/>
                    <a:pt x="246" y="214"/>
                  </a:cubicBezTo>
                  <a:cubicBezTo>
                    <a:pt x="248" y="215"/>
                    <a:pt x="250" y="216"/>
                    <a:pt x="252" y="217"/>
                  </a:cubicBezTo>
                  <a:cubicBezTo>
                    <a:pt x="254" y="218"/>
                    <a:pt x="257" y="218"/>
                    <a:pt x="258" y="217"/>
                  </a:cubicBezTo>
                  <a:lnTo>
                    <a:pt x="258" y="217"/>
                  </a:lnTo>
                  <a:cubicBezTo>
                    <a:pt x="259" y="216"/>
                    <a:pt x="259" y="215"/>
                    <a:pt x="259" y="215"/>
                  </a:cubicBezTo>
                  <a:cubicBezTo>
                    <a:pt x="259" y="214"/>
                    <a:pt x="259" y="213"/>
                    <a:pt x="258" y="212"/>
                  </a:cubicBezTo>
                  <a:lnTo>
                    <a:pt x="258" y="212"/>
                  </a:lnTo>
                  <a:cubicBezTo>
                    <a:pt x="257" y="211"/>
                    <a:pt x="256" y="209"/>
                    <a:pt x="255" y="207"/>
                  </a:cubicBezTo>
                  <a:cubicBezTo>
                    <a:pt x="252" y="202"/>
                    <a:pt x="249" y="196"/>
                    <a:pt x="245" y="191"/>
                  </a:cubicBezTo>
                  <a:lnTo>
                    <a:pt x="245" y="191"/>
                  </a:lnTo>
                  <a:cubicBezTo>
                    <a:pt x="246" y="192"/>
                    <a:pt x="247" y="192"/>
                    <a:pt x="248" y="193"/>
                  </a:cubicBezTo>
                  <a:cubicBezTo>
                    <a:pt x="252" y="196"/>
                    <a:pt x="258" y="197"/>
                    <a:pt x="263" y="197"/>
                  </a:cubicBezTo>
                  <a:cubicBezTo>
                    <a:pt x="265" y="197"/>
                    <a:pt x="267" y="197"/>
                    <a:pt x="269" y="197"/>
                  </a:cubicBezTo>
                  <a:lnTo>
                    <a:pt x="269" y="197"/>
                  </a:lnTo>
                  <a:cubicBezTo>
                    <a:pt x="269" y="195"/>
                    <a:pt x="268" y="194"/>
                    <a:pt x="268" y="194"/>
                  </a:cubicBezTo>
                  <a:cubicBezTo>
                    <a:pt x="266" y="190"/>
                    <a:pt x="263" y="188"/>
                    <a:pt x="260" y="186"/>
                  </a:cubicBezTo>
                  <a:cubicBezTo>
                    <a:pt x="258" y="185"/>
                    <a:pt x="257" y="184"/>
                    <a:pt x="255" y="184"/>
                  </a:cubicBezTo>
                  <a:lnTo>
                    <a:pt x="255" y="184"/>
                  </a:lnTo>
                  <a:cubicBezTo>
                    <a:pt x="259" y="185"/>
                    <a:pt x="262" y="186"/>
                    <a:pt x="266" y="186"/>
                  </a:cubicBezTo>
                  <a:cubicBezTo>
                    <a:pt x="271" y="186"/>
                    <a:pt x="275" y="185"/>
                    <a:pt x="279" y="183"/>
                  </a:cubicBezTo>
                  <a:cubicBezTo>
                    <a:pt x="281" y="182"/>
                    <a:pt x="281" y="181"/>
                    <a:pt x="282" y="181"/>
                  </a:cubicBezTo>
                  <a:lnTo>
                    <a:pt x="282" y="181"/>
                  </a:lnTo>
                  <a:cubicBezTo>
                    <a:pt x="274" y="176"/>
                    <a:pt x="265" y="173"/>
                    <a:pt x="255" y="172"/>
                  </a:cubicBezTo>
                  <a:lnTo>
                    <a:pt x="267" y="167"/>
                  </a:lnTo>
                  <a:cubicBezTo>
                    <a:pt x="257" y="167"/>
                    <a:pt x="248" y="167"/>
                    <a:pt x="238" y="166"/>
                  </a:cubicBezTo>
                  <a:lnTo>
                    <a:pt x="238" y="166"/>
                  </a:lnTo>
                  <a:cubicBezTo>
                    <a:pt x="228" y="165"/>
                    <a:pt x="219" y="163"/>
                    <a:pt x="210" y="158"/>
                  </a:cubicBezTo>
                  <a:cubicBezTo>
                    <a:pt x="204" y="152"/>
                    <a:pt x="221" y="149"/>
                    <a:pt x="226" y="145"/>
                  </a:cubicBezTo>
                  <a:lnTo>
                    <a:pt x="226" y="145"/>
                  </a:lnTo>
                  <a:cubicBezTo>
                    <a:pt x="223" y="145"/>
                    <a:pt x="221" y="144"/>
                    <a:pt x="219" y="143"/>
                  </a:cubicBezTo>
                  <a:cubicBezTo>
                    <a:pt x="217" y="141"/>
                    <a:pt x="215" y="140"/>
                    <a:pt x="213" y="138"/>
                  </a:cubicBezTo>
                  <a:cubicBezTo>
                    <a:pt x="216" y="140"/>
                    <a:pt x="233" y="132"/>
                    <a:pt x="235" y="131"/>
                  </a:cubicBezTo>
                  <a:cubicBezTo>
                    <a:pt x="237" y="129"/>
                    <a:pt x="237" y="129"/>
                    <a:pt x="237" y="128"/>
                  </a:cubicBezTo>
                  <a:lnTo>
                    <a:pt x="237" y="128"/>
                  </a:lnTo>
                  <a:lnTo>
                    <a:pt x="237" y="127"/>
                  </a:lnTo>
                  <a:cubicBezTo>
                    <a:pt x="236" y="127"/>
                    <a:pt x="236" y="126"/>
                    <a:pt x="235" y="126"/>
                  </a:cubicBezTo>
                  <a:lnTo>
                    <a:pt x="235" y="126"/>
                  </a:lnTo>
                  <a:lnTo>
                    <a:pt x="235" y="126"/>
                  </a:lnTo>
                  <a:cubicBezTo>
                    <a:pt x="235" y="126"/>
                    <a:pt x="234" y="125"/>
                    <a:pt x="233" y="125"/>
                  </a:cubicBezTo>
                  <a:cubicBezTo>
                    <a:pt x="230" y="123"/>
                    <a:pt x="227" y="122"/>
                    <a:pt x="223" y="121"/>
                  </a:cubicBezTo>
                  <a:lnTo>
                    <a:pt x="223" y="121"/>
                  </a:lnTo>
                  <a:cubicBezTo>
                    <a:pt x="229" y="119"/>
                    <a:pt x="234" y="117"/>
                    <a:pt x="238" y="115"/>
                  </a:cubicBezTo>
                  <a:cubicBezTo>
                    <a:pt x="244" y="112"/>
                    <a:pt x="249" y="107"/>
                    <a:pt x="253" y="102"/>
                  </a:cubicBezTo>
                  <a:lnTo>
                    <a:pt x="253" y="102"/>
                  </a:lnTo>
                  <a:cubicBezTo>
                    <a:pt x="252" y="102"/>
                    <a:pt x="251" y="102"/>
                    <a:pt x="250" y="102"/>
                  </a:cubicBezTo>
                  <a:cubicBezTo>
                    <a:pt x="247" y="102"/>
                    <a:pt x="244" y="103"/>
                    <a:pt x="241" y="103"/>
                  </a:cubicBezTo>
                  <a:cubicBezTo>
                    <a:pt x="247" y="102"/>
                    <a:pt x="279" y="87"/>
                    <a:pt x="267" y="80"/>
                  </a:cubicBezTo>
                  <a:lnTo>
                    <a:pt x="267" y="80"/>
                  </a:lnTo>
                  <a:cubicBezTo>
                    <a:pt x="265" y="79"/>
                    <a:pt x="262" y="78"/>
                    <a:pt x="260" y="78"/>
                  </a:cubicBezTo>
                  <a:cubicBezTo>
                    <a:pt x="259" y="78"/>
                    <a:pt x="259" y="78"/>
                    <a:pt x="259" y="78"/>
                  </a:cubicBezTo>
                  <a:lnTo>
                    <a:pt x="281" y="67"/>
                  </a:lnTo>
                  <a:lnTo>
                    <a:pt x="281" y="67"/>
                  </a:lnTo>
                  <a:cubicBezTo>
                    <a:pt x="282" y="67"/>
                    <a:pt x="282" y="67"/>
                    <a:pt x="282" y="67"/>
                  </a:cubicBezTo>
                  <a:cubicBezTo>
                    <a:pt x="283" y="66"/>
                    <a:pt x="284" y="66"/>
                    <a:pt x="284" y="65"/>
                  </a:cubicBezTo>
                  <a:lnTo>
                    <a:pt x="284" y="65"/>
                  </a:lnTo>
                  <a:cubicBezTo>
                    <a:pt x="285" y="65"/>
                    <a:pt x="285" y="64"/>
                    <a:pt x="285" y="63"/>
                  </a:cubicBezTo>
                  <a:cubicBezTo>
                    <a:pt x="285" y="62"/>
                    <a:pt x="285" y="61"/>
                    <a:pt x="284" y="60"/>
                  </a:cubicBezTo>
                  <a:cubicBezTo>
                    <a:pt x="284" y="60"/>
                    <a:pt x="283" y="60"/>
                    <a:pt x="282" y="59"/>
                  </a:cubicBezTo>
                  <a:cubicBezTo>
                    <a:pt x="282" y="58"/>
                    <a:pt x="282" y="58"/>
                    <a:pt x="281" y="58"/>
                  </a:cubicBezTo>
                  <a:lnTo>
                    <a:pt x="281" y="58"/>
                  </a:lnTo>
                  <a:cubicBezTo>
                    <a:pt x="280" y="58"/>
                    <a:pt x="279" y="58"/>
                    <a:pt x="277" y="58"/>
                  </a:cubicBezTo>
                  <a:cubicBezTo>
                    <a:pt x="276" y="58"/>
                    <a:pt x="274" y="58"/>
                    <a:pt x="273" y="58"/>
                  </a:cubicBezTo>
                  <a:lnTo>
                    <a:pt x="273" y="58"/>
                  </a:lnTo>
                  <a:cubicBezTo>
                    <a:pt x="274" y="58"/>
                    <a:pt x="275" y="57"/>
                    <a:pt x="277" y="56"/>
                  </a:cubicBezTo>
                  <a:cubicBezTo>
                    <a:pt x="283" y="52"/>
                    <a:pt x="289" y="47"/>
                    <a:pt x="293" y="42"/>
                  </a:cubicBezTo>
                  <a:lnTo>
                    <a:pt x="293" y="42"/>
                  </a:lnTo>
                  <a:cubicBezTo>
                    <a:pt x="289" y="41"/>
                    <a:pt x="285" y="40"/>
                    <a:pt x="281" y="40"/>
                  </a:cubicBezTo>
                  <a:cubicBezTo>
                    <a:pt x="279" y="40"/>
                    <a:pt x="277" y="40"/>
                    <a:pt x="274" y="41"/>
                  </a:cubicBezTo>
                  <a:lnTo>
                    <a:pt x="274" y="41"/>
                  </a:lnTo>
                  <a:cubicBezTo>
                    <a:pt x="280" y="37"/>
                    <a:pt x="285" y="32"/>
                    <a:pt x="288" y="26"/>
                  </a:cubicBezTo>
                  <a:cubicBezTo>
                    <a:pt x="291" y="22"/>
                    <a:pt x="292" y="18"/>
                    <a:pt x="293" y="14"/>
                  </a:cubicBezTo>
                  <a:lnTo>
                    <a:pt x="293" y="14"/>
                  </a:lnTo>
                  <a:cubicBezTo>
                    <a:pt x="291" y="15"/>
                    <a:pt x="289" y="16"/>
                    <a:pt x="287" y="17"/>
                  </a:cubicBezTo>
                  <a:cubicBezTo>
                    <a:pt x="283" y="20"/>
                    <a:pt x="278" y="22"/>
                    <a:pt x="272" y="25"/>
                  </a:cubicBezTo>
                  <a:lnTo>
                    <a:pt x="272" y="25"/>
                  </a:lnTo>
                  <a:cubicBezTo>
                    <a:pt x="278" y="18"/>
                    <a:pt x="284" y="11"/>
                    <a:pt x="288" y="4"/>
                  </a:cubicBezTo>
                  <a:cubicBezTo>
                    <a:pt x="289" y="3"/>
                    <a:pt x="289" y="2"/>
                    <a:pt x="290" y="0"/>
                  </a:cubicBezTo>
                  <a:lnTo>
                    <a:pt x="290" y="0"/>
                  </a:lnTo>
                  <a:cubicBezTo>
                    <a:pt x="286" y="2"/>
                    <a:pt x="282" y="5"/>
                    <a:pt x="278" y="7"/>
                  </a:cubicBezTo>
                  <a:cubicBezTo>
                    <a:pt x="261" y="17"/>
                    <a:pt x="245" y="28"/>
                    <a:pt x="231" y="42"/>
                  </a:cubicBezTo>
                  <a:lnTo>
                    <a:pt x="231" y="42"/>
                  </a:lnTo>
                  <a:cubicBezTo>
                    <a:pt x="225" y="47"/>
                    <a:pt x="219" y="53"/>
                    <a:pt x="214" y="59"/>
                  </a:cubicBezTo>
                  <a:lnTo>
                    <a:pt x="214" y="59"/>
                  </a:lnTo>
                  <a:cubicBezTo>
                    <a:pt x="212" y="62"/>
                    <a:pt x="210" y="65"/>
                    <a:pt x="208" y="68"/>
                  </a:cubicBezTo>
                  <a:cubicBezTo>
                    <a:pt x="202" y="79"/>
                    <a:pt x="198" y="90"/>
                    <a:pt x="195" y="101"/>
                  </a:cubicBezTo>
                  <a:cubicBezTo>
                    <a:pt x="191" y="113"/>
                    <a:pt x="193" y="130"/>
                    <a:pt x="181" y="136"/>
                  </a:cubicBezTo>
                  <a:lnTo>
                    <a:pt x="181" y="136"/>
                  </a:lnTo>
                  <a:cubicBezTo>
                    <a:pt x="178" y="137"/>
                    <a:pt x="175" y="138"/>
                    <a:pt x="171" y="138"/>
                  </a:cubicBezTo>
                  <a:cubicBezTo>
                    <a:pt x="167" y="138"/>
                    <a:pt x="163" y="137"/>
                    <a:pt x="159" y="135"/>
                  </a:cubicBezTo>
                  <a:cubicBezTo>
                    <a:pt x="135" y="127"/>
                    <a:pt x="111" y="108"/>
                    <a:pt x="85" y="109"/>
                  </a:cubicBezTo>
                  <a:cubicBezTo>
                    <a:pt x="60" y="110"/>
                    <a:pt x="32" y="110"/>
                    <a:pt x="5" y="113"/>
                  </a:cubicBezTo>
                  <a:cubicBezTo>
                    <a:pt x="3" y="113"/>
                    <a:pt x="0" y="115"/>
                    <a:pt x="0" y="117"/>
                  </a:cubicBezTo>
                  <a:lnTo>
                    <a:pt x="0" y="117"/>
                  </a:lnTo>
                  <a:cubicBezTo>
                    <a:pt x="0" y="117"/>
                    <a:pt x="1" y="117"/>
                    <a:pt x="1" y="118"/>
                  </a:cubicBezTo>
                  <a:lnTo>
                    <a:pt x="2" y="119"/>
                  </a:lnTo>
                  <a:lnTo>
                    <a:pt x="2" y="119"/>
                  </a:lnTo>
                  <a:cubicBezTo>
                    <a:pt x="3" y="120"/>
                    <a:pt x="5" y="121"/>
                    <a:pt x="6" y="122"/>
                  </a:cubicBezTo>
                  <a:cubicBezTo>
                    <a:pt x="10" y="124"/>
                    <a:pt x="15" y="126"/>
                    <a:pt x="19" y="126"/>
                  </a:cubicBezTo>
                  <a:cubicBezTo>
                    <a:pt x="25" y="127"/>
                    <a:pt x="32" y="127"/>
                    <a:pt x="38" y="129"/>
                  </a:cubicBezTo>
                  <a:lnTo>
                    <a:pt x="17" y="137"/>
                  </a:lnTo>
                  <a:lnTo>
                    <a:pt x="16" y="138"/>
                  </a:lnTo>
                  <a:lnTo>
                    <a:pt x="16" y="138"/>
                  </a:lnTo>
                  <a:lnTo>
                    <a:pt x="16" y="138"/>
                  </a:lnTo>
                  <a:cubicBezTo>
                    <a:pt x="22" y="140"/>
                    <a:pt x="28" y="141"/>
                    <a:pt x="34" y="141"/>
                  </a:cubicBezTo>
                  <a:cubicBezTo>
                    <a:pt x="35" y="141"/>
                    <a:pt x="37" y="141"/>
                    <a:pt x="38" y="141"/>
                  </a:cubicBezTo>
                  <a:cubicBezTo>
                    <a:pt x="43" y="141"/>
                    <a:pt x="47" y="139"/>
                    <a:pt x="51" y="143"/>
                  </a:cubicBezTo>
                  <a:cubicBezTo>
                    <a:pt x="46" y="147"/>
                    <a:pt x="39" y="149"/>
                    <a:pt x="33" y="152"/>
                  </a:cubicBezTo>
                  <a:lnTo>
                    <a:pt x="33" y="152"/>
                  </a:lnTo>
                  <a:lnTo>
                    <a:pt x="33" y="152"/>
                  </a:lnTo>
                  <a:lnTo>
                    <a:pt x="32" y="153"/>
                  </a:lnTo>
                  <a:lnTo>
                    <a:pt x="32" y="154"/>
                  </a:lnTo>
                  <a:cubicBezTo>
                    <a:pt x="32" y="155"/>
                    <a:pt x="32" y="156"/>
                    <a:pt x="33" y="156"/>
                  </a:cubicBezTo>
                  <a:lnTo>
                    <a:pt x="33" y="156"/>
                  </a:lnTo>
                  <a:lnTo>
                    <a:pt x="34" y="156"/>
                  </a:lnTo>
                  <a:cubicBezTo>
                    <a:pt x="36" y="158"/>
                    <a:pt x="40" y="159"/>
                    <a:pt x="43" y="159"/>
                  </a:cubicBezTo>
                  <a:cubicBezTo>
                    <a:pt x="44" y="159"/>
                    <a:pt x="46" y="159"/>
                    <a:pt x="47" y="159"/>
                  </a:cubicBezTo>
                  <a:lnTo>
                    <a:pt x="47" y="159"/>
                  </a:lnTo>
                  <a:cubicBezTo>
                    <a:pt x="54" y="158"/>
                    <a:pt x="61" y="156"/>
                    <a:pt x="68" y="154"/>
                  </a:cubicBezTo>
                  <a:cubicBezTo>
                    <a:pt x="71" y="152"/>
                    <a:pt x="82" y="149"/>
                    <a:pt x="84" y="146"/>
                  </a:cubicBezTo>
                  <a:lnTo>
                    <a:pt x="75" y="165"/>
                  </a:lnTo>
                  <a:lnTo>
                    <a:pt x="75" y="165"/>
                  </a:lnTo>
                  <a:cubicBezTo>
                    <a:pt x="81" y="165"/>
                    <a:pt x="86" y="163"/>
                    <a:pt x="91" y="161"/>
                  </a:cubicBezTo>
                  <a:cubicBezTo>
                    <a:pt x="93" y="160"/>
                    <a:pt x="95" y="158"/>
                    <a:pt x="97" y="156"/>
                  </a:cubicBezTo>
                  <a:lnTo>
                    <a:pt x="95" y="168"/>
                  </a:lnTo>
                  <a:lnTo>
                    <a:pt x="95" y="168"/>
                  </a:lnTo>
                  <a:cubicBezTo>
                    <a:pt x="94" y="169"/>
                    <a:pt x="94" y="169"/>
                    <a:pt x="94" y="170"/>
                  </a:cubicBezTo>
                  <a:cubicBezTo>
                    <a:pt x="94" y="171"/>
                    <a:pt x="94" y="172"/>
                    <a:pt x="95" y="173"/>
                  </a:cubicBezTo>
                  <a:cubicBezTo>
                    <a:pt x="97" y="176"/>
                    <a:pt x="102" y="174"/>
                    <a:pt x="104" y="171"/>
                  </a:cubicBezTo>
                  <a:cubicBezTo>
                    <a:pt x="106" y="167"/>
                    <a:pt x="108" y="163"/>
                    <a:pt x="111" y="161"/>
                  </a:cubicBezTo>
                  <a:lnTo>
                    <a:pt x="111" y="161"/>
                  </a:lnTo>
                  <a:cubicBezTo>
                    <a:pt x="111" y="162"/>
                    <a:pt x="111" y="163"/>
                    <a:pt x="111" y="165"/>
                  </a:cubicBezTo>
                  <a:cubicBezTo>
                    <a:pt x="111" y="166"/>
                    <a:pt x="111" y="167"/>
                    <a:pt x="111" y="168"/>
                  </a:cubicBezTo>
                  <a:cubicBezTo>
                    <a:pt x="111" y="170"/>
                    <a:pt x="113" y="173"/>
                    <a:pt x="116" y="173"/>
                  </a:cubicBezTo>
                  <a:lnTo>
                    <a:pt x="116" y="173"/>
                  </a:lnTo>
                  <a:cubicBezTo>
                    <a:pt x="116" y="172"/>
                    <a:pt x="116" y="172"/>
                    <a:pt x="116" y="172"/>
                  </a:cubicBezTo>
                  <a:cubicBezTo>
                    <a:pt x="117" y="172"/>
                    <a:pt x="117" y="171"/>
                    <a:pt x="118" y="171"/>
                  </a:cubicBezTo>
                  <a:lnTo>
                    <a:pt x="126" y="160"/>
                  </a:lnTo>
                  <a:cubicBezTo>
                    <a:pt x="126" y="161"/>
                    <a:pt x="137" y="172"/>
                    <a:pt x="138" y="173"/>
                  </a:cubicBezTo>
                  <a:lnTo>
                    <a:pt x="138" y="173"/>
                  </a:lnTo>
                  <a:cubicBezTo>
                    <a:pt x="139" y="173"/>
                    <a:pt x="139" y="173"/>
                    <a:pt x="139" y="173"/>
                  </a:cubicBezTo>
                  <a:cubicBezTo>
                    <a:pt x="140" y="174"/>
                    <a:pt x="141" y="174"/>
                    <a:pt x="142" y="174"/>
                  </a:cubicBezTo>
                  <a:lnTo>
                    <a:pt x="142" y="174"/>
                  </a:lnTo>
                  <a:lnTo>
                    <a:pt x="143" y="174"/>
                  </a:lnTo>
                  <a:cubicBezTo>
                    <a:pt x="144" y="173"/>
                    <a:pt x="144" y="173"/>
                    <a:pt x="145" y="172"/>
                  </a:cubicBezTo>
                  <a:cubicBezTo>
                    <a:pt x="145" y="172"/>
                    <a:pt x="145" y="171"/>
                    <a:pt x="145" y="170"/>
                  </a:cubicBezTo>
                  <a:lnTo>
                    <a:pt x="145" y="169"/>
                  </a:lnTo>
                  <a:lnTo>
                    <a:pt x="145" y="169"/>
                  </a:lnTo>
                  <a:cubicBezTo>
                    <a:pt x="145" y="168"/>
                    <a:pt x="145" y="167"/>
                    <a:pt x="144" y="166"/>
                  </a:cubicBezTo>
                  <a:cubicBezTo>
                    <a:pt x="143" y="165"/>
                    <a:pt x="143" y="164"/>
                    <a:pt x="142" y="163"/>
                  </a:cubicBezTo>
                  <a:lnTo>
                    <a:pt x="142" y="163"/>
                  </a:lnTo>
                  <a:lnTo>
                    <a:pt x="143" y="164"/>
                  </a:lnTo>
                  <a:cubicBezTo>
                    <a:pt x="149" y="167"/>
                    <a:pt x="156" y="170"/>
                    <a:pt x="163" y="171"/>
                  </a:cubicBezTo>
                  <a:lnTo>
                    <a:pt x="163" y="171"/>
                  </a:lnTo>
                  <a:lnTo>
                    <a:pt x="162" y="170"/>
                  </a:lnTo>
                  <a:cubicBezTo>
                    <a:pt x="161" y="168"/>
                    <a:pt x="159" y="166"/>
                    <a:pt x="157" y="165"/>
                  </a:cubicBezTo>
                  <a:lnTo>
                    <a:pt x="156" y="164"/>
                  </a:lnTo>
                  <a:lnTo>
                    <a:pt x="171" y="169"/>
                  </a:lnTo>
                  <a:cubicBezTo>
                    <a:pt x="172" y="169"/>
                    <a:pt x="173" y="169"/>
                    <a:pt x="174" y="169"/>
                  </a:cubicBezTo>
                  <a:cubicBezTo>
                    <a:pt x="174" y="169"/>
                    <a:pt x="174" y="166"/>
                    <a:pt x="172" y="167"/>
                  </a:cubicBezTo>
                  <a:cubicBezTo>
                    <a:pt x="178" y="172"/>
                    <a:pt x="186" y="172"/>
                    <a:pt x="190" y="177"/>
                  </a:cubicBezTo>
                  <a:lnTo>
                    <a:pt x="191" y="1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4550" rIns="90000" bIns="34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554440" y="1819108"/>
              <a:ext cx="175320" cy="134280"/>
            </a:xfrm>
            <a:custGeom>
              <a:avLst/>
              <a:gdLst/>
              <a:ahLst/>
              <a:cxnLst/>
              <a:rect l="l" t="t" r="r" b="b"/>
              <a:pathLst>
                <a:path w="487" h="373" extrusionOk="0">
                  <a:moveTo>
                    <a:pt x="384" y="41"/>
                  </a:moveTo>
                  <a:cubicBezTo>
                    <a:pt x="419" y="52"/>
                    <a:pt x="451" y="74"/>
                    <a:pt x="487" y="77"/>
                  </a:cubicBezTo>
                  <a:lnTo>
                    <a:pt x="487" y="77"/>
                  </a:lnTo>
                  <a:cubicBezTo>
                    <a:pt x="485" y="78"/>
                    <a:pt x="484" y="79"/>
                    <a:pt x="482" y="80"/>
                  </a:cubicBezTo>
                  <a:cubicBezTo>
                    <a:pt x="471" y="87"/>
                    <a:pt x="459" y="90"/>
                    <a:pt x="447" y="90"/>
                  </a:cubicBezTo>
                  <a:cubicBezTo>
                    <a:pt x="442" y="90"/>
                    <a:pt x="437" y="89"/>
                    <a:pt x="433" y="88"/>
                  </a:cubicBezTo>
                  <a:lnTo>
                    <a:pt x="474" y="124"/>
                  </a:lnTo>
                  <a:lnTo>
                    <a:pt x="474" y="124"/>
                  </a:lnTo>
                  <a:lnTo>
                    <a:pt x="473" y="124"/>
                  </a:lnTo>
                  <a:cubicBezTo>
                    <a:pt x="447" y="124"/>
                    <a:pt x="422" y="118"/>
                    <a:pt x="399" y="106"/>
                  </a:cubicBezTo>
                  <a:lnTo>
                    <a:pt x="399" y="106"/>
                  </a:lnTo>
                  <a:cubicBezTo>
                    <a:pt x="412" y="118"/>
                    <a:pt x="422" y="131"/>
                    <a:pt x="431" y="146"/>
                  </a:cubicBezTo>
                  <a:cubicBezTo>
                    <a:pt x="432" y="148"/>
                    <a:pt x="433" y="149"/>
                    <a:pt x="433" y="150"/>
                  </a:cubicBezTo>
                  <a:lnTo>
                    <a:pt x="433" y="150"/>
                  </a:lnTo>
                  <a:cubicBezTo>
                    <a:pt x="432" y="150"/>
                    <a:pt x="431" y="150"/>
                    <a:pt x="429" y="150"/>
                  </a:cubicBezTo>
                  <a:cubicBezTo>
                    <a:pt x="409" y="150"/>
                    <a:pt x="389" y="145"/>
                    <a:pt x="372" y="135"/>
                  </a:cubicBezTo>
                  <a:cubicBezTo>
                    <a:pt x="368" y="133"/>
                    <a:pt x="365" y="131"/>
                    <a:pt x="361" y="128"/>
                  </a:cubicBezTo>
                  <a:lnTo>
                    <a:pt x="361" y="128"/>
                  </a:lnTo>
                  <a:cubicBezTo>
                    <a:pt x="365" y="131"/>
                    <a:pt x="368" y="135"/>
                    <a:pt x="370" y="139"/>
                  </a:cubicBezTo>
                  <a:cubicBezTo>
                    <a:pt x="374" y="146"/>
                    <a:pt x="376" y="154"/>
                    <a:pt x="376" y="162"/>
                  </a:cubicBezTo>
                  <a:lnTo>
                    <a:pt x="376" y="162"/>
                  </a:lnTo>
                  <a:lnTo>
                    <a:pt x="376" y="162"/>
                  </a:lnTo>
                  <a:cubicBezTo>
                    <a:pt x="369" y="160"/>
                    <a:pt x="362" y="157"/>
                    <a:pt x="356" y="153"/>
                  </a:cubicBezTo>
                  <a:cubicBezTo>
                    <a:pt x="347" y="148"/>
                    <a:pt x="338" y="141"/>
                    <a:pt x="331" y="133"/>
                  </a:cubicBezTo>
                  <a:cubicBezTo>
                    <a:pt x="341" y="135"/>
                    <a:pt x="337" y="152"/>
                    <a:pt x="327" y="153"/>
                  </a:cubicBezTo>
                  <a:cubicBezTo>
                    <a:pt x="318" y="154"/>
                    <a:pt x="309" y="146"/>
                    <a:pt x="301" y="139"/>
                  </a:cubicBezTo>
                  <a:lnTo>
                    <a:pt x="307" y="168"/>
                  </a:lnTo>
                  <a:lnTo>
                    <a:pt x="274" y="156"/>
                  </a:lnTo>
                  <a:lnTo>
                    <a:pt x="274" y="156"/>
                  </a:lnTo>
                  <a:cubicBezTo>
                    <a:pt x="276" y="160"/>
                    <a:pt x="277" y="164"/>
                    <a:pt x="277" y="169"/>
                  </a:cubicBezTo>
                  <a:cubicBezTo>
                    <a:pt x="277" y="171"/>
                    <a:pt x="277" y="173"/>
                    <a:pt x="277" y="175"/>
                  </a:cubicBezTo>
                  <a:lnTo>
                    <a:pt x="251" y="169"/>
                  </a:lnTo>
                  <a:lnTo>
                    <a:pt x="251" y="169"/>
                  </a:lnTo>
                  <a:cubicBezTo>
                    <a:pt x="249" y="174"/>
                    <a:pt x="248" y="179"/>
                    <a:pt x="248" y="185"/>
                  </a:cubicBezTo>
                  <a:cubicBezTo>
                    <a:pt x="248" y="191"/>
                    <a:pt x="249" y="197"/>
                    <a:pt x="252" y="202"/>
                  </a:cubicBezTo>
                  <a:cubicBezTo>
                    <a:pt x="255" y="207"/>
                    <a:pt x="259" y="211"/>
                    <a:pt x="263" y="214"/>
                  </a:cubicBezTo>
                  <a:lnTo>
                    <a:pt x="263" y="214"/>
                  </a:lnTo>
                  <a:cubicBezTo>
                    <a:pt x="264" y="215"/>
                    <a:pt x="266" y="215"/>
                    <a:pt x="267" y="216"/>
                  </a:cubicBezTo>
                  <a:cubicBezTo>
                    <a:pt x="280" y="224"/>
                    <a:pt x="295" y="229"/>
                    <a:pt x="310" y="233"/>
                  </a:cubicBezTo>
                  <a:lnTo>
                    <a:pt x="310" y="233"/>
                  </a:lnTo>
                  <a:cubicBezTo>
                    <a:pt x="324" y="237"/>
                    <a:pt x="338" y="244"/>
                    <a:pt x="351" y="251"/>
                  </a:cubicBezTo>
                  <a:cubicBezTo>
                    <a:pt x="369" y="261"/>
                    <a:pt x="385" y="274"/>
                    <a:pt x="399" y="288"/>
                  </a:cubicBezTo>
                  <a:lnTo>
                    <a:pt x="345" y="270"/>
                  </a:lnTo>
                  <a:lnTo>
                    <a:pt x="380" y="315"/>
                  </a:lnTo>
                  <a:lnTo>
                    <a:pt x="327" y="301"/>
                  </a:lnTo>
                  <a:lnTo>
                    <a:pt x="327" y="301"/>
                  </a:lnTo>
                  <a:cubicBezTo>
                    <a:pt x="341" y="318"/>
                    <a:pt x="355" y="335"/>
                    <a:pt x="365" y="354"/>
                  </a:cubicBezTo>
                  <a:cubicBezTo>
                    <a:pt x="369" y="360"/>
                    <a:pt x="372" y="367"/>
                    <a:pt x="375" y="373"/>
                  </a:cubicBezTo>
                  <a:lnTo>
                    <a:pt x="375" y="373"/>
                  </a:lnTo>
                  <a:cubicBezTo>
                    <a:pt x="361" y="368"/>
                    <a:pt x="349" y="361"/>
                    <a:pt x="335" y="354"/>
                  </a:cubicBezTo>
                  <a:cubicBezTo>
                    <a:pt x="296" y="331"/>
                    <a:pt x="263" y="299"/>
                    <a:pt x="240" y="260"/>
                  </a:cubicBezTo>
                  <a:lnTo>
                    <a:pt x="240" y="260"/>
                  </a:lnTo>
                  <a:cubicBezTo>
                    <a:pt x="243" y="263"/>
                    <a:pt x="246" y="267"/>
                    <a:pt x="248" y="271"/>
                  </a:cubicBezTo>
                  <a:cubicBezTo>
                    <a:pt x="252" y="278"/>
                    <a:pt x="254" y="286"/>
                    <a:pt x="254" y="294"/>
                  </a:cubicBezTo>
                  <a:cubicBezTo>
                    <a:pt x="254" y="295"/>
                    <a:pt x="254" y="297"/>
                    <a:pt x="254" y="298"/>
                  </a:cubicBezTo>
                  <a:lnTo>
                    <a:pt x="254" y="298"/>
                  </a:lnTo>
                  <a:cubicBezTo>
                    <a:pt x="242" y="289"/>
                    <a:pt x="233" y="277"/>
                    <a:pt x="224" y="264"/>
                  </a:cubicBezTo>
                  <a:cubicBezTo>
                    <a:pt x="224" y="263"/>
                    <a:pt x="222" y="261"/>
                    <a:pt x="222" y="260"/>
                  </a:cubicBezTo>
                  <a:lnTo>
                    <a:pt x="222" y="260"/>
                  </a:lnTo>
                  <a:cubicBezTo>
                    <a:pt x="221" y="258"/>
                    <a:pt x="220" y="256"/>
                    <a:pt x="218" y="254"/>
                  </a:cubicBezTo>
                  <a:cubicBezTo>
                    <a:pt x="216" y="250"/>
                    <a:pt x="214" y="247"/>
                    <a:pt x="212" y="245"/>
                  </a:cubicBezTo>
                  <a:lnTo>
                    <a:pt x="212" y="245"/>
                  </a:lnTo>
                  <a:cubicBezTo>
                    <a:pt x="210" y="243"/>
                    <a:pt x="208" y="241"/>
                    <a:pt x="205" y="240"/>
                  </a:cubicBezTo>
                  <a:cubicBezTo>
                    <a:pt x="201" y="237"/>
                    <a:pt x="196" y="235"/>
                    <a:pt x="190" y="234"/>
                  </a:cubicBezTo>
                  <a:cubicBezTo>
                    <a:pt x="147" y="222"/>
                    <a:pt x="100" y="195"/>
                    <a:pt x="81" y="152"/>
                  </a:cubicBezTo>
                  <a:cubicBezTo>
                    <a:pt x="71" y="131"/>
                    <a:pt x="74" y="107"/>
                    <a:pt x="66" y="86"/>
                  </a:cubicBezTo>
                  <a:lnTo>
                    <a:pt x="66" y="86"/>
                  </a:lnTo>
                  <a:cubicBezTo>
                    <a:pt x="64" y="82"/>
                    <a:pt x="62" y="78"/>
                    <a:pt x="60" y="74"/>
                  </a:cubicBezTo>
                  <a:cubicBezTo>
                    <a:pt x="51" y="59"/>
                    <a:pt x="40" y="44"/>
                    <a:pt x="28" y="32"/>
                  </a:cubicBezTo>
                  <a:lnTo>
                    <a:pt x="28" y="32"/>
                  </a:lnTo>
                  <a:cubicBezTo>
                    <a:pt x="24" y="25"/>
                    <a:pt x="19" y="19"/>
                    <a:pt x="12" y="15"/>
                  </a:cubicBezTo>
                  <a:cubicBezTo>
                    <a:pt x="8" y="13"/>
                    <a:pt x="4" y="11"/>
                    <a:pt x="0" y="10"/>
                  </a:cubicBezTo>
                  <a:cubicBezTo>
                    <a:pt x="0" y="4"/>
                    <a:pt x="7" y="0"/>
                    <a:pt x="14" y="0"/>
                  </a:cubicBezTo>
                  <a:lnTo>
                    <a:pt x="14" y="0"/>
                  </a:lnTo>
                  <a:cubicBezTo>
                    <a:pt x="20" y="2"/>
                    <a:pt x="27" y="3"/>
                    <a:pt x="33" y="4"/>
                  </a:cubicBezTo>
                  <a:lnTo>
                    <a:pt x="33" y="4"/>
                  </a:lnTo>
                  <a:cubicBezTo>
                    <a:pt x="38" y="3"/>
                    <a:pt x="42" y="1"/>
                    <a:pt x="46" y="0"/>
                  </a:cubicBezTo>
                  <a:lnTo>
                    <a:pt x="46" y="0"/>
                  </a:lnTo>
                  <a:cubicBezTo>
                    <a:pt x="47" y="0"/>
                    <a:pt x="49" y="0"/>
                    <a:pt x="50" y="0"/>
                  </a:cubicBezTo>
                  <a:cubicBezTo>
                    <a:pt x="58" y="0"/>
                    <a:pt x="66" y="2"/>
                    <a:pt x="73" y="6"/>
                  </a:cubicBezTo>
                  <a:cubicBezTo>
                    <a:pt x="77" y="8"/>
                    <a:pt x="80" y="11"/>
                    <a:pt x="83" y="13"/>
                  </a:cubicBezTo>
                  <a:cubicBezTo>
                    <a:pt x="107" y="33"/>
                    <a:pt x="139" y="80"/>
                    <a:pt x="171" y="86"/>
                  </a:cubicBezTo>
                  <a:cubicBezTo>
                    <a:pt x="195" y="90"/>
                    <a:pt x="226" y="67"/>
                    <a:pt x="246" y="56"/>
                  </a:cubicBezTo>
                  <a:lnTo>
                    <a:pt x="246" y="56"/>
                  </a:lnTo>
                  <a:cubicBezTo>
                    <a:pt x="272" y="41"/>
                    <a:pt x="302" y="34"/>
                    <a:pt x="333" y="34"/>
                  </a:cubicBezTo>
                  <a:cubicBezTo>
                    <a:pt x="350" y="34"/>
                    <a:pt x="367" y="36"/>
                    <a:pt x="384" y="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-125" y="4889817"/>
              <a:ext cx="707040" cy="282600"/>
            </a:xfrm>
            <a:custGeom>
              <a:avLst/>
              <a:gdLst/>
              <a:ahLst/>
              <a:cxnLst/>
              <a:rect l="l" t="t" r="r" b="b"/>
              <a:pathLst>
                <a:path w="1964" h="785" extrusionOk="0">
                  <a:moveTo>
                    <a:pt x="1964" y="767"/>
                  </a:moveTo>
                  <a:lnTo>
                    <a:pt x="1964" y="767"/>
                  </a:lnTo>
                  <a:cubicBezTo>
                    <a:pt x="1909" y="678"/>
                    <a:pt x="1845" y="596"/>
                    <a:pt x="1773" y="520"/>
                  </a:cubicBezTo>
                  <a:lnTo>
                    <a:pt x="1773" y="520"/>
                  </a:lnTo>
                  <a:cubicBezTo>
                    <a:pt x="1724" y="466"/>
                    <a:pt x="1667" y="419"/>
                    <a:pt x="1603" y="383"/>
                  </a:cubicBezTo>
                  <a:cubicBezTo>
                    <a:pt x="1573" y="366"/>
                    <a:pt x="1543" y="351"/>
                    <a:pt x="1511" y="338"/>
                  </a:cubicBezTo>
                  <a:cubicBezTo>
                    <a:pt x="1409" y="303"/>
                    <a:pt x="1290" y="307"/>
                    <a:pt x="1202" y="370"/>
                  </a:cubicBezTo>
                  <a:lnTo>
                    <a:pt x="1202" y="370"/>
                  </a:lnTo>
                  <a:cubicBezTo>
                    <a:pt x="1137" y="257"/>
                    <a:pt x="1044" y="164"/>
                    <a:pt x="931" y="99"/>
                  </a:cubicBezTo>
                  <a:cubicBezTo>
                    <a:pt x="818" y="34"/>
                    <a:pt x="690" y="0"/>
                    <a:pt x="559" y="0"/>
                  </a:cubicBezTo>
                  <a:cubicBezTo>
                    <a:pt x="428" y="0"/>
                    <a:pt x="300" y="34"/>
                    <a:pt x="187" y="99"/>
                  </a:cubicBezTo>
                  <a:cubicBezTo>
                    <a:pt x="117" y="140"/>
                    <a:pt x="54" y="192"/>
                    <a:pt x="0" y="252"/>
                  </a:cubicBezTo>
                  <a:lnTo>
                    <a:pt x="0" y="785"/>
                  </a:lnTo>
                  <a:lnTo>
                    <a:pt x="1964" y="76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8369751" y="4188766"/>
              <a:ext cx="674547" cy="96801"/>
            </a:xfrm>
            <a:custGeom>
              <a:avLst/>
              <a:gdLst/>
              <a:ahLst/>
              <a:cxnLst/>
              <a:rect l="l" t="t" r="r" b="b"/>
              <a:pathLst>
                <a:path w="3457" h="496" extrusionOk="0">
                  <a:moveTo>
                    <a:pt x="2755" y="340"/>
                  </a:moveTo>
                  <a:lnTo>
                    <a:pt x="2755" y="340"/>
                  </a:lnTo>
                  <a:cubicBezTo>
                    <a:pt x="2786" y="330"/>
                    <a:pt x="2819" y="325"/>
                    <a:pt x="2852" y="325"/>
                  </a:cubicBezTo>
                  <a:cubicBezTo>
                    <a:pt x="2853" y="325"/>
                    <a:pt x="2854" y="325"/>
                    <a:pt x="2855" y="325"/>
                  </a:cubicBezTo>
                  <a:cubicBezTo>
                    <a:pt x="2885" y="328"/>
                    <a:pt x="2913" y="345"/>
                    <a:pt x="2941" y="358"/>
                  </a:cubicBezTo>
                  <a:lnTo>
                    <a:pt x="2941" y="358"/>
                  </a:lnTo>
                  <a:cubicBezTo>
                    <a:pt x="2994" y="379"/>
                    <a:pt x="3050" y="394"/>
                    <a:pt x="3107" y="402"/>
                  </a:cubicBezTo>
                  <a:cubicBezTo>
                    <a:pt x="3221" y="422"/>
                    <a:pt x="3347" y="431"/>
                    <a:pt x="3457" y="473"/>
                  </a:cubicBezTo>
                  <a:cubicBezTo>
                    <a:pt x="2708" y="489"/>
                    <a:pt x="1968" y="478"/>
                    <a:pt x="1220" y="494"/>
                  </a:cubicBezTo>
                  <a:cubicBezTo>
                    <a:pt x="814" y="502"/>
                    <a:pt x="405" y="491"/>
                    <a:pt x="0" y="464"/>
                  </a:cubicBezTo>
                  <a:cubicBezTo>
                    <a:pt x="210" y="412"/>
                    <a:pt x="416" y="375"/>
                    <a:pt x="627" y="335"/>
                  </a:cubicBezTo>
                  <a:lnTo>
                    <a:pt x="627" y="335"/>
                  </a:lnTo>
                  <a:cubicBezTo>
                    <a:pt x="646" y="333"/>
                    <a:pt x="663" y="327"/>
                    <a:pt x="679" y="318"/>
                  </a:cubicBezTo>
                  <a:cubicBezTo>
                    <a:pt x="682" y="316"/>
                    <a:pt x="684" y="315"/>
                    <a:pt x="687" y="313"/>
                  </a:cubicBezTo>
                  <a:lnTo>
                    <a:pt x="687" y="313"/>
                  </a:lnTo>
                  <a:cubicBezTo>
                    <a:pt x="702" y="298"/>
                    <a:pt x="715" y="281"/>
                    <a:pt x="726" y="262"/>
                  </a:cubicBezTo>
                  <a:lnTo>
                    <a:pt x="726" y="262"/>
                  </a:lnTo>
                  <a:cubicBezTo>
                    <a:pt x="736" y="250"/>
                    <a:pt x="748" y="239"/>
                    <a:pt x="763" y="231"/>
                  </a:cubicBezTo>
                  <a:cubicBezTo>
                    <a:pt x="783" y="219"/>
                    <a:pt x="806" y="213"/>
                    <a:pt x="829" y="213"/>
                  </a:cubicBezTo>
                  <a:cubicBezTo>
                    <a:pt x="845" y="213"/>
                    <a:pt x="861" y="216"/>
                    <a:pt x="877" y="222"/>
                  </a:cubicBezTo>
                  <a:lnTo>
                    <a:pt x="877" y="222"/>
                  </a:lnTo>
                  <a:cubicBezTo>
                    <a:pt x="923" y="170"/>
                    <a:pt x="978" y="125"/>
                    <a:pt x="1039" y="90"/>
                  </a:cubicBezTo>
                  <a:cubicBezTo>
                    <a:pt x="1141" y="31"/>
                    <a:pt x="1257" y="0"/>
                    <a:pt x="1374" y="0"/>
                  </a:cubicBezTo>
                  <a:cubicBezTo>
                    <a:pt x="1390" y="0"/>
                    <a:pt x="1405" y="1"/>
                    <a:pt x="1421" y="2"/>
                  </a:cubicBezTo>
                  <a:cubicBezTo>
                    <a:pt x="1559" y="13"/>
                    <a:pt x="1709" y="85"/>
                    <a:pt x="1747" y="218"/>
                  </a:cubicBezTo>
                  <a:lnTo>
                    <a:pt x="1747" y="218"/>
                  </a:lnTo>
                  <a:cubicBezTo>
                    <a:pt x="1794" y="205"/>
                    <a:pt x="1842" y="199"/>
                    <a:pt x="1891" y="199"/>
                  </a:cubicBezTo>
                  <a:cubicBezTo>
                    <a:pt x="1952" y="199"/>
                    <a:pt x="2012" y="209"/>
                    <a:pt x="2069" y="229"/>
                  </a:cubicBezTo>
                  <a:lnTo>
                    <a:pt x="2069" y="229"/>
                  </a:lnTo>
                  <a:cubicBezTo>
                    <a:pt x="2104" y="244"/>
                    <a:pt x="2140" y="256"/>
                    <a:pt x="2177" y="264"/>
                  </a:cubicBezTo>
                  <a:cubicBezTo>
                    <a:pt x="2309" y="284"/>
                    <a:pt x="2410" y="218"/>
                    <a:pt x="2543" y="271"/>
                  </a:cubicBezTo>
                  <a:cubicBezTo>
                    <a:pt x="2588" y="288"/>
                    <a:pt x="2631" y="332"/>
                    <a:pt x="2677" y="342"/>
                  </a:cubicBezTo>
                  <a:lnTo>
                    <a:pt x="2677" y="342"/>
                  </a:lnTo>
                  <a:cubicBezTo>
                    <a:pt x="2688" y="344"/>
                    <a:pt x="2699" y="345"/>
                    <a:pt x="2710" y="345"/>
                  </a:cubicBezTo>
                  <a:cubicBezTo>
                    <a:pt x="2725" y="345"/>
                    <a:pt x="2740" y="344"/>
                    <a:pt x="2755" y="3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11"/>
          <p:cNvSpPr txBox="1">
            <a:spLocks noGrp="1"/>
          </p:cNvSpPr>
          <p:nvPr>
            <p:ph type="title" hasCustomPrompt="1"/>
          </p:nvPr>
        </p:nvSpPr>
        <p:spPr>
          <a:xfrm>
            <a:off x="2191025" y="1017725"/>
            <a:ext cx="4761900" cy="1039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7" name="Google Shape;147;p11"/>
          <p:cNvSpPr txBox="1">
            <a:spLocks noGrp="1"/>
          </p:cNvSpPr>
          <p:nvPr>
            <p:ph type="subTitle" idx="1"/>
          </p:nvPr>
        </p:nvSpPr>
        <p:spPr>
          <a:xfrm>
            <a:off x="3287500" y="2299925"/>
            <a:ext cx="2568900" cy="6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4"/>
          <p:cNvGrpSpPr/>
          <p:nvPr/>
        </p:nvGrpSpPr>
        <p:grpSpPr>
          <a:xfrm>
            <a:off x="-288127" y="254145"/>
            <a:ext cx="8944437" cy="1998868"/>
            <a:chOff x="-288127" y="254145"/>
            <a:chExt cx="8944437" cy="1998868"/>
          </a:xfrm>
        </p:grpSpPr>
        <p:sp>
          <p:nvSpPr>
            <p:cNvPr id="187" name="Google Shape;187;p14"/>
            <p:cNvSpPr/>
            <p:nvPr/>
          </p:nvSpPr>
          <p:spPr>
            <a:xfrm flipH="1">
              <a:off x="-288127" y="1615544"/>
              <a:ext cx="845271" cy="121271"/>
            </a:xfrm>
            <a:custGeom>
              <a:avLst/>
              <a:gdLst/>
              <a:ahLst/>
              <a:cxnLst/>
              <a:rect l="l" t="t" r="r" b="b"/>
              <a:pathLst>
                <a:path w="3457" h="496" extrusionOk="0">
                  <a:moveTo>
                    <a:pt x="2755" y="340"/>
                  </a:moveTo>
                  <a:lnTo>
                    <a:pt x="2755" y="340"/>
                  </a:lnTo>
                  <a:cubicBezTo>
                    <a:pt x="2786" y="330"/>
                    <a:pt x="2819" y="325"/>
                    <a:pt x="2852" y="325"/>
                  </a:cubicBezTo>
                  <a:cubicBezTo>
                    <a:pt x="2853" y="325"/>
                    <a:pt x="2854" y="325"/>
                    <a:pt x="2855" y="325"/>
                  </a:cubicBezTo>
                  <a:cubicBezTo>
                    <a:pt x="2885" y="328"/>
                    <a:pt x="2913" y="345"/>
                    <a:pt x="2941" y="358"/>
                  </a:cubicBezTo>
                  <a:lnTo>
                    <a:pt x="2941" y="358"/>
                  </a:lnTo>
                  <a:cubicBezTo>
                    <a:pt x="2994" y="379"/>
                    <a:pt x="3050" y="394"/>
                    <a:pt x="3107" y="402"/>
                  </a:cubicBezTo>
                  <a:cubicBezTo>
                    <a:pt x="3221" y="422"/>
                    <a:pt x="3347" y="431"/>
                    <a:pt x="3457" y="473"/>
                  </a:cubicBezTo>
                  <a:cubicBezTo>
                    <a:pt x="2708" y="489"/>
                    <a:pt x="1968" y="478"/>
                    <a:pt x="1220" y="494"/>
                  </a:cubicBezTo>
                  <a:cubicBezTo>
                    <a:pt x="814" y="502"/>
                    <a:pt x="405" y="491"/>
                    <a:pt x="0" y="464"/>
                  </a:cubicBezTo>
                  <a:cubicBezTo>
                    <a:pt x="210" y="412"/>
                    <a:pt x="416" y="375"/>
                    <a:pt x="627" y="335"/>
                  </a:cubicBezTo>
                  <a:lnTo>
                    <a:pt x="627" y="335"/>
                  </a:lnTo>
                  <a:cubicBezTo>
                    <a:pt x="646" y="333"/>
                    <a:pt x="663" y="327"/>
                    <a:pt x="679" y="318"/>
                  </a:cubicBezTo>
                  <a:cubicBezTo>
                    <a:pt x="682" y="316"/>
                    <a:pt x="684" y="315"/>
                    <a:pt x="687" y="313"/>
                  </a:cubicBezTo>
                  <a:lnTo>
                    <a:pt x="687" y="313"/>
                  </a:lnTo>
                  <a:cubicBezTo>
                    <a:pt x="702" y="298"/>
                    <a:pt x="715" y="281"/>
                    <a:pt x="726" y="262"/>
                  </a:cubicBezTo>
                  <a:lnTo>
                    <a:pt x="726" y="262"/>
                  </a:lnTo>
                  <a:cubicBezTo>
                    <a:pt x="736" y="250"/>
                    <a:pt x="748" y="239"/>
                    <a:pt x="763" y="231"/>
                  </a:cubicBezTo>
                  <a:cubicBezTo>
                    <a:pt x="783" y="219"/>
                    <a:pt x="806" y="213"/>
                    <a:pt x="829" y="213"/>
                  </a:cubicBezTo>
                  <a:cubicBezTo>
                    <a:pt x="845" y="213"/>
                    <a:pt x="861" y="216"/>
                    <a:pt x="877" y="222"/>
                  </a:cubicBezTo>
                  <a:lnTo>
                    <a:pt x="877" y="222"/>
                  </a:lnTo>
                  <a:cubicBezTo>
                    <a:pt x="923" y="170"/>
                    <a:pt x="978" y="125"/>
                    <a:pt x="1039" y="90"/>
                  </a:cubicBezTo>
                  <a:cubicBezTo>
                    <a:pt x="1141" y="31"/>
                    <a:pt x="1257" y="0"/>
                    <a:pt x="1374" y="0"/>
                  </a:cubicBezTo>
                  <a:cubicBezTo>
                    <a:pt x="1390" y="0"/>
                    <a:pt x="1405" y="1"/>
                    <a:pt x="1421" y="2"/>
                  </a:cubicBezTo>
                  <a:cubicBezTo>
                    <a:pt x="1559" y="13"/>
                    <a:pt x="1709" y="85"/>
                    <a:pt x="1747" y="218"/>
                  </a:cubicBezTo>
                  <a:lnTo>
                    <a:pt x="1747" y="218"/>
                  </a:lnTo>
                  <a:cubicBezTo>
                    <a:pt x="1794" y="205"/>
                    <a:pt x="1842" y="199"/>
                    <a:pt x="1891" y="199"/>
                  </a:cubicBezTo>
                  <a:cubicBezTo>
                    <a:pt x="1952" y="199"/>
                    <a:pt x="2012" y="209"/>
                    <a:pt x="2069" y="229"/>
                  </a:cubicBezTo>
                  <a:lnTo>
                    <a:pt x="2069" y="229"/>
                  </a:lnTo>
                  <a:cubicBezTo>
                    <a:pt x="2104" y="244"/>
                    <a:pt x="2140" y="256"/>
                    <a:pt x="2177" y="264"/>
                  </a:cubicBezTo>
                  <a:cubicBezTo>
                    <a:pt x="2309" y="284"/>
                    <a:pt x="2410" y="218"/>
                    <a:pt x="2543" y="271"/>
                  </a:cubicBezTo>
                  <a:cubicBezTo>
                    <a:pt x="2588" y="288"/>
                    <a:pt x="2631" y="332"/>
                    <a:pt x="2677" y="342"/>
                  </a:cubicBezTo>
                  <a:lnTo>
                    <a:pt x="2677" y="342"/>
                  </a:lnTo>
                  <a:cubicBezTo>
                    <a:pt x="2688" y="344"/>
                    <a:pt x="2699" y="345"/>
                    <a:pt x="2710" y="345"/>
                  </a:cubicBezTo>
                  <a:cubicBezTo>
                    <a:pt x="2725" y="345"/>
                    <a:pt x="2740" y="344"/>
                    <a:pt x="2755" y="3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" name="Google Shape;188;p14"/>
            <p:cNvGrpSpPr/>
            <p:nvPr/>
          </p:nvGrpSpPr>
          <p:grpSpPr>
            <a:xfrm>
              <a:off x="401830" y="1915693"/>
              <a:ext cx="622800" cy="337320"/>
              <a:chOff x="6802680" y="1923693"/>
              <a:chExt cx="622800" cy="337320"/>
            </a:xfrm>
          </p:grpSpPr>
          <p:sp>
            <p:nvSpPr>
              <p:cNvPr id="189" name="Google Shape;189;p14"/>
              <p:cNvSpPr/>
              <p:nvPr/>
            </p:nvSpPr>
            <p:spPr>
              <a:xfrm>
                <a:off x="7281480" y="2045373"/>
                <a:ext cx="144000" cy="211680"/>
              </a:xfrm>
              <a:custGeom>
                <a:avLst/>
                <a:gdLst/>
                <a:ahLst/>
                <a:cxnLst/>
                <a:rect l="l" t="t" r="r" b="b"/>
                <a:pathLst>
                  <a:path w="400" h="588" extrusionOk="0">
                    <a:moveTo>
                      <a:pt x="102" y="472"/>
                    </a:moveTo>
                    <a:lnTo>
                      <a:pt x="102" y="472"/>
                    </a:lnTo>
                    <a:cubicBezTo>
                      <a:pt x="103" y="471"/>
                      <a:pt x="104" y="470"/>
                      <a:pt x="105" y="469"/>
                    </a:cubicBezTo>
                    <a:cubicBezTo>
                      <a:pt x="115" y="460"/>
                      <a:pt x="144" y="469"/>
                      <a:pt x="151" y="476"/>
                    </a:cubicBezTo>
                    <a:lnTo>
                      <a:pt x="151" y="476"/>
                    </a:lnTo>
                    <a:cubicBezTo>
                      <a:pt x="154" y="480"/>
                      <a:pt x="158" y="484"/>
                      <a:pt x="162" y="487"/>
                    </a:cubicBezTo>
                    <a:lnTo>
                      <a:pt x="162" y="487"/>
                    </a:lnTo>
                    <a:lnTo>
                      <a:pt x="162" y="487"/>
                    </a:lnTo>
                    <a:cubicBezTo>
                      <a:pt x="164" y="488"/>
                      <a:pt x="166" y="489"/>
                      <a:pt x="168" y="489"/>
                    </a:cubicBezTo>
                    <a:cubicBezTo>
                      <a:pt x="170" y="489"/>
                      <a:pt x="172" y="488"/>
                      <a:pt x="174" y="487"/>
                    </a:cubicBezTo>
                    <a:cubicBezTo>
                      <a:pt x="175" y="487"/>
                      <a:pt x="177" y="485"/>
                      <a:pt x="177" y="484"/>
                    </a:cubicBezTo>
                    <a:lnTo>
                      <a:pt x="177" y="484"/>
                    </a:lnTo>
                    <a:cubicBezTo>
                      <a:pt x="178" y="489"/>
                      <a:pt x="180" y="493"/>
                      <a:pt x="182" y="497"/>
                    </a:cubicBezTo>
                    <a:cubicBezTo>
                      <a:pt x="183" y="500"/>
                      <a:pt x="185" y="502"/>
                      <a:pt x="187" y="504"/>
                    </a:cubicBezTo>
                    <a:lnTo>
                      <a:pt x="187" y="504"/>
                    </a:lnTo>
                    <a:lnTo>
                      <a:pt x="187" y="504"/>
                    </a:lnTo>
                    <a:cubicBezTo>
                      <a:pt x="189" y="505"/>
                      <a:pt x="192" y="506"/>
                      <a:pt x="194" y="506"/>
                    </a:cubicBezTo>
                    <a:cubicBezTo>
                      <a:pt x="196" y="506"/>
                      <a:pt x="198" y="505"/>
                      <a:pt x="200" y="504"/>
                    </a:cubicBezTo>
                    <a:cubicBezTo>
                      <a:pt x="202" y="503"/>
                      <a:pt x="204" y="502"/>
                      <a:pt x="205" y="500"/>
                    </a:cubicBezTo>
                    <a:cubicBezTo>
                      <a:pt x="206" y="499"/>
                      <a:pt x="206" y="498"/>
                      <a:pt x="206" y="497"/>
                    </a:cubicBezTo>
                    <a:cubicBezTo>
                      <a:pt x="210" y="507"/>
                      <a:pt x="214" y="518"/>
                      <a:pt x="224" y="521"/>
                    </a:cubicBezTo>
                    <a:lnTo>
                      <a:pt x="224" y="521"/>
                    </a:lnTo>
                    <a:cubicBezTo>
                      <a:pt x="225" y="521"/>
                      <a:pt x="226" y="521"/>
                      <a:pt x="227" y="521"/>
                    </a:cubicBezTo>
                    <a:cubicBezTo>
                      <a:pt x="230" y="521"/>
                      <a:pt x="233" y="520"/>
                      <a:pt x="236" y="519"/>
                    </a:cubicBezTo>
                    <a:cubicBezTo>
                      <a:pt x="239" y="517"/>
                      <a:pt x="242" y="515"/>
                      <a:pt x="243" y="512"/>
                    </a:cubicBezTo>
                    <a:cubicBezTo>
                      <a:pt x="245" y="509"/>
                      <a:pt x="245" y="506"/>
                      <a:pt x="245" y="503"/>
                    </a:cubicBezTo>
                    <a:lnTo>
                      <a:pt x="245" y="502"/>
                    </a:lnTo>
                    <a:cubicBezTo>
                      <a:pt x="248" y="513"/>
                      <a:pt x="255" y="523"/>
                      <a:pt x="265" y="523"/>
                    </a:cubicBezTo>
                    <a:cubicBezTo>
                      <a:pt x="275" y="523"/>
                      <a:pt x="286" y="505"/>
                      <a:pt x="278" y="498"/>
                    </a:cubicBezTo>
                    <a:lnTo>
                      <a:pt x="278" y="498"/>
                    </a:lnTo>
                    <a:cubicBezTo>
                      <a:pt x="287" y="509"/>
                      <a:pt x="298" y="518"/>
                      <a:pt x="311" y="526"/>
                    </a:cubicBezTo>
                    <a:cubicBezTo>
                      <a:pt x="314" y="528"/>
                      <a:pt x="318" y="529"/>
                      <a:pt x="321" y="531"/>
                    </a:cubicBezTo>
                    <a:lnTo>
                      <a:pt x="321" y="531"/>
                    </a:lnTo>
                    <a:lnTo>
                      <a:pt x="321" y="531"/>
                    </a:lnTo>
                    <a:cubicBezTo>
                      <a:pt x="323" y="532"/>
                      <a:pt x="324" y="532"/>
                      <a:pt x="326" y="532"/>
                    </a:cubicBezTo>
                    <a:cubicBezTo>
                      <a:pt x="328" y="532"/>
                      <a:pt x="329" y="532"/>
                      <a:pt x="331" y="531"/>
                    </a:cubicBezTo>
                    <a:lnTo>
                      <a:pt x="331" y="531"/>
                    </a:lnTo>
                    <a:lnTo>
                      <a:pt x="331" y="531"/>
                    </a:lnTo>
                    <a:cubicBezTo>
                      <a:pt x="332" y="530"/>
                      <a:pt x="333" y="529"/>
                      <a:pt x="334" y="527"/>
                    </a:cubicBezTo>
                    <a:cubicBezTo>
                      <a:pt x="335" y="525"/>
                      <a:pt x="336" y="523"/>
                      <a:pt x="336" y="520"/>
                    </a:cubicBezTo>
                    <a:cubicBezTo>
                      <a:pt x="336" y="518"/>
                      <a:pt x="335" y="515"/>
                      <a:pt x="334" y="513"/>
                    </a:cubicBezTo>
                    <a:lnTo>
                      <a:pt x="334" y="513"/>
                    </a:lnTo>
                    <a:cubicBezTo>
                      <a:pt x="331" y="508"/>
                      <a:pt x="330" y="503"/>
                      <a:pt x="330" y="497"/>
                    </a:cubicBezTo>
                    <a:lnTo>
                      <a:pt x="330" y="497"/>
                    </a:lnTo>
                    <a:cubicBezTo>
                      <a:pt x="351" y="509"/>
                      <a:pt x="375" y="517"/>
                      <a:pt x="400" y="521"/>
                    </a:cubicBezTo>
                    <a:lnTo>
                      <a:pt x="400" y="521"/>
                    </a:lnTo>
                    <a:cubicBezTo>
                      <a:pt x="398" y="518"/>
                      <a:pt x="397" y="515"/>
                      <a:pt x="395" y="512"/>
                    </a:cubicBezTo>
                    <a:cubicBezTo>
                      <a:pt x="389" y="501"/>
                      <a:pt x="380" y="491"/>
                      <a:pt x="369" y="483"/>
                    </a:cubicBezTo>
                    <a:lnTo>
                      <a:pt x="394" y="478"/>
                    </a:lnTo>
                    <a:lnTo>
                      <a:pt x="394" y="478"/>
                    </a:lnTo>
                    <a:cubicBezTo>
                      <a:pt x="384" y="463"/>
                      <a:pt x="372" y="449"/>
                      <a:pt x="359" y="437"/>
                    </a:cubicBezTo>
                    <a:lnTo>
                      <a:pt x="359" y="437"/>
                    </a:lnTo>
                    <a:cubicBezTo>
                      <a:pt x="360" y="438"/>
                      <a:pt x="361" y="438"/>
                      <a:pt x="362" y="438"/>
                    </a:cubicBezTo>
                    <a:cubicBezTo>
                      <a:pt x="368" y="438"/>
                      <a:pt x="373" y="436"/>
                      <a:pt x="378" y="433"/>
                    </a:cubicBezTo>
                    <a:cubicBezTo>
                      <a:pt x="380" y="432"/>
                      <a:pt x="382" y="431"/>
                      <a:pt x="384" y="429"/>
                    </a:cubicBezTo>
                    <a:lnTo>
                      <a:pt x="384" y="429"/>
                    </a:lnTo>
                    <a:cubicBezTo>
                      <a:pt x="378" y="425"/>
                      <a:pt x="372" y="421"/>
                      <a:pt x="366" y="418"/>
                    </a:cubicBezTo>
                    <a:cubicBezTo>
                      <a:pt x="337" y="401"/>
                      <a:pt x="304" y="391"/>
                      <a:pt x="270" y="389"/>
                    </a:cubicBezTo>
                    <a:cubicBezTo>
                      <a:pt x="231" y="387"/>
                      <a:pt x="190" y="397"/>
                      <a:pt x="153" y="389"/>
                    </a:cubicBezTo>
                    <a:cubicBezTo>
                      <a:pt x="48" y="367"/>
                      <a:pt x="138" y="206"/>
                      <a:pt x="110" y="120"/>
                    </a:cubicBezTo>
                    <a:cubicBezTo>
                      <a:pt x="96" y="76"/>
                      <a:pt x="60" y="47"/>
                      <a:pt x="49" y="0"/>
                    </a:cubicBezTo>
                    <a:lnTo>
                      <a:pt x="49" y="0"/>
                    </a:lnTo>
                    <a:cubicBezTo>
                      <a:pt x="44" y="11"/>
                      <a:pt x="42" y="23"/>
                      <a:pt x="42" y="35"/>
                    </a:cubicBezTo>
                    <a:cubicBezTo>
                      <a:pt x="42" y="46"/>
                      <a:pt x="44" y="58"/>
                      <a:pt x="49" y="69"/>
                    </a:cubicBezTo>
                    <a:cubicBezTo>
                      <a:pt x="43" y="66"/>
                      <a:pt x="33" y="65"/>
                      <a:pt x="29" y="73"/>
                    </a:cubicBezTo>
                    <a:cubicBezTo>
                      <a:pt x="24" y="84"/>
                      <a:pt x="39" y="93"/>
                      <a:pt x="34" y="105"/>
                    </a:cubicBezTo>
                    <a:cubicBezTo>
                      <a:pt x="29" y="96"/>
                      <a:pt x="15" y="105"/>
                      <a:pt x="12" y="116"/>
                    </a:cubicBezTo>
                    <a:lnTo>
                      <a:pt x="12" y="116"/>
                    </a:lnTo>
                    <a:cubicBezTo>
                      <a:pt x="12" y="118"/>
                      <a:pt x="11" y="120"/>
                      <a:pt x="11" y="122"/>
                    </a:cubicBezTo>
                    <a:cubicBezTo>
                      <a:pt x="11" y="126"/>
                      <a:pt x="12" y="130"/>
                      <a:pt x="15" y="134"/>
                    </a:cubicBezTo>
                    <a:cubicBezTo>
                      <a:pt x="17" y="137"/>
                      <a:pt x="20" y="140"/>
                      <a:pt x="23" y="143"/>
                    </a:cubicBezTo>
                    <a:cubicBezTo>
                      <a:pt x="12" y="147"/>
                      <a:pt x="12" y="168"/>
                      <a:pt x="18" y="178"/>
                    </a:cubicBezTo>
                    <a:cubicBezTo>
                      <a:pt x="25" y="187"/>
                      <a:pt x="36" y="197"/>
                      <a:pt x="33" y="211"/>
                    </a:cubicBezTo>
                    <a:lnTo>
                      <a:pt x="33" y="211"/>
                    </a:lnTo>
                    <a:cubicBezTo>
                      <a:pt x="28" y="209"/>
                      <a:pt x="23" y="208"/>
                      <a:pt x="18" y="208"/>
                    </a:cubicBezTo>
                    <a:cubicBezTo>
                      <a:pt x="13" y="208"/>
                      <a:pt x="7" y="209"/>
                      <a:pt x="2" y="212"/>
                    </a:cubicBezTo>
                    <a:cubicBezTo>
                      <a:pt x="2" y="212"/>
                      <a:pt x="1" y="213"/>
                      <a:pt x="0" y="213"/>
                    </a:cubicBezTo>
                    <a:lnTo>
                      <a:pt x="0" y="213"/>
                    </a:lnTo>
                    <a:cubicBezTo>
                      <a:pt x="11" y="226"/>
                      <a:pt x="23" y="236"/>
                      <a:pt x="37" y="245"/>
                    </a:cubicBezTo>
                    <a:lnTo>
                      <a:pt x="37" y="245"/>
                    </a:lnTo>
                    <a:cubicBezTo>
                      <a:pt x="28" y="246"/>
                      <a:pt x="20" y="249"/>
                      <a:pt x="13" y="253"/>
                    </a:cubicBezTo>
                    <a:cubicBezTo>
                      <a:pt x="13" y="253"/>
                      <a:pt x="12" y="253"/>
                      <a:pt x="12" y="254"/>
                    </a:cubicBezTo>
                    <a:lnTo>
                      <a:pt x="39" y="272"/>
                    </a:lnTo>
                    <a:lnTo>
                      <a:pt x="39" y="272"/>
                    </a:lnTo>
                    <a:cubicBezTo>
                      <a:pt x="33" y="277"/>
                      <a:pt x="28" y="282"/>
                      <a:pt x="24" y="289"/>
                    </a:cubicBezTo>
                    <a:cubicBezTo>
                      <a:pt x="21" y="296"/>
                      <a:pt x="20" y="304"/>
                      <a:pt x="24" y="308"/>
                    </a:cubicBezTo>
                    <a:cubicBezTo>
                      <a:pt x="28" y="311"/>
                      <a:pt x="35" y="311"/>
                      <a:pt x="36" y="316"/>
                    </a:cubicBezTo>
                    <a:lnTo>
                      <a:pt x="36" y="316"/>
                    </a:lnTo>
                    <a:cubicBezTo>
                      <a:pt x="36" y="317"/>
                      <a:pt x="36" y="318"/>
                      <a:pt x="36" y="318"/>
                    </a:cubicBezTo>
                    <a:cubicBezTo>
                      <a:pt x="36" y="321"/>
                      <a:pt x="36" y="323"/>
                      <a:pt x="35" y="325"/>
                    </a:cubicBezTo>
                    <a:cubicBezTo>
                      <a:pt x="28" y="340"/>
                      <a:pt x="42" y="384"/>
                      <a:pt x="44" y="399"/>
                    </a:cubicBezTo>
                    <a:cubicBezTo>
                      <a:pt x="50" y="439"/>
                      <a:pt x="44" y="447"/>
                      <a:pt x="22" y="482"/>
                    </a:cubicBezTo>
                    <a:lnTo>
                      <a:pt x="22" y="482"/>
                    </a:lnTo>
                    <a:cubicBezTo>
                      <a:pt x="22" y="483"/>
                      <a:pt x="21" y="484"/>
                      <a:pt x="21" y="484"/>
                    </a:cubicBezTo>
                    <a:cubicBezTo>
                      <a:pt x="13" y="497"/>
                      <a:pt x="8" y="512"/>
                      <a:pt x="7" y="527"/>
                    </a:cubicBezTo>
                    <a:lnTo>
                      <a:pt x="16" y="522"/>
                    </a:lnTo>
                    <a:lnTo>
                      <a:pt x="16" y="522"/>
                    </a:lnTo>
                    <a:lnTo>
                      <a:pt x="15" y="523"/>
                    </a:lnTo>
                    <a:cubicBezTo>
                      <a:pt x="13" y="527"/>
                      <a:pt x="11" y="533"/>
                      <a:pt x="10" y="538"/>
                    </a:cubicBezTo>
                    <a:cubicBezTo>
                      <a:pt x="10" y="544"/>
                      <a:pt x="13" y="549"/>
                      <a:pt x="17" y="549"/>
                    </a:cubicBezTo>
                    <a:cubicBezTo>
                      <a:pt x="22" y="548"/>
                      <a:pt x="28" y="538"/>
                      <a:pt x="29" y="531"/>
                    </a:cubicBezTo>
                    <a:lnTo>
                      <a:pt x="29" y="531"/>
                    </a:lnTo>
                    <a:cubicBezTo>
                      <a:pt x="29" y="535"/>
                      <a:pt x="28" y="539"/>
                      <a:pt x="28" y="543"/>
                    </a:cubicBezTo>
                    <a:cubicBezTo>
                      <a:pt x="28" y="549"/>
                      <a:pt x="29" y="556"/>
                      <a:pt x="31" y="562"/>
                    </a:cubicBezTo>
                    <a:cubicBezTo>
                      <a:pt x="34" y="570"/>
                      <a:pt x="41" y="577"/>
                      <a:pt x="49" y="573"/>
                    </a:cubicBezTo>
                    <a:cubicBezTo>
                      <a:pt x="57" y="569"/>
                      <a:pt x="58" y="559"/>
                      <a:pt x="60" y="551"/>
                    </a:cubicBezTo>
                    <a:cubicBezTo>
                      <a:pt x="62" y="560"/>
                      <a:pt x="65" y="569"/>
                      <a:pt x="67" y="577"/>
                    </a:cubicBezTo>
                    <a:lnTo>
                      <a:pt x="67" y="577"/>
                    </a:lnTo>
                    <a:cubicBezTo>
                      <a:pt x="68" y="580"/>
                      <a:pt x="70" y="581"/>
                      <a:pt x="70" y="583"/>
                    </a:cubicBezTo>
                    <a:cubicBezTo>
                      <a:pt x="71" y="585"/>
                      <a:pt x="71" y="586"/>
                      <a:pt x="72" y="587"/>
                    </a:cubicBezTo>
                    <a:cubicBezTo>
                      <a:pt x="79" y="592"/>
                      <a:pt x="90" y="583"/>
                      <a:pt x="92" y="573"/>
                    </a:cubicBezTo>
                    <a:lnTo>
                      <a:pt x="92" y="573"/>
                    </a:lnTo>
                    <a:cubicBezTo>
                      <a:pt x="92" y="570"/>
                      <a:pt x="93" y="567"/>
                      <a:pt x="93" y="564"/>
                    </a:cubicBezTo>
                    <a:cubicBezTo>
                      <a:pt x="93" y="557"/>
                      <a:pt x="91" y="551"/>
                      <a:pt x="89" y="545"/>
                    </a:cubicBezTo>
                    <a:lnTo>
                      <a:pt x="89" y="545"/>
                    </a:lnTo>
                    <a:cubicBezTo>
                      <a:pt x="90" y="548"/>
                      <a:pt x="92" y="549"/>
                      <a:pt x="93" y="552"/>
                    </a:cubicBezTo>
                    <a:cubicBezTo>
                      <a:pt x="100" y="562"/>
                      <a:pt x="108" y="572"/>
                      <a:pt x="118" y="578"/>
                    </a:cubicBezTo>
                    <a:cubicBezTo>
                      <a:pt x="124" y="582"/>
                      <a:pt x="131" y="584"/>
                      <a:pt x="138" y="586"/>
                    </a:cubicBezTo>
                    <a:lnTo>
                      <a:pt x="138" y="586"/>
                    </a:lnTo>
                    <a:cubicBezTo>
                      <a:pt x="134" y="573"/>
                      <a:pt x="129" y="561"/>
                      <a:pt x="122" y="550"/>
                    </a:cubicBezTo>
                    <a:cubicBezTo>
                      <a:pt x="119" y="543"/>
                      <a:pt x="114" y="537"/>
                      <a:pt x="110" y="531"/>
                    </a:cubicBezTo>
                    <a:cubicBezTo>
                      <a:pt x="104" y="520"/>
                      <a:pt x="90" y="489"/>
                      <a:pt x="102" y="4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6802680" y="1923693"/>
                <a:ext cx="105480" cy="7956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21" extrusionOk="0">
                    <a:moveTo>
                      <a:pt x="191" y="178"/>
                    </a:moveTo>
                    <a:lnTo>
                      <a:pt x="191" y="178"/>
                    </a:lnTo>
                    <a:cubicBezTo>
                      <a:pt x="192" y="180"/>
                      <a:pt x="193" y="182"/>
                      <a:pt x="194" y="184"/>
                    </a:cubicBezTo>
                    <a:lnTo>
                      <a:pt x="194" y="184"/>
                    </a:lnTo>
                    <a:cubicBezTo>
                      <a:pt x="195" y="188"/>
                      <a:pt x="198" y="192"/>
                      <a:pt x="199" y="195"/>
                    </a:cubicBezTo>
                    <a:cubicBezTo>
                      <a:pt x="206" y="206"/>
                      <a:pt x="214" y="215"/>
                      <a:pt x="224" y="221"/>
                    </a:cubicBezTo>
                    <a:lnTo>
                      <a:pt x="224" y="221"/>
                    </a:lnTo>
                    <a:cubicBezTo>
                      <a:pt x="224" y="216"/>
                      <a:pt x="222" y="211"/>
                      <a:pt x="220" y="207"/>
                    </a:cubicBezTo>
                    <a:cubicBezTo>
                      <a:pt x="220" y="206"/>
                      <a:pt x="219" y="206"/>
                      <a:pt x="219" y="205"/>
                    </a:cubicBezTo>
                    <a:lnTo>
                      <a:pt x="219" y="205"/>
                    </a:lnTo>
                    <a:cubicBezTo>
                      <a:pt x="222" y="208"/>
                      <a:pt x="226" y="211"/>
                      <a:pt x="230" y="213"/>
                    </a:cubicBezTo>
                    <a:cubicBezTo>
                      <a:pt x="230" y="213"/>
                      <a:pt x="231" y="214"/>
                      <a:pt x="232" y="214"/>
                    </a:cubicBezTo>
                    <a:lnTo>
                      <a:pt x="232" y="214"/>
                    </a:lnTo>
                    <a:lnTo>
                      <a:pt x="233" y="214"/>
                    </a:lnTo>
                    <a:lnTo>
                      <a:pt x="234" y="214"/>
                    </a:lnTo>
                    <a:cubicBezTo>
                      <a:pt x="236" y="214"/>
                      <a:pt x="236" y="210"/>
                      <a:pt x="235" y="209"/>
                    </a:cubicBezTo>
                    <a:cubicBezTo>
                      <a:pt x="234" y="207"/>
                      <a:pt x="233" y="206"/>
                      <a:pt x="233" y="204"/>
                    </a:cubicBezTo>
                    <a:lnTo>
                      <a:pt x="233" y="204"/>
                    </a:lnTo>
                    <a:cubicBezTo>
                      <a:pt x="237" y="208"/>
                      <a:pt x="241" y="211"/>
                      <a:pt x="246" y="214"/>
                    </a:cubicBezTo>
                    <a:cubicBezTo>
                      <a:pt x="248" y="215"/>
                      <a:pt x="250" y="216"/>
                      <a:pt x="252" y="217"/>
                    </a:cubicBezTo>
                    <a:cubicBezTo>
                      <a:pt x="254" y="218"/>
                      <a:pt x="257" y="218"/>
                      <a:pt x="258" y="217"/>
                    </a:cubicBezTo>
                    <a:lnTo>
                      <a:pt x="258" y="217"/>
                    </a:lnTo>
                    <a:cubicBezTo>
                      <a:pt x="259" y="216"/>
                      <a:pt x="259" y="215"/>
                      <a:pt x="259" y="215"/>
                    </a:cubicBezTo>
                    <a:cubicBezTo>
                      <a:pt x="259" y="214"/>
                      <a:pt x="259" y="213"/>
                      <a:pt x="258" y="212"/>
                    </a:cubicBezTo>
                    <a:lnTo>
                      <a:pt x="258" y="212"/>
                    </a:lnTo>
                    <a:cubicBezTo>
                      <a:pt x="257" y="211"/>
                      <a:pt x="256" y="209"/>
                      <a:pt x="255" y="207"/>
                    </a:cubicBezTo>
                    <a:cubicBezTo>
                      <a:pt x="252" y="202"/>
                      <a:pt x="249" y="196"/>
                      <a:pt x="245" y="191"/>
                    </a:cubicBezTo>
                    <a:lnTo>
                      <a:pt x="245" y="191"/>
                    </a:lnTo>
                    <a:cubicBezTo>
                      <a:pt x="246" y="192"/>
                      <a:pt x="247" y="192"/>
                      <a:pt x="248" y="193"/>
                    </a:cubicBezTo>
                    <a:cubicBezTo>
                      <a:pt x="252" y="196"/>
                      <a:pt x="258" y="197"/>
                      <a:pt x="263" y="197"/>
                    </a:cubicBezTo>
                    <a:cubicBezTo>
                      <a:pt x="265" y="197"/>
                      <a:pt x="267" y="197"/>
                      <a:pt x="269" y="197"/>
                    </a:cubicBezTo>
                    <a:lnTo>
                      <a:pt x="269" y="197"/>
                    </a:lnTo>
                    <a:cubicBezTo>
                      <a:pt x="269" y="195"/>
                      <a:pt x="268" y="194"/>
                      <a:pt x="268" y="194"/>
                    </a:cubicBezTo>
                    <a:cubicBezTo>
                      <a:pt x="266" y="190"/>
                      <a:pt x="263" y="188"/>
                      <a:pt x="260" y="186"/>
                    </a:cubicBezTo>
                    <a:cubicBezTo>
                      <a:pt x="258" y="185"/>
                      <a:pt x="257" y="184"/>
                      <a:pt x="255" y="184"/>
                    </a:cubicBezTo>
                    <a:lnTo>
                      <a:pt x="255" y="184"/>
                    </a:lnTo>
                    <a:cubicBezTo>
                      <a:pt x="259" y="185"/>
                      <a:pt x="262" y="186"/>
                      <a:pt x="266" y="186"/>
                    </a:cubicBezTo>
                    <a:cubicBezTo>
                      <a:pt x="271" y="186"/>
                      <a:pt x="275" y="185"/>
                      <a:pt x="279" y="183"/>
                    </a:cubicBezTo>
                    <a:cubicBezTo>
                      <a:pt x="281" y="182"/>
                      <a:pt x="281" y="181"/>
                      <a:pt x="282" y="181"/>
                    </a:cubicBezTo>
                    <a:lnTo>
                      <a:pt x="282" y="181"/>
                    </a:lnTo>
                    <a:cubicBezTo>
                      <a:pt x="274" y="176"/>
                      <a:pt x="265" y="173"/>
                      <a:pt x="255" y="172"/>
                    </a:cubicBezTo>
                    <a:lnTo>
                      <a:pt x="267" y="167"/>
                    </a:lnTo>
                    <a:cubicBezTo>
                      <a:pt x="257" y="167"/>
                      <a:pt x="248" y="167"/>
                      <a:pt x="238" y="166"/>
                    </a:cubicBezTo>
                    <a:lnTo>
                      <a:pt x="238" y="166"/>
                    </a:lnTo>
                    <a:cubicBezTo>
                      <a:pt x="228" y="165"/>
                      <a:pt x="219" y="163"/>
                      <a:pt x="210" y="158"/>
                    </a:cubicBezTo>
                    <a:cubicBezTo>
                      <a:pt x="204" y="152"/>
                      <a:pt x="221" y="149"/>
                      <a:pt x="226" y="145"/>
                    </a:cubicBezTo>
                    <a:lnTo>
                      <a:pt x="226" y="145"/>
                    </a:lnTo>
                    <a:cubicBezTo>
                      <a:pt x="223" y="145"/>
                      <a:pt x="221" y="144"/>
                      <a:pt x="219" y="143"/>
                    </a:cubicBezTo>
                    <a:cubicBezTo>
                      <a:pt x="217" y="141"/>
                      <a:pt x="215" y="140"/>
                      <a:pt x="213" y="138"/>
                    </a:cubicBezTo>
                    <a:cubicBezTo>
                      <a:pt x="216" y="140"/>
                      <a:pt x="233" y="132"/>
                      <a:pt x="235" y="131"/>
                    </a:cubicBezTo>
                    <a:cubicBezTo>
                      <a:pt x="237" y="129"/>
                      <a:pt x="237" y="129"/>
                      <a:pt x="237" y="128"/>
                    </a:cubicBezTo>
                    <a:lnTo>
                      <a:pt x="237" y="128"/>
                    </a:lnTo>
                    <a:lnTo>
                      <a:pt x="237" y="127"/>
                    </a:lnTo>
                    <a:cubicBezTo>
                      <a:pt x="236" y="127"/>
                      <a:pt x="236" y="126"/>
                      <a:pt x="235" y="126"/>
                    </a:cubicBezTo>
                    <a:lnTo>
                      <a:pt x="235" y="126"/>
                    </a:lnTo>
                    <a:lnTo>
                      <a:pt x="235" y="126"/>
                    </a:lnTo>
                    <a:cubicBezTo>
                      <a:pt x="235" y="126"/>
                      <a:pt x="234" y="125"/>
                      <a:pt x="233" y="125"/>
                    </a:cubicBezTo>
                    <a:cubicBezTo>
                      <a:pt x="230" y="123"/>
                      <a:pt x="227" y="122"/>
                      <a:pt x="223" y="121"/>
                    </a:cubicBezTo>
                    <a:lnTo>
                      <a:pt x="223" y="121"/>
                    </a:lnTo>
                    <a:cubicBezTo>
                      <a:pt x="229" y="119"/>
                      <a:pt x="234" y="117"/>
                      <a:pt x="238" y="115"/>
                    </a:cubicBezTo>
                    <a:cubicBezTo>
                      <a:pt x="244" y="112"/>
                      <a:pt x="249" y="107"/>
                      <a:pt x="253" y="102"/>
                    </a:cubicBezTo>
                    <a:lnTo>
                      <a:pt x="253" y="102"/>
                    </a:lnTo>
                    <a:cubicBezTo>
                      <a:pt x="252" y="102"/>
                      <a:pt x="251" y="102"/>
                      <a:pt x="250" y="102"/>
                    </a:cubicBezTo>
                    <a:cubicBezTo>
                      <a:pt x="247" y="102"/>
                      <a:pt x="244" y="103"/>
                      <a:pt x="241" y="103"/>
                    </a:cubicBezTo>
                    <a:cubicBezTo>
                      <a:pt x="247" y="102"/>
                      <a:pt x="279" y="87"/>
                      <a:pt x="267" y="80"/>
                    </a:cubicBezTo>
                    <a:lnTo>
                      <a:pt x="267" y="80"/>
                    </a:lnTo>
                    <a:cubicBezTo>
                      <a:pt x="265" y="79"/>
                      <a:pt x="262" y="78"/>
                      <a:pt x="260" y="78"/>
                    </a:cubicBezTo>
                    <a:cubicBezTo>
                      <a:pt x="259" y="78"/>
                      <a:pt x="259" y="78"/>
                      <a:pt x="259" y="78"/>
                    </a:cubicBezTo>
                    <a:lnTo>
                      <a:pt x="281" y="67"/>
                    </a:lnTo>
                    <a:lnTo>
                      <a:pt x="281" y="67"/>
                    </a:lnTo>
                    <a:cubicBezTo>
                      <a:pt x="282" y="67"/>
                      <a:pt x="282" y="67"/>
                      <a:pt x="282" y="67"/>
                    </a:cubicBezTo>
                    <a:cubicBezTo>
                      <a:pt x="283" y="66"/>
                      <a:pt x="284" y="66"/>
                      <a:pt x="284" y="65"/>
                    </a:cubicBezTo>
                    <a:lnTo>
                      <a:pt x="284" y="65"/>
                    </a:lnTo>
                    <a:cubicBezTo>
                      <a:pt x="285" y="65"/>
                      <a:pt x="285" y="64"/>
                      <a:pt x="285" y="63"/>
                    </a:cubicBezTo>
                    <a:cubicBezTo>
                      <a:pt x="285" y="62"/>
                      <a:pt x="285" y="61"/>
                      <a:pt x="284" y="60"/>
                    </a:cubicBezTo>
                    <a:cubicBezTo>
                      <a:pt x="284" y="60"/>
                      <a:pt x="283" y="60"/>
                      <a:pt x="282" y="59"/>
                    </a:cubicBezTo>
                    <a:cubicBezTo>
                      <a:pt x="282" y="58"/>
                      <a:pt x="282" y="58"/>
                      <a:pt x="281" y="58"/>
                    </a:cubicBezTo>
                    <a:lnTo>
                      <a:pt x="281" y="58"/>
                    </a:lnTo>
                    <a:cubicBezTo>
                      <a:pt x="280" y="58"/>
                      <a:pt x="279" y="58"/>
                      <a:pt x="277" y="58"/>
                    </a:cubicBezTo>
                    <a:cubicBezTo>
                      <a:pt x="276" y="58"/>
                      <a:pt x="274" y="58"/>
                      <a:pt x="273" y="58"/>
                    </a:cubicBezTo>
                    <a:lnTo>
                      <a:pt x="273" y="58"/>
                    </a:lnTo>
                    <a:cubicBezTo>
                      <a:pt x="274" y="58"/>
                      <a:pt x="275" y="57"/>
                      <a:pt x="277" y="56"/>
                    </a:cubicBezTo>
                    <a:cubicBezTo>
                      <a:pt x="283" y="52"/>
                      <a:pt x="289" y="47"/>
                      <a:pt x="293" y="42"/>
                    </a:cubicBezTo>
                    <a:lnTo>
                      <a:pt x="293" y="42"/>
                    </a:lnTo>
                    <a:cubicBezTo>
                      <a:pt x="289" y="41"/>
                      <a:pt x="285" y="40"/>
                      <a:pt x="281" y="40"/>
                    </a:cubicBezTo>
                    <a:cubicBezTo>
                      <a:pt x="279" y="40"/>
                      <a:pt x="277" y="40"/>
                      <a:pt x="274" y="41"/>
                    </a:cubicBezTo>
                    <a:lnTo>
                      <a:pt x="274" y="41"/>
                    </a:lnTo>
                    <a:cubicBezTo>
                      <a:pt x="280" y="37"/>
                      <a:pt x="285" y="32"/>
                      <a:pt x="288" y="26"/>
                    </a:cubicBezTo>
                    <a:cubicBezTo>
                      <a:pt x="291" y="22"/>
                      <a:pt x="292" y="18"/>
                      <a:pt x="293" y="14"/>
                    </a:cubicBezTo>
                    <a:lnTo>
                      <a:pt x="293" y="14"/>
                    </a:lnTo>
                    <a:cubicBezTo>
                      <a:pt x="291" y="15"/>
                      <a:pt x="289" y="16"/>
                      <a:pt x="287" y="17"/>
                    </a:cubicBezTo>
                    <a:cubicBezTo>
                      <a:pt x="283" y="20"/>
                      <a:pt x="278" y="22"/>
                      <a:pt x="272" y="25"/>
                    </a:cubicBezTo>
                    <a:lnTo>
                      <a:pt x="272" y="25"/>
                    </a:lnTo>
                    <a:cubicBezTo>
                      <a:pt x="278" y="18"/>
                      <a:pt x="284" y="11"/>
                      <a:pt x="288" y="4"/>
                    </a:cubicBezTo>
                    <a:cubicBezTo>
                      <a:pt x="289" y="3"/>
                      <a:pt x="289" y="2"/>
                      <a:pt x="290" y="0"/>
                    </a:cubicBezTo>
                    <a:lnTo>
                      <a:pt x="290" y="0"/>
                    </a:lnTo>
                    <a:cubicBezTo>
                      <a:pt x="286" y="2"/>
                      <a:pt x="282" y="5"/>
                      <a:pt x="278" y="7"/>
                    </a:cubicBezTo>
                    <a:cubicBezTo>
                      <a:pt x="261" y="17"/>
                      <a:pt x="245" y="28"/>
                      <a:pt x="231" y="42"/>
                    </a:cubicBezTo>
                    <a:lnTo>
                      <a:pt x="231" y="42"/>
                    </a:lnTo>
                    <a:cubicBezTo>
                      <a:pt x="225" y="47"/>
                      <a:pt x="219" y="53"/>
                      <a:pt x="214" y="59"/>
                    </a:cubicBezTo>
                    <a:lnTo>
                      <a:pt x="214" y="59"/>
                    </a:lnTo>
                    <a:cubicBezTo>
                      <a:pt x="212" y="62"/>
                      <a:pt x="210" y="65"/>
                      <a:pt x="208" y="68"/>
                    </a:cubicBezTo>
                    <a:cubicBezTo>
                      <a:pt x="202" y="79"/>
                      <a:pt x="198" y="90"/>
                      <a:pt x="195" y="101"/>
                    </a:cubicBezTo>
                    <a:cubicBezTo>
                      <a:pt x="191" y="113"/>
                      <a:pt x="193" y="130"/>
                      <a:pt x="181" y="136"/>
                    </a:cubicBezTo>
                    <a:lnTo>
                      <a:pt x="181" y="136"/>
                    </a:lnTo>
                    <a:cubicBezTo>
                      <a:pt x="178" y="137"/>
                      <a:pt x="175" y="138"/>
                      <a:pt x="171" y="138"/>
                    </a:cubicBezTo>
                    <a:cubicBezTo>
                      <a:pt x="167" y="138"/>
                      <a:pt x="163" y="137"/>
                      <a:pt x="159" y="135"/>
                    </a:cubicBezTo>
                    <a:cubicBezTo>
                      <a:pt x="135" y="127"/>
                      <a:pt x="111" y="108"/>
                      <a:pt x="85" y="109"/>
                    </a:cubicBezTo>
                    <a:cubicBezTo>
                      <a:pt x="60" y="110"/>
                      <a:pt x="32" y="110"/>
                      <a:pt x="5" y="113"/>
                    </a:cubicBezTo>
                    <a:cubicBezTo>
                      <a:pt x="3" y="113"/>
                      <a:pt x="0" y="115"/>
                      <a:pt x="0" y="117"/>
                    </a:cubicBezTo>
                    <a:lnTo>
                      <a:pt x="0" y="117"/>
                    </a:lnTo>
                    <a:cubicBezTo>
                      <a:pt x="0" y="117"/>
                      <a:pt x="1" y="117"/>
                      <a:pt x="1" y="118"/>
                    </a:cubicBezTo>
                    <a:lnTo>
                      <a:pt x="2" y="119"/>
                    </a:lnTo>
                    <a:lnTo>
                      <a:pt x="2" y="119"/>
                    </a:lnTo>
                    <a:cubicBezTo>
                      <a:pt x="3" y="120"/>
                      <a:pt x="5" y="121"/>
                      <a:pt x="6" y="122"/>
                    </a:cubicBezTo>
                    <a:cubicBezTo>
                      <a:pt x="10" y="124"/>
                      <a:pt x="15" y="126"/>
                      <a:pt x="19" y="126"/>
                    </a:cubicBezTo>
                    <a:cubicBezTo>
                      <a:pt x="25" y="127"/>
                      <a:pt x="32" y="127"/>
                      <a:pt x="38" y="129"/>
                    </a:cubicBezTo>
                    <a:lnTo>
                      <a:pt x="17" y="137"/>
                    </a:lnTo>
                    <a:lnTo>
                      <a:pt x="16" y="138"/>
                    </a:lnTo>
                    <a:lnTo>
                      <a:pt x="16" y="138"/>
                    </a:lnTo>
                    <a:lnTo>
                      <a:pt x="16" y="138"/>
                    </a:lnTo>
                    <a:cubicBezTo>
                      <a:pt x="22" y="140"/>
                      <a:pt x="28" y="141"/>
                      <a:pt x="34" y="141"/>
                    </a:cubicBezTo>
                    <a:cubicBezTo>
                      <a:pt x="35" y="141"/>
                      <a:pt x="37" y="141"/>
                      <a:pt x="38" y="141"/>
                    </a:cubicBezTo>
                    <a:cubicBezTo>
                      <a:pt x="43" y="141"/>
                      <a:pt x="47" y="139"/>
                      <a:pt x="51" y="143"/>
                    </a:cubicBezTo>
                    <a:cubicBezTo>
                      <a:pt x="46" y="147"/>
                      <a:pt x="39" y="149"/>
                      <a:pt x="33" y="152"/>
                    </a:cubicBezTo>
                    <a:lnTo>
                      <a:pt x="33" y="152"/>
                    </a:lnTo>
                    <a:lnTo>
                      <a:pt x="33" y="152"/>
                    </a:lnTo>
                    <a:lnTo>
                      <a:pt x="32" y="153"/>
                    </a:lnTo>
                    <a:lnTo>
                      <a:pt x="32" y="154"/>
                    </a:lnTo>
                    <a:cubicBezTo>
                      <a:pt x="32" y="155"/>
                      <a:pt x="32" y="156"/>
                      <a:pt x="33" y="156"/>
                    </a:cubicBezTo>
                    <a:lnTo>
                      <a:pt x="33" y="156"/>
                    </a:lnTo>
                    <a:lnTo>
                      <a:pt x="34" y="156"/>
                    </a:lnTo>
                    <a:cubicBezTo>
                      <a:pt x="36" y="158"/>
                      <a:pt x="40" y="159"/>
                      <a:pt x="43" y="159"/>
                    </a:cubicBezTo>
                    <a:cubicBezTo>
                      <a:pt x="44" y="159"/>
                      <a:pt x="46" y="159"/>
                      <a:pt x="47" y="159"/>
                    </a:cubicBezTo>
                    <a:lnTo>
                      <a:pt x="47" y="159"/>
                    </a:lnTo>
                    <a:cubicBezTo>
                      <a:pt x="54" y="158"/>
                      <a:pt x="61" y="156"/>
                      <a:pt x="68" y="154"/>
                    </a:cubicBezTo>
                    <a:cubicBezTo>
                      <a:pt x="71" y="152"/>
                      <a:pt x="82" y="149"/>
                      <a:pt x="84" y="146"/>
                    </a:cubicBezTo>
                    <a:lnTo>
                      <a:pt x="75" y="165"/>
                    </a:lnTo>
                    <a:lnTo>
                      <a:pt x="75" y="165"/>
                    </a:lnTo>
                    <a:cubicBezTo>
                      <a:pt x="81" y="165"/>
                      <a:pt x="86" y="163"/>
                      <a:pt x="91" y="161"/>
                    </a:cubicBezTo>
                    <a:cubicBezTo>
                      <a:pt x="93" y="160"/>
                      <a:pt x="95" y="158"/>
                      <a:pt x="97" y="156"/>
                    </a:cubicBezTo>
                    <a:lnTo>
                      <a:pt x="95" y="168"/>
                    </a:lnTo>
                    <a:lnTo>
                      <a:pt x="95" y="168"/>
                    </a:lnTo>
                    <a:cubicBezTo>
                      <a:pt x="94" y="169"/>
                      <a:pt x="94" y="169"/>
                      <a:pt x="94" y="170"/>
                    </a:cubicBezTo>
                    <a:cubicBezTo>
                      <a:pt x="94" y="171"/>
                      <a:pt x="94" y="172"/>
                      <a:pt x="95" y="173"/>
                    </a:cubicBezTo>
                    <a:cubicBezTo>
                      <a:pt x="97" y="176"/>
                      <a:pt x="102" y="174"/>
                      <a:pt x="104" y="171"/>
                    </a:cubicBezTo>
                    <a:cubicBezTo>
                      <a:pt x="106" y="167"/>
                      <a:pt x="108" y="163"/>
                      <a:pt x="111" y="161"/>
                    </a:cubicBezTo>
                    <a:lnTo>
                      <a:pt x="111" y="161"/>
                    </a:lnTo>
                    <a:cubicBezTo>
                      <a:pt x="111" y="162"/>
                      <a:pt x="111" y="163"/>
                      <a:pt x="111" y="165"/>
                    </a:cubicBezTo>
                    <a:cubicBezTo>
                      <a:pt x="111" y="166"/>
                      <a:pt x="111" y="167"/>
                      <a:pt x="111" y="168"/>
                    </a:cubicBezTo>
                    <a:cubicBezTo>
                      <a:pt x="111" y="170"/>
                      <a:pt x="113" y="173"/>
                      <a:pt x="116" y="173"/>
                    </a:cubicBezTo>
                    <a:lnTo>
                      <a:pt x="116" y="173"/>
                    </a:ln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7" y="172"/>
                      <a:pt x="117" y="171"/>
                      <a:pt x="118" y="171"/>
                    </a:cubicBezTo>
                    <a:lnTo>
                      <a:pt x="126" y="160"/>
                    </a:lnTo>
                    <a:cubicBezTo>
                      <a:pt x="126" y="161"/>
                      <a:pt x="137" y="172"/>
                      <a:pt x="138" y="173"/>
                    </a:cubicBezTo>
                    <a:lnTo>
                      <a:pt x="138" y="173"/>
                    </a:lnTo>
                    <a:cubicBezTo>
                      <a:pt x="139" y="173"/>
                      <a:pt x="139" y="173"/>
                      <a:pt x="139" y="173"/>
                    </a:cubicBezTo>
                    <a:cubicBezTo>
                      <a:pt x="140" y="174"/>
                      <a:pt x="141" y="174"/>
                      <a:pt x="142" y="174"/>
                    </a:cubicBezTo>
                    <a:lnTo>
                      <a:pt x="142" y="174"/>
                    </a:lnTo>
                    <a:lnTo>
                      <a:pt x="143" y="174"/>
                    </a:lnTo>
                    <a:cubicBezTo>
                      <a:pt x="144" y="173"/>
                      <a:pt x="144" y="173"/>
                      <a:pt x="145" y="172"/>
                    </a:cubicBezTo>
                    <a:cubicBezTo>
                      <a:pt x="145" y="172"/>
                      <a:pt x="145" y="171"/>
                      <a:pt x="145" y="170"/>
                    </a:cubicBezTo>
                    <a:lnTo>
                      <a:pt x="145" y="169"/>
                    </a:lnTo>
                    <a:lnTo>
                      <a:pt x="145" y="169"/>
                    </a:lnTo>
                    <a:cubicBezTo>
                      <a:pt x="145" y="168"/>
                      <a:pt x="145" y="167"/>
                      <a:pt x="144" y="166"/>
                    </a:cubicBezTo>
                    <a:cubicBezTo>
                      <a:pt x="143" y="165"/>
                      <a:pt x="143" y="164"/>
                      <a:pt x="142" y="163"/>
                    </a:cubicBezTo>
                    <a:lnTo>
                      <a:pt x="142" y="163"/>
                    </a:lnTo>
                    <a:lnTo>
                      <a:pt x="143" y="164"/>
                    </a:lnTo>
                    <a:cubicBezTo>
                      <a:pt x="149" y="167"/>
                      <a:pt x="156" y="170"/>
                      <a:pt x="163" y="171"/>
                    </a:cubicBezTo>
                    <a:lnTo>
                      <a:pt x="163" y="171"/>
                    </a:lnTo>
                    <a:lnTo>
                      <a:pt x="162" y="170"/>
                    </a:lnTo>
                    <a:cubicBezTo>
                      <a:pt x="161" y="168"/>
                      <a:pt x="159" y="166"/>
                      <a:pt x="157" y="165"/>
                    </a:cubicBezTo>
                    <a:lnTo>
                      <a:pt x="156" y="164"/>
                    </a:lnTo>
                    <a:lnTo>
                      <a:pt x="171" y="169"/>
                    </a:lnTo>
                    <a:cubicBezTo>
                      <a:pt x="172" y="169"/>
                      <a:pt x="173" y="169"/>
                      <a:pt x="174" y="169"/>
                    </a:cubicBezTo>
                    <a:cubicBezTo>
                      <a:pt x="174" y="169"/>
                      <a:pt x="174" y="166"/>
                      <a:pt x="172" y="167"/>
                    </a:cubicBezTo>
                    <a:cubicBezTo>
                      <a:pt x="178" y="172"/>
                      <a:pt x="186" y="172"/>
                      <a:pt x="190" y="177"/>
                    </a:cubicBezTo>
                    <a:lnTo>
                      <a:pt x="191" y="1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34550" rIns="90000" bIns="34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4"/>
              <p:cNvSpPr/>
              <p:nvPr/>
            </p:nvSpPr>
            <p:spPr>
              <a:xfrm>
                <a:off x="6970440" y="2126733"/>
                <a:ext cx="175320" cy="13428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73" extrusionOk="0">
                    <a:moveTo>
                      <a:pt x="384" y="41"/>
                    </a:moveTo>
                    <a:cubicBezTo>
                      <a:pt x="419" y="52"/>
                      <a:pt x="451" y="74"/>
                      <a:pt x="487" y="77"/>
                    </a:cubicBezTo>
                    <a:lnTo>
                      <a:pt x="487" y="77"/>
                    </a:lnTo>
                    <a:cubicBezTo>
                      <a:pt x="485" y="78"/>
                      <a:pt x="484" y="79"/>
                      <a:pt x="482" y="80"/>
                    </a:cubicBezTo>
                    <a:cubicBezTo>
                      <a:pt x="471" y="87"/>
                      <a:pt x="459" y="90"/>
                      <a:pt x="447" y="90"/>
                    </a:cubicBezTo>
                    <a:cubicBezTo>
                      <a:pt x="442" y="90"/>
                      <a:pt x="437" y="89"/>
                      <a:pt x="433" y="88"/>
                    </a:cubicBezTo>
                    <a:lnTo>
                      <a:pt x="474" y="124"/>
                    </a:lnTo>
                    <a:lnTo>
                      <a:pt x="474" y="124"/>
                    </a:lnTo>
                    <a:lnTo>
                      <a:pt x="473" y="124"/>
                    </a:lnTo>
                    <a:cubicBezTo>
                      <a:pt x="447" y="124"/>
                      <a:pt x="422" y="118"/>
                      <a:pt x="399" y="106"/>
                    </a:cubicBezTo>
                    <a:lnTo>
                      <a:pt x="399" y="106"/>
                    </a:lnTo>
                    <a:cubicBezTo>
                      <a:pt x="412" y="118"/>
                      <a:pt x="422" y="131"/>
                      <a:pt x="431" y="146"/>
                    </a:cubicBezTo>
                    <a:cubicBezTo>
                      <a:pt x="432" y="148"/>
                      <a:pt x="433" y="149"/>
                      <a:pt x="433" y="150"/>
                    </a:cubicBezTo>
                    <a:lnTo>
                      <a:pt x="433" y="150"/>
                    </a:lnTo>
                    <a:cubicBezTo>
                      <a:pt x="432" y="150"/>
                      <a:pt x="431" y="150"/>
                      <a:pt x="429" y="150"/>
                    </a:cubicBezTo>
                    <a:cubicBezTo>
                      <a:pt x="409" y="150"/>
                      <a:pt x="389" y="145"/>
                      <a:pt x="372" y="135"/>
                    </a:cubicBezTo>
                    <a:cubicBezTo>
                      <a:pt x="368" y="133"/>
                      <a:pt x="365" y="131"/>
                      <a:pt x="361" y="128"/>
                    </a:cubicBezTo>
                    <a:lnTo>
                      <a:pt x="361" y="128"/>
                    </a:lnTo>
                    <a:cubicBezTo>
                      <a:pt x="365" y="131"/>
                      <a:pt x="368" y="135"/>
                      <a:pt x="370" y="139"/>
                    </a:cubicBezTo>
                    <a:cubicBezTo>
                      <a:pt x="374" y="146"/>
                      <a:pt x="376" y="154"/>
                      <a:pt x="376" y="162"/>
                    </a:cubicBezTo>
                    <a:lnTo>
                      <a:pt x="376" y="162"/>
                    </a:lnTo>
                    <a:lnTo>
                      <a:pt x="376" y="162"/>
                    </a:lnTo>
                    <a:cubicBezTo>
                      <a:pt x="369" y="160"/>
                      <a:pt x="362" y="157"/>
                      <a:pt x="356" y="153"/>
                    </a:cubicBezTo>
                    <a:cubicBezTo>
                      <a:pt x="347" y="148"/>
                      <a:pt x="338" y="141"/>
                      <a:pt x="331" y="133"/>
                    </a:cubicBezTo>
                    <a:cubicBezTo>
                      <a:pt x="341" y="135"/>
                      <a:pt x="337" y="152"/>
                      <a:pt x="327" y="153"/>
                    </a:cubicBezTo>
                    <a:cubicBezTo>
                      <a:pt x="318" y="154"/>
                      <a:pt x="309" y="146"/>
                      <a:pt x="301" y="139"/>
                    </a:cubicBezTo>
                    <a:lnTo>
                      <a:pt x="307" y="168"/>
                    </a:lnTo>
                    <a:lnTo>
                      <a:pt x="274" y="156"/>
                    </a:lnTo>
                    <a:lnTo>
                      <a:pt x="274" y="156"/>
                    </a:lnTo>
                    <a:cubicBezTo>
                      <a:pt x="276" y="160"/>
                      <a:pt x="277" y="164"/>
                      <a:pt x="277" y="169"/>
                    </a:cubicBezTo>
                    <a:cubicBezTo>
                      <a:pt x="277" y="171"/>
                      <a:pt x="277" y="173"/>
                      <a:pt x="277" y="175"/>
                    </a:cubicBezTo>
                    <a:lnTo>
                      <a:pt x="251" y="169"/>
                    </a:lnTo>
                    <a:lnTo>
                      <a:pt x="251" y="169"/>
                    </a:lnTo>
                    <a:cubicBezTo>
                      <a:pt x="249" y="174"/>
                      <a:pt x="248" y="179"/>
                      <a:pt x="248" y="185"/>
                    </a:cubicBezTo>
                    <a:cubicBezTo>
                      <a:pt x="248" y="191"/>
                      <a:pt x="249" y="197"/>
                      <a:pt x="252" y="202"/>
                    </a:cubicBezTo>
                    <a:cubicBezTo>
                      <a:pt x="255" y="207"/>
                      <a:pt x="259" y="211"/>
                      <a:pt x="263" y="214"/>
                    </a:cubicBezTo>
                    <a:lnTo>
                      <a:pt x="263" y="214"/>
                    </a:lnTo>
                    <a:cubicBezTo>
                      <a:pt x="264" y="215"/>
                      <a:pt x="266" y="215"/>
                      <a:pt x="267" y="216"/>
                    </a:cubicBezTo>
                    <a:cubicBezTo>
                      <a:pt x="280" y="224"/>
                      <a:pt x="295" y="229"/>
                      <a:pt x="310" y="233"/>
                    </a:cubicBezTo>
                    <a:lnTo>
                      <a:pt x="310" y="233"/>
                    </a:lnTo>
                    <a:cubicBezTo>
                      <a:pt x="324" y="237"/>
                      <a:pt x="338" y="244"/>
                      <a:pt x="351" y="251"/>
                    </a:cubicBezTo>
                    <a:cubicBezTo>
                      <a:pt x="369" y="261"/>
                      <a:pt x="385" y="274"/>
                      <a:pt x="399" y="288"/>
                    </a:cubicBezTo>
                    <a:lnTo>
                      <a:pt x="345" y="270"/>
                    </a:lnTo>
                    <a:lnTo>
                      <a:pt x="380" y="315"/>
                    </a:lnTo>
                    <a:lnTo>
                      <a:pt x="327" y="301"/>
                    </a:lnTo>
                    <a:lnTo>
                      <a:pt x="327" y="301"/>
                    </a:lnTo>
                    <a:cubicBezTo>
                      <a:pt x="341" y="318"/>
                      <a:pt x="355" y="335"/>
                      <a:pt x="365" y="354"/>
                    </a:cubicBezTo>
                    <a:cubicBezTo>
                      <a:pt x="369" y="360"/>
                      <a:pt x="372" y="367"/>
                      <a:pt x="375" y="373"/>
                    </a:cubicBezTo>
                    <a:lnTo>
                      <a:pt x="375" y="373"/>
                    </a:lnTo>
                    <a:cubicBezTo>
                      <a:pt x="361" y="368"/>
                      <a:pt x="349" y="361"/>
                      <a:pt x="335" y="354"/>
                    </a:cubicBezTo>
                    <a:cubicBezTo>
                      <a:pt x="296" y="331"/>
                      <a:pt x="263" y="299"/>
                      <a:pt x="240" y="260"/>
                    </a:cubicBezTo>
                    <a:lnTo>
                      <a:pt x="240" y="260"/>
                    </a:lnTo>
                    <a:cubicBezTo>
                      <a:pt x="243" y="263"/>
                      <a:pt x="246" y="267"/>
                      <a:pt x="248" y="271"/>
                    </a:cubicBezTo>
                    <a:cubicBezTo>
                      <a:pt x="252" y="278"/>
                      <a:pt x="254" y="286"/>
                      <a:pt x="254" y="294"/>
                    </a:cubicBezTo>
                    <a:cubicBezTo>
                      <a:pt x="254" y="295"/>
                      <a:pt x="254" y="297"/>
                      <a:pt x="254" y="298"/>
                    </a:cubicBezTo>
                    <a:lnTo>
                      <a:pt x="254" y="298"/>
                    </a:lnTo>
                    <a:cubicBezTo>
                      <a:pt x="242" y="289"/>
                      <a:pt x="233" y="277"/>
                      <a:pt x="224" y="264"/>
                    </a:cubicBezTo>
                    <a:cubicBezTo>
                      <a:pt x="224" y="263"/>
                      <a:pt x="222" y="261"/>
                      <a:pt x="222" y="260"/>
                    </a:cubicBezTo>
                    <a:lnTo>
                      <a:pt x="222" y="260"/>
                    </a:lnTo>
                    <a:cubicBezTo>
                      <a:pt x="221" y="258"/>
                      <a:pt x="220" y="256"/>
                      <a:pt x="218" y="254"/>
                    </a:cubicBezTo>
                    <a:cubicBezTo>
                      <a:pt x="216" y="250"/>
                      <a:pt x="214" y="247"/>
                      <a:pt x="212" y="245"/>
                    </a:cubicBezTo>
                    <a:lnTo>
                      <a:pt x="212" y="245"/>
                    </a:lnTo>
                    <a:cubicBezTo>
                      <a:pt x="210" y="243"/>
                      <a:pt x="208" y="241"/>
                      <a:pt x="205" y="240"/>
                    </a:cubicBezTo>
                    <a:cubicBezTo>
                      <a:pt x="201" y="237"/>
                      <a:pt x="196" y="235"/>
                      <a:pt x="190" y="234"/>
                    </a:cubicBezTo>
                    <a:cubicBezTo>
                      <a:pt x="147" y="222"/>
                      <a:pt x="100" y="195"/>
                      <a:pt x="81" y="152"/>
                    </a:cubicBezTo>
                    <a:cubicBezTo>
                      <a:pt x="71" y="131"/>
                      <a:pt x="74" y="107"/>
                      <a:pt x="66" y="86"/>
                    </a:cubicBezTo>
                    <a:lnTo>
                      <a:pt x="66" y="86"/>
                    </a:lnTo>
                    <a:cubicBezTo>
                      <a:pt x="64" y="82"/>
                      <a:pt x="62" y="78"/>
                      <a:pt x="60" y="74"/>
                    </a:cubicBezTo>
                    <a:cubicBezTo>
                      <a:pt x="51" y="59"/>
                      <a:pt x="40" y="44"/>
                      <a:pt x="28" y="32"/>
                    </a:cubicBezTo>
                    <a:lnTo>
                      <a:pt x="28" y="32"/>
                    </a:lnTo>
                    <a:cubicBezTo>
                      <a:pt x="24" y="25"/>
                      <a:pt x="19" y="19"/>
                      <a:pt x="12" y="15"/>
                    </a:cubicBezTo>
                    <a:cubicBezTo>
                      <a:pt x="8" y="13"/>
                      <a:pt x="4" y="11"/>
                      <a:pt x="0" y="10"/>
                    </a:cubicBezTo>
                    <a:cubicBezTo>
                      <a:pt x="0" y="4"/>
                      <a:pt x="7" y="0"/>
                      <a:pt x="14" y="0"/>
                    </a:cubicBezTo>
                    <a:lnTo>
                      <a:pt x="14" y="0"/>
                    </a:lnTo>
                    <a:cubicBezTo>
                      <a:pt x="20" y="2"/>
                      <a:pt x="27" y="3"/>
                      <a:pt x="33" y="4"/>
                    </a:cubicBezTo>
                    <a:lnTo>
                      <a:pt x="33" y="4"/>
                    </a:lnTo>
                    <a:cubicBezTo>
                      <a:pt x="38" y="3"/>
                      <a:pt x="42" y="1"/>
                      <a:pt x="46" y="0"/>
                    </a:cubicBezTo>
                    <a:lnTo>
                      <a:pt x="46" y="0"/>
                    </a:lnTo>
                    <a:cubicBezTo>
                      <a:pt x="47" y="0"/>
                      <a:pt x="49" y="0"/>
                      <a:pt x="50" y="0"/>
                    </a:cubicBezTo>
                    <a:cubicBezTo>
                      <a:pt x="58" y="0"/>
                      <a:pt x="66" y="2"/>
                      <a:pt x="73" y="6"/>
                    </a:cubicBezTo>
                    <a:cubicBezTo>
                      <a:pt x="77" y="8"/>
                      <a:pt x="80" y="11"/>
                      <a:pt x="83" y="13"/>
                    </a:cubicBezTo>
                    <a:cubicBezTo>
                      <a:pt x="107" y="33"/>
                      <a:pt x="139" y="80"/>
                      <a:pt x="171" y="86"/>
                    </a:cubicBezTo>
                    <a:cubicBezTo>
                      <a:pt x="195" y="90"/>
                      <a:pt x="226" y="67"/>
                      <a:pt x="246" y="56"/>
                    </a:cubicBezTo>
                    <a:lnTo>
                      <a:pt x="246" y="56"/>
                    </a:lnTo>
                    <a:cubicBezTo>
                      <a:pt x="272" y="41"/>
                      <a:pt x="302" y="34"/>
                      <a:pt x="333" y="34"/>
                    </a:cubicBezTo>
                    <a:cubicBezTo>
                      <a:pt x="350" y="34"/>
                      <a:pt x="367" y="36"/>
                      <a:pt x="384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" name="Google Shape;192;p14"/>
            <p:cNvSpPr/>
            <p:nvPr/>
          </p:nvSpPr>
          <p:spPr>
            <a:xfrm>
              <a:off x="7084595" y="254145"/>
              <a:ext cx="1244520" cy="178560"/>
            </a:xfrm>
            <a:custGeom>
              <a:avLst/>
              <a:gdLst/>
              <a:ahLst/>
              <a:cxnLst/>
              <a:rect l="l" t="t" r="r" b="b"/>
              <a:pathLst>
                <a:path w="3457" h="496" extrusionOk="0">
                  <a:moveTo>
                    <a:pt x="2755" y="340"/>
                  </a:moveTo>
                  <a:lnTo>
                    <a:pt x="2755" y="340"/>
                  </a:lnTo>
                  <a:cubicBezTo>
                    <a:pt x="2786" y="330"/>
                    <a:pt x="2819" y="325"/>
                    <a:pt x="2852" y="325"/>
                  </a:cubicBezTo>
                  <a:cubicBezTo>
                    <a:pt x="2853" y="325"/>
                    <a:pt x="2854" y="325"/>
                    <a:pt x="2855" y="325"/>
                  </a:cubicBezTo>
                  <a:cubicBezTo>
                    <a:pt x="2885" y="328"/>
                    <a:pt x="2913" y="345"/>
                    <a:pt x="2941" y="358"/>
                  </a:cubicBezTo>
                  <a:lnTo>
                    <a:pt x="2941" y="358"/>
                  </a:lnTo>
                  <a:cubicBezTo>
                    <a:pt x="2994" y="379"/>
                    <a:pt x="3050" y="394"/>
                    <a:pt x="3107" y="402"/>
                  </a:cubicBezTo>
                  <a:cubicBezTo>
                    <a:pt x="3221" y="422"/>
                    <a:pt x="3347" y="431"/>
                    <a:pt x="3457" y="473"/>
                  </a:cubicBezTo>
                  <a:cubicBezTo>
                    <a:pt x="2708" y="489"/>
                    <a:pt x="1968" y="478"/>
                    <a:pt x="1220" y="494"/>
                  </a:cubicBezTo>
                  <a:cubicBezTo>
                    <a:pt x="814" y="502"/>
                    <a:pt x="405" y="491"/>
                    <a:pt x="0" y="464"/>
                  </a:cubicBezTo>
                  <a:cubicBezTo>
                    <a:pt x="210" y="412"/>
                    <a:pt x="416" y="375"/>
                    <a:pt x="627" y="335"/>
                  </a:cubicBezTo>
                  <a:lnTo>
                    <a:pt x="627" y="335"/>
                  </a:lnTo>
                  <a:cubicBezTo>
                    <a:pt x="646" y="333"/>
                    <a:pt x="663" y="327"/>
                    <a:pt x="679" y="318"/>
                  </a:cubicBezTo>
                  <a:cubicBezTo>
                    <a:pt x="682" y="316"/>
                    <a:pt x="684" y="315"/>
                    <a:pt x="687" y="313"/>
                  </a:cubicBezTo>
                  <a:lnTo>
                    <a:pt x="687" y="313"/>
                  </a:lnTo>
                  <a:cubicBezTo>
                    <a:pt x="702" y="298"/>
                    <a:pt x="715" y="281"/>
                    <a:pt x="726" y="262"/>
                  </a:cubicBezTo>
                  <a:lnTo>
                    <a:pt x="726" y="262"/>
                  </a:lnTo>
                  <a:cubicBezTo>
                    <a:pt x="736" y="250"/>
                    <a:pt x="748" y="239"/>
                    <a:pt x="763" y="231"/>
                  </a:cubicBezTo>
                  <a:cubicBezTo>
                    <a:pt x="783" y="219"/>
                    <a:pt x="806" y="213"/>
                    <a:pt x="829" y="213"/>
                  </a:cubicBezTo>
                  <a:cubicBezTo>
                    <a:pt x="845" y="213"/>
                    <a:pt x="861" y="216"/>
                    <a:pt x="877" y="222"/>
                  </a:cubicBezTo>
                  <a:lnTo>
                    <a:pt x="877" y="222"/>
                  </a:lnTo>
                  <a:cubicBezTo>
                    <a:pt x="923" y="170"/>
                    <a:pt x="978" y="125"/>
                    <a:pt x="1039" y="90"/>
                  </a:cubicBezTo>
                  <a:cubicBezTo>
                    <a:pt x="1141" y="31"/>
                    <a:pt x="1257" y="0"/>
                    <a:pt x="1374" y="0"/>
                  </a:cubicBezTo>
                  <a:cubicBezTo>
                    <a:pt x="1390" y="0"/>
                    <a:pt x="1405" y="1"/>
                    <a:pt x="1421" y="2"/>
                  </a:cubicBezTo>
                  <a:cubicBezTo>
                    <a:pt x="1559" y="13"/>
                    <a:pt x="1709" y="85"/>
                    <a:pt x="1747" y="218"/>
                  </a:cubicBezTo>
                  <a:lnTo>
                    <a:pt x="1747" y="218"/>
                  </a:lnTo>
                  <a:cubicBezTo>
                    <a:pt x="1794" y="205"/>
                    <a:pt x="1842" y="199"/>
                    <a:pt x="1891" y="199"/>
                  </a:cubicBezTo>
                  <a:cubicBezTo>
                    <a:pt x="1952" y="199"/>
                    <a:pt x="2012" y="209"/>
                    <a:pt x="2069" y="229"/>
                  </a:cubicBezTo>
                  <a:lnTo>
                    <a:pt x="2069" y="229"/>
                  </a:lnTo>
                  <a:cubicBezTo>
                    <a:pt x="2104" y="244"/>
                    <a:pt x="2140" y="256"/>
                    <a:pt x="2177" y="264"/>
                  </a:cubicBezTo>
                  <a:cubicBezTo>
                    <a:pt x="2309" y="284"/>
                    <a:pt x="2410" y="218"/>
                    <a:pt x="2543" y="271"/>
                  </a:cubicBezTo>
                  <a:cubicBezTo>
                    <a:pt x="2588" y="288"/>
                    <a:pt x="2631" y="332"/>
                    <a:pt x="2677" y="342"/>
                  </a:cubicBezTo>
                  <a:lnTo>
                    <a:pt x="2677" y="342"/>
                  </a:lnTo>
                  <a:cubicBezTo>
                    <a:pt x="2688" y="344"/>
                    <a:pt x="2699" y="345"/>
                    <a:pt x="2710" y="345"/>
                  </a:cubicBezTo>
                  <a:cubicBezTo>
                    <a:pt x="2725" y="345"/>
                    <a:pt x="2740" y="344"/>
                    <a:pt x="2755" y="3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3" name="Google Shape;193;p14"/>
            <p:cNvGrpSpPr/>
            <p:nvPr/>
          </p:nvGrpSpPr>
          <p:grpSpPr>
            <a:xfrm>
              <a:off x="8205230" y="602157"/>
              <a:ext cx="451080" cy="290880"/>
              <a:chOff x="7896505" y="2488733"/>
              <a:chExt cx="451080" cy="290880"/>
            </a:xfrm>
          </p:grpSpPr>
          <p:sp>
            <p:nvSpPr>
              <p:cNvPr id="194" name="Google Shape;194;p14"/>
              <p:cNvSpPr/>
              <p:nvPr/>
            </p:nvSpPr>
            <p:spPr>
              <a:xfrm>
                <a:off x="7896505" y="2488733"/>
                <a:ext cx="26136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41" extrusionOk="0">
                    <a:moveTo>
                      <a:pt x="288" y="102"/>
                    </a:moveTo>
                    <a:lnTo>
                      <a:pt x="288" y="102"/>
                    </a:lnTo>
                    <a:cubicBezTo>
                      <a:pt x="288" y="100"/>
                      <a:pt x="288" y="99"/>
                      <a:pt x="288" y="97"/>
                    </a:cubicBezTo>
                    <a:cubicBezTo>
                      <a:pt x="288" y="94"/>
                      <a:pt x="287" y="90"/>
                      <a:pt x="286" y="86"/>
                    </a:cubicBezTo>
                    <a:lnTo>
                      <a:pt x="286" y="86"/>
                    </a:lnTo>
                    <a:cubicBezTo>
                      <a:pt x="283" y="77"/>
                      <a:pt x="281" y="67"/>
                      <a:pt x="281" y="57"/>
                    </a:cubicBezTo>
                    <a:cubicBezTo>
                      <a:pt x="281" y="55"/>
                      <a:pt x="281" y="53"/>
                      <a:pt x="281" y="51"/>
                    </a:cubicBezTo>
                    <a:cubicBezTo>
                      <a:pt x="283" y="42"/>
                      <a:pt x="287" y="34"/>
                      <a:pt x="289" y="26"/>
                    </a:cubicBezTo>
                    <a:lnTo>
                      <a:pt x="289" y="26"/>
                    </a:lnTo>
                    <a:cubicBezTo>
                      <a:pt x="290" y="23"/>
                      <a:pt x="290" y="20"/>
                      <a:pt x="290" y="18"/>
                    </a:cubicBezTo>
                    <a:cubicBezTo>
                      <a:pt x="290" y="12"/>
                      <a:pt x="290" y="8"/>
                      <a:pt x="286" y="3"/>
                    </a:cubicBezTo>
                    <a:cubicBezTo>
                      <a:pt x="286" y="2"/>
                      <a:pt x="285" y="1"/>
                      <a:pt x="284" y="0"/>
                    </a:cubicBezTo>
                    <a:cubicBezTo>
                      <a:pt x="293" y="1"/>
                      <a:pt x="298" y="11"/>
                      <a:pt x="306" y="17"/>
                    </a:cubicBezTo>
                    <a:cubicBezTo>
                      <a:pt x="310" y="20"/>
                      <a:pt x="314" y="23"/>
                      <a:pt x="318" y="25"/>
                    </a:cubicBezTo>
                    <a:cubicBezTo>
                      <a:pt x="335" y="37"/>
                      <a:pt x="335" y="55"/>
                      <a:pt x="344" y="70"/>
                    </a:cubicBezTo>
                    <a:lnTo>
                      <a:pt x="344" y="70"/>
                    </a:lnTo>
                    <a:cubicBezTo>
                      <a:pt x="344" y="70"/>
                      <a:pt x="345" y="71"/>
                      <a:pt x="345" y="72"/>
                    </a:cubicBezTo>
                    <a:cubicBezTo>
                      <a:pt x="350" y="81"/>
                      <a:pt x="358" y="88"/>
                      <a:pt x="367" y="93"/>
                    </a:cubicBezTo>
                    <a:cubicBezTo>
                      <a:pt x="373" y="97"/>
                      <a:pt x="380" y="99"/>
                      <a:pt x="387" y="101"/>
                    </a:cubicBezTo>
                    <a:cubicBezTo>
                      <a:pt x="411" y="104"/>
                      <a:pt x="432" y="90"/>
                      <a:pt x="453" y="83"/>
                    </a:cubicBezTo>
                    <a:lnTo>
                      <a:pt x="453" y="83"/>
                    </a:lnTo>
                    <a:cubicBezTo>
                      <a:pt x="463" y="81"/>
                      <a:pt x="474" y="80"/>
                      <a:pt x="484" y="80"/>
                    </a:cubicBezTo>
                    <a:cubicBezTo>
                      <a:pt x="502" y="80"/>
                      <a:pt x="520" y="83"/>
                      <a:pt x="537" y="89"/>
                    </a:cubicBezTo>
                    <a:cubicBezTo>
                      <a:pt x="559" y="95"/>
                      <a:pt x="580" y="102"/>
                      <a:pt x="602" y="110"/>
                    </a:cubicBezTo>
                    <a:lnTo>
                      <a:pt x="701" y="146"/>
                    </a:lnTo>
                    <a:lnTo>
                      <a:pt x="701" y="146"/>
                    </a:lnTo>
                    <a:cubicBezTo>
                      <a:pt x="706" y="148"/>
                      <a:pt x="710" y="150"/>
                      <a:pt x="715" y="152"/>
                    </a:cubicBezTo>
                    <a:cubicBezTo>
                      <a:pt x="717" y="153"/>
                      <a:pt x="719" y="155"/>
                      <a:pt x="721" y="156"/>
                    </a:cubicBezTo>
                    <a:cubicBezTo>
                      <a:pt x="724" y="159"/>
                      <a:pt x="727" y="161"/>
                      <a:pt x="725" y="164"/>
                    </a:cubicBezTo>
                    <a:cubicBezTo>
                      <a:pt x="724" y="166"/>
                      <a:pt x="721" y="167"/>
                      <a:pt x="718" y="168"/>
                    </a:cubicBezTo>
                    <a:lnTo>
                      <a:pt x="718" y="168"/>
                    </a:lnTo>
                    <a:cubicBezTo>
                      <a:pt x="704" y="170"/>
                      <a:pt x="689" y="171"/>
                      <a:pt x="675" y="171"/>
                    </a:cubicBezTo>
                    <a:cubicBezTo>
                      <a:pt x="673" y="171"/>
                      <a:pt x="671" y="171"/>
                      <a:pt x="669" y="171"/>
                    </a:cubicBezTo>
                    <a:lnTo>
                      <a:pt x="689" y="189"/>
                    </a:lnTo>
                    <a:cubicBezTo>
                      <a:pt x="691" y="191"/>
                      <a:pt x="693" y="193"/>
                      <a:pt x="692" y="195"/>
                    </a:cubicBezTo>
                    <a:lnTo>
                      <a:pt x="692" y="195"/>
                    </a:lnTo>
                    <a:cubicBezTo>
                      <a:pt x="692" y="196"/>
                      <a:pt x="691" y="196"/>
                      <a:pt x="691" y="196"/>
                    </a:cubicBezTo>
                    <a:cubicBezTo>
                      <a:pt x="690" y="197"/>
                      <a:pt x="689" y="197"/>
                      <a:pt x="688" y="197"/>
                    </a:cubicBezTo>
                    <a:lnTo>
                      <a:pt x="688" y="197"/>
                    </a:lnTo>
                    <a:cubicBezTo>
                      <a:pt x="683" y="198"/>
                      <a:pt x="679" y="198"/>
                      <a:pt x="673" y="198"/>
                    </a:cubicBezTo>
                    <a:cubicBezTo>
                      <a:pt x="668" y="198"/>
                      <a:pt x="662" y="198"/>
                      <a:pt x="657" y="197"/>
                    </a:cubicBezTo>
                    <a:lnTo>
                      <a:pt x="657" y="197"/>
                    </a:lnTo>
                    <a:cubicBezTo>
                      <a:pt x="643" y="197"/>
                      <a:pt x="630" y="193"/>
                      <a:pt x="618" y="187"/>
                    </a:cubicBezTo>
                    <a:lnTo>
                      <a:pt x="618" y="187"/>
                    </a:lnTo>
                    <a:cubicBezTo>
                      <a:pt x="623" y="192"/>
                      <a:pt x="629" y="199"/>
                      <a:pt x="632" y="205"/>
                    </a:cubicBezTo>
                    <a:cubicBezTo>
                      <a:pt x="636" y="211"/>
                      <a:pt x="638" y="218"/>
                      <a:pt x="640" y="224"/>
                    </a:cubicBezTo>
                    <a:lnTo>
                      <a:pt x="640" y="224"/>
                    </a:lnTo>
                    <a:cubicBezTo>
                      <a:pt x="623" y="224"/>
                      <a:pt x="606" y="219"/>
                      <a:pt x="591" y="212"/>
                    </a:cubicBezTo>
                    <a:lnTo>
                      <a:pt x="591" y="212"/>
                    </a:lnTo>
                    <a:cubicBezTo>
                      <a:pt x="592" y="213"/>
                      <a:pt x="592" y="214"/>
                      <a:pt x="593" y="215"/>
                    </a:cubicBezTo>
                    <a:cubicBezTo>
                      <a:pt x="597" y="220"/>
                      <a:pt x="597" y="224"/>
                      <a:pt x="598" y="229"/>
                    </a:cubicBezTo>
                    <a:lnTo>
                      <a:pt x="598" y="229"/>
                    </a:lnTo>
                    <a:lnTo>
                      <a:pt x="598" y="230"/>
                    </a:lnTo>
                    <a:cubicBezTo>
                      <a:pt x="598" y="232"/>
                      <a:pt x="597" y="234"/>
                      <a:pt x="596" y="236"/>
                    </a:cubicBezTo>
                    <a:cubicBezTo>
                      <a:pt x="595" y="237"/>
                      <a:pt x="594" y="239"/>
                      <a:pt x="592" y="240"/>
                    </a:cubicBezTo>
                    <a:cubicBezTo>
                      <a:pt x="591" y="241"/>
                      <a:pt x="589" y="241"/>
                      <a:pt x="587" y="241"/>
                    </a:cubicBezTo>
                    <a:lnTo>
                      <a:pt x="587" y="241"/>
                    </a:lnTo>
                    <a:cubicBezTo>
                      <a:pt x="584" y="241"/>
                      <a:pt x="581" y="240"/>
                      <a:pt x="578" y="238"/>
                    </a:cubicBezTo>
                    <a:cubicBezTo>
                      <a:pt x="578" y="238"/>
                      <a:pt x="577" y="238"/>
                      <a:pt x="577" y="237"/>
                    </a:cubicBezTo>
                    <a:lnTo>
                      <a:pt x="577" y="237"/>
                    </a:lnTo>
                    <a:cubicBezTo>
                      <a:pt x="574" y="236"/>
                      <a:pt x="572" y="234"/>
                      <a:pt x="569" y="233"/>
                    </a:cubicBezTo>
                    <a:cubicBezTo>
                      <a:pt x="564" y="230"/>
                      <a:pt x="560" y="227"/>
                      <a:pt x="555" y="225"/>
                    </a:cubicBezTo>
                    <a:cubicBezTo>
                      <a:pt x="544" y="222"/>
                      <a:pt x="547" y="223"/>
                      <a:pt x="547" y="232"/>
                    </a:cubicBezTo>
                    <a:lnTo>
                      <a:pt x="547" y="232"/>
                    </a:lnTo>
                    <a:lnTo>
                      <a:pt x="547" y="233"/>
                    </a:lnTo>
                    <a:cubicBezTo>
                      <a:pt x="547" y="234"/>
                      <a:pt x="547" y="235"/>
                      <a:pt x="546" y="237"/>
                    </a:cubicBezTo>
                    <a:cubicBezTo>
                      <a:pt x="546" y="238"/>
                      <a:pt x="544" y="239"/>
                      <a:pt x="543" y="240"/>
                    </a:cubicBezTo>
                    <a:lnTo>
                      <a:pt x="542" y="240"/>
                    </a:lnTo>
                    <a:lnTo>
                      <a:pt x="542" y="240"/>
                    </a:lnTo>
                    <a:cubicBezTo>
                      <a:pt x="541" y="240"/>
                      <a:pt x="540" y="241"/>
                      <a:pt x="540" y="241"/>
                    </a:cubicBezTo>
                    <a:cubicBezTo>
                      <a:pt x="537" y="241"/>
                      <a:pt x="534" y="240"/>
                      <a:pt x="531" y="238"/>
                    </a:cubicBezTo>
                    <a:lnTo>
                      <a:pt x="530" y="238"/>
                    </a:lnTo>
                    <a:lnTo>
                      <a:pt x="530" y="238"/>
                    </a:lnTo>
                    <a:cubicBezTo>
                      <a:pt x="528" y="237"/>
                      <a:pt x="526" y="235"/>
                      <a:pt x="524" y="234"/>
                    </a:cubicBezTo>
                    <a:cubicBezTo>
                      <a:pt x="517" y="230"/>
                      <a:pt x="510" y="225"/>
                      <a:pt x="504" y="220"/>
                    </a:cubicBezTo>
                    <a:lnTo>
                      <a:pt x="504" y="220"/>
                    </a:lnTo>
                    <a:cubicBezTo>
                      <a:pt x="506" y="225"/>
                      <a:pt x="507" y="231"/>
                      <a:pt x="507" y="236"/>
                    </a:cubicBezTo>
                    <a:lnTo>
                      <a:pt x="507" y="236"/>
                    </a:lnTo>
                    <a:cubicBezTo>
                      <a:pt x="507" y="237"/>
                      <a:pt x="508" y="238"/>
                      <a:pt x="508" y="239"/>
                    </a:cubicBezTo>
                    <a:cubicBezTo>
                      <a:pt x="508" y="239"/>
                      <a:pt x="507" y="240"/>
                      <a:pt x="507" y="241"/>
                    </a:cubicBezTo>
                    <a:cubicBezTo>
                      <a:pt x="505" y="244"/>
                      <a:pt x="499" y="243"/>
                      <a:pt x="495" y="241"/>
                    </a:cubicBezTo>
                    <a:lnTo>
                      <a:pt x="495" y="241"/>
                    </a:lnTo>
                    <a:cubicBezTo>
                      <a:pt x="492" y="239"/>
                      <a:pt x="490" y="238"/>
                      <a:pt x="487" y="236"/>
                    </a:cubicBezTo>
                    <a:cubicBezTo>
                      <a:pt x="482" y="233"/>
                      <a:pt x="476" y="230"/>
                      <a:pt x="472" y="226"/>
                    </a:cubicBezTo>
                    <a:cubicBezTo>
                      <a:pt x="475" y="231"/>
                      <a:pt x="469" y="236"/>
                      <a:pt x="463" y="236"/>
                    </a:cubicBezTo>
                    <a:cubicBezTo>
                      <a:pt x="457" y="236"/>
                      <a:pt x="451" y="234"/>
                      <a:pt x="446" y="233"/>
                    </a:cubicBezTo>
                    <a:cubicBezTo>
                      <a:pt x="444" y="236"/>
                      <a:pt x="448" y="239"/>
                      <a:pt x="448" y="242"/>
                    </a:cubicBezTo>
                    <a:cubicBezTo>
                      <a:pt x="448" y="245"/>
                      <a:pt x="442" y="245"/>
                      <a:pt x="439" y="244"/>
                    </a:cubicBezTo>
                    <a:lnTo>
                      <a:pt x="439" y="244"/>
                    </a:lnTo>
                    <a:cubicBezTo>
                      <a:pt x="437" y="244"/>
                      <a:pt x="435" y="243"/>
                      <a:pt x="433" y="243"/>
                    </a:cubicBezTo>
                    <a:lnTo>
                      <a:pt x="432" y="243"/>
                    </a:lnTo>
                    <a:cubicBezTo>
                      <a:pt x="432" y="245"/>
                      <a:pt x="432" y="246"/>
                      <a:pt x="432" y="248"/>
                    </a:cubicBezTo>
                    <a:cubicBezTo>
                      <a:pt x="430" y="250"/>
                      <a:pt x="426" y="248"/>
                      <a:pt x="423" y="247"/>
                    </a:cubicBezTo>
                    <a:lnTo>
                      <a:pt x="423" y="247"/>
                    </a:lnTo>
                    <a:cubicBezTo>
                      <a:pt x="422" y="247"/>
                      <a:pt x="422" y="247"/>
                      <a:pt x="421" y="246"/>
                    </a:cubicBezTo>
                    <a:cubicBezTo>
                      <a:pt x="419" y="244"/>
                      <a:pt x="417" y="244"/>
                      <a:pt x="414" y="243"/>
                    </a:cubicBezTo>
                    <a:lnTo>
                      <a:pt x="418" y="255"/>
                    </a:lnTo>
                    <a:lnTo>
                      <a:pt x="418" y="255"/>
                    </a:lnTo>
                    <a:cubicBezTo>
                      <a:pt x="418" y="256"/>
                      <a:pt x="418" y="256"/>
                      <a:pt x="418" y="257"/>
                    </a:cubicBezTo>
                    <a:cubicBezTo>
                      <a:pt x="418" y="258"/>
                      <a:pt x="418" y="259"/>
                      <a:pt x="418" y="260"/>
                    </a:cubicBezTo>
                    <a:lnTo>
                      <a:pt x="418" y="260"/>
                    </a:lnTo>
                    <a:cubicBezTo>
                      <a:pt x="418" y="261"/>
                      <a:pt x="418" y="261"/>
                      <a:pt x="417" y="262"/>
                    </a:cubicBezTo>
                    <a:cubicBezTo>
                      <a:pt x="417" y="262"/>
                      <a:pt x="417" y="263"/>
                      <a:pt x="416" y="263"/>
                    </a:cubicBezTo>
                    <a:cubicBezTo>
                      <a:pt x="415" y="263"/>
                      <a:pt x="415" y="264"/>
                      <a:pt x="414" y="264"/>
                    </a:cubicBezTo>
                    <a:cubicBezTo>
                      <a:pt x="412" y="264"/>
                      <a:pt x="410" y="262"/>
                      <a:pt x="408" y="264"/>
                    </a:cubicBezTo>
                    <a:cubicBezTo>
                      <a:pt x="407" y="265"/>
                      <a:pt x="408" y="267"/>
                      <a:pt x="408" y="268"/>
                    </a:cubicBezTo>
                    <a:cubicBezTo>
                      <a:pt x="438" y="313"/>
                      <a:pt x="471" y="355"/>
                      <a:pt x="504" y="399"/>
                    </a:cubicBezTo>
                    <a:cubicBezTo>
                      <a:pt x="506" y="402"/>
                      <a:pt x="508" y="408"/>
                      <a:pt x="504" y="409"/>
                    </a:cubicBezTo>
                    <a:lnTo>
                      <a:pt x="504" y="409"/>
                    </a:lnTo>
                    <a:cubicBezTo>
                      <a:pt x="503" y="409"/>
                      <a:pt x="503" y="409"/>
                      <a:pt x="503" y="409"/>
                    </a:cubicBezTo>
                    <a:cubicBezTo>
                      <a:pt x="502" y="409"/>
                      <a:pt x="500" y="408"/>
                      <a:pt x="499" y="407"/>
                    </a:cubicBezTo>
                    <a:cubicBezTo>
                      <a:pt x="499" y="407"/>
                      <a:pt x="498" y="407"/>
                      <a:pt x="497" y="406"/>
                    </a:cubicBezTo>
                    <a:lnTo>
                      <a:pt x="465" y="381"/>
                    </a:lnTo>
                    <a:lnTo>
                      <a:pt x="465" y="381"/>
                    </a:lnTo>
                    <a:cubicBezTo>
                      <a:pt x="469" y="390"/>
                      <a:pt x="473" y="400"/>
                      <a:pt x="476" y="410"/>
                    </a:cubicBezTo>
                    <a:lnTo>
                      <a:pt x="476" y="410"/>
                    </a:lnTo>
                    <a:cubicBezTo>
                      <a:pt x="476" y="411"/>
                      <a:pt x="476" y="412"/>
                      <a:pt x="476" y="413"/>
                    </a:cubicBezTo>
                    <a:cubicBezTo>
                      <a:pt x="476" y="414"/>
                      <a:pt x="476" y="415"/>
                      <a:pt x="476" y="416"/>
                    </a:cubicBezTo>
                    <a:cubicBezTo>
                      <a:pt x="473" y="421"/>
                      <a:pt x="465" y="417"/>
                      <a:pt x="461" y="414"/>
                    </a:cubicBezTo>
                    <a:lnTo>
                      <a:pt x="461" y="414"/>
                    </a:lnTo>
                    <a:cubicBezTo>
                      <a:pt x="445" y="401"/>
                      <a:pt x="431" y="385"/>
                      <a:pt x="420" y="367"/>
                    </a:cubicBezTo>
                    <a:lnTo>
                      <a:pt x="420" y="367"/>
                    </a:lnTo>
                    <a:cubicBezTo>
                      <a:pt x="428" y="385"/>
                      <a:pt x="433" y="404"/>
                      <a:pt x="435" y="423"/>
                    </a:cubicBezTo>
                    <a:cubicBezTo>
                      <a:pt x="435" y="429"/>
                      <a:pt x="436" y="436"/>
                      <a:pt x="429" y="437"/>
                    </a:cubicBezTo>
                    <a:cubicBezTo>
                      <a:pt x="423" y="438"/>
                      <a:pt x="419" y="433"/>
                      <a:pt x="416" y="428"/>
                    </a:cubicBezTo>
                    <a:lnTo>
                      <a:pt x="416" y="428"/>
                    </a:lnTo>
                    <a:cubicBezTo>
                      <a:pt x="412" y="423"/>
                      <a:pt x="409" y="417"/>
                      <a:pt x="405" y="411"/>
                    </a:cubicBezTo>
                    <a:cubicBezTo>
                      <a:pt x="399" y="400"/>
                      <a:pt x="393" y="388"/>
                      <a:pt x="388" y="376"/>
                    </a:cubicBezTo>
                    <a:lnTo>
                      <a:pt x="376" y="430"/>
                    </a:lnTo>
                    <a:cubicBezTo>
                      <a:pt x="375" y="436"/>
                      <a:pt x="370" y="443"/>
                      <a:pt x="364" y="441"/>
                    </a:cubicBezTo>
                    <a:lnTo>
                      <a:pt x="364" y="441"/>
                    </a:lnTo>
                    <a:cubicBezTo>
                      <a:pt x="362" y="440"/>
                      <a:pt x="362" y="438"/>
                      <a:pt x="360" y="436"/>
                    </a:cubicBezTo>
                    <a:cubicBezTo>
                      <a:pt x="359" y="435"/>
                      <a:pt x="359" y="434"/>
                      <a:pt x="359" y="433"/>
                    </a:cubicBezTo>
                    <a:lnTo>
                      <a:pt x="359" y="433"/>
                    </a:lnTo>
                    <a:cubicBezTo>
                      <a:pt x="355" y="422"/>
                      <a:pt x="352" y="411"/>
                      <a:pt x="350" y="399"/>
                    </a:cubicBezTo>
                    <a:lnTo>
                      <a:pt x="339" y="417"/>
                    </a:lnTo>
                    <a:cubicBezTo>
                      <a:pt x="337" y="420"/>
                      <a:pt x="334" y="424"/>
                      <a:pt x="329" y="423"/>
                    </a:cubicBezTo>
                    <a:cubicBezTo>
                      <a:pt x="325" y="422"/>
                      <a:pt x="322" y="417"/>
                      <a:pt x="322" y="412"/>
                    </a:cubicBezTo>
                    <a:lnTo>
                      <a:pt x="322" y="412"/>
                    </a:lnTo>
                    <a:cubicBezTo>
                      <a:pt x="321" y="402"/>
                      <a:pt x="320" y="393"/>
                      <a:pt x="320" y="383"/>
                    </a:cubicBezTo>
                    <a:cubicBezTo>
                      <a:pt x="320" y="361"/>
                      <a:pt x="323" y="339"/>
                      <a:pt x="328" y="317"/>
                    </a:cubicBezTo>
                    <a:lnTo>
                      <a:pt x="328" y="317"/>
                    </a:lnTo>
                    <a:cubicBezTo>
                      <a:pt x="329" y="299"/>
                      <a:pt x="332" y="282"/>
                      <a:pt x="336" y="265"/>
                    </a:cubicBezTo>
                    <a:cubicBezTo>
                      <a:pt x="335" y="267"/>
                      <a:pt x="331" y="267"/>
                      <a:pt x="329" y="266"/>
                    </a:cubicBezTo>
                    <a:lnTo>
                      <a:pt x="329" y="266"/>
                    </a:lnTo>
                    <a:cubicBezTo>
                      <a:pt x="327" y="265"/>
                      <a:pt x="325" y="263"/>
                      <a:pt x="324" y="261"/>
                    </a:cubicBezTo>
                    <a:cubicBezTo>
                      <a:pt x="324" y="261"/>
                      <a:pt x="323" y="260"/>
                      <a:pt x="323" y="259"/>
                    </a:cubicBezTo>
                    <a:lnTo>
                      <a:pt x="323" y="259"/>
                    </a:lnTo>
                    <a:cubicBezTo>
                      <a:pt x="321" y="256"/>
                      <a:pt x="321" y="252"/>
                      <a:pt x="321" y="248"/>
                    </a:cubicBezTo>
                    <a:cubicBezTo>
                      <a:pt x="321" y="247"/>
                      <a:pt x="321" y="247"/>
                      <a:pt x="321" y="246"/>
                    </a:cubicBezTo>
                    <a:cubicBezTo>
                      <a:pt x="319" y="250"/>
                      <a:pt x="309" y="262"/>
                      <a:pt x="302" y="257"/>
                    </a:cubicBezTo>
                    <a:cubicBezTo>
                      <a:pt x="295" y="252"/>
                      <a:pt x="302" y="245"/>
                      <a:pt x="299" y="240"/>
                    </a:cubicBezTo>
                    <a:lnTo>
                      <a:pt x="299" y="240"/>
                    </a:lnTo>
                    <a:cubicBezTo>
                      <a:pt x="298" y="243"/>
                      <a:pt x="296" y="246"/>
                      <a:pt x="294" y="249"/>
                    </a:cubicBezTo>
                    <a:cubicBezTo>
                      <a:pt x="290" y="257"/>
                      <a:pt x="283" y="264"/>
                      <a:pt x="274" y="269"/>
                    </a:cubicBezTo>
                    <a:cubicBezTo>
                      <a:pt x="268" y="272"/>
                      <a:pt x="262" y="275"/>
                      <a:pt x="255" y="276"/>
                    </a:cubicBezTo>
                    <a:lnTo>
                      <a:pt x="255" y="276"/>
                    </a:lnTo>
                    <a:cubicBezTo>
                      <a:pt x="254" y="276"/>
                      <a:pt x="253" y="276"/>
                      <a:pt x="252" y="276"/>
                    </a:cubicBezTo>
                    <a:cubicBezTo>
                      <a:pt x="251" y="276"/>
                      <a:pt x="250" y="276"/>
                      <a:pt x="249" y="276"/>
                    </a:cubicBezTo>
                    <a:cubicBezTo>
                      <a:pt x="245" y="274"/>
                      <a:pt x="244" y="269"/>
                      <a:pt x="245" y="265"/>
                    </a:cubicBezTo>
                    <a:lnTo>
                      <a:pt x="245" y="248"/>
                    </a:lnTo>
                    <a:cubicBezTo>
                      <a:pt x="245" y="253"/>
                      <a:pt x="225" y="263"/>
                      <a:pt x="219" y="261"/>
                    </a:cubicBezTo>
                    <a:cubicBezTo>
                      <a:pt x="213" y="259"/>
                      <a:pt x="217" y="247"/>
                      <a:pt x="218" y="240"/>
                    </a:cubicBezTo>
                    <a:lnTo>
                      <a:pt x="218" y="240"/>
                    </a:lnTo>
                    <a:cubicBezTo>
                      <a:pt x="212" y="245"/>
                      <a:pt x="206" y="250"/>
                      <a:pt x="199" y="254"/>
                    </a:cubicBezTo>
                    <a:cubicBezTo>
                      <a:pt x="183" y="263"/>
                      <a:pt x="165" y="268"/>
                      <a:pt x="146" y="268"/>
                    </a:cubicBezTo>
                    <a:lnTo>
                      <a:pt x="146" y="268"/>
                    </a:lnTo>
                    <a:lnTo>
                      <a:pt x="145" y="268"/>
                    </a:lnTo>
                    <a:cubicBezTo>
                      <a:pt x="143" y="268"/>
                      <a:pt x="142" y="268"/>
                      <a:pt x="140" y="267"/>
                    </a:cubicBezTo>
                    <a:lnTo>
                      <a:pt x="140" y="267"/>
                    </a:lnTo>
                    <a:lnTo>
                      <a:pt x="140" y="267"/>
                    </a:lnTo>
                    <a:cubicBezTo>
                      <a:pt x="140" y="267"/>
                      <a:pt x="140" y="266"/>
                      <a:pt x="139" y="265"/>
                    </a:cubicBezTo>
                    <a:cubicBezTo>
                      <a:pt x="139" y="264"/>
                      <a:pt x="138" y="263"/>
                      <a:pt x="138" y="262"/>
                    </a:cubicBezTo>
                    <a:lnTo>
                      <a:pt x="138" y="261"/>
                    </a:lnTo>
                    <a:lnTo>
                      <a:pt x="138" y="261"/>
                    </a:lnTo>
                    <a:lnTo>
                      <a:pt x="138" y="260"/>
                    </a:lnTo>
                    <a:cubicBezTo>
                      <a:pt x="138" y="255"/>
                      <a:pt x="139" y="250"/>
                      <a:pt x="141" y="246"/>
                    </a:cubicBezTo>
                    <a:cubicBezTo>
                      <a:pt x="142" y="245"/>
                      <a:pt x="142" y="245"/>
                      <a:pt x="142" y="245"/>
                    </a:cubicBezTo>
                    <a:lnTo>
                      <a:pt x="142" y="245"/>
                    </a:lnTo>
                    <a:cubicBezTo>
                      <a:pt x="141" y="247"/>
                      <a:pt x="140" y="250"/>
                      <a:pt x="139" y="252"/>
                    </a:cubicBezTo>
                    <a:cubicBezTo>
                      <a:pt x="133" y="262"/>
                      <a:pt x="124" y="270"/>
                      <a:pt x="114" y="276"/>
                    </a:cubicBezTo>
                    <a:cubicBezTo>
                      <a:pt x="110" y="279"/>
                      <a:pt x="106" y="280"/>
                      <a:pt x="102" y="282"/>
                    </a:cubicBezTo>
                    <a:cubicBezTo>
                      <a:pt x="96" y="283"/>
                      <a:pt x="88" y="282"/>
                      <a:pt x="87" y="276"/>
                    </a:cubicBezTo>
                    <a:lnTo>
                      <a:pt x="87" y="276"/>
                    </a:lnTo>
                    <a:cubicBezTo>
                      <a:pt x="86" y="275"/>
                      <a:pt x="86" y="275"/>
                      <a:pt x="86" y="274"/>
                    </a:cubicBezTo>
                    <a:cubicBezTo>
                      <a:pt x="86" y="273"/>
                      <a:pt x="86" y="272"/>
                      <a:pt x="87" y="271"/>
                    </a:cubicBezTo>
                    <a:lnTo>
                      <a:pt x="94" y="247"/>
                    </a:lnTo>
                    <a:lnTo>
                      <a:pt x="94" y="247"/>
                    </a:lnTo>
                    <a:cubicBezTo>
                      <a:pt x="87" y="257"/>
                      <a:pt x="78" y="266"/>
                      <a:pt x="67" y="273"/>
                    </a:cubicBezTo>
                    <a:lnTo>
                      <a:pt x="67" y="273"/>
                    </a:lnTo>
                    <a:cubicBezTo>
                      <a:pt x="67" y="274"/>
                      <a:pt x="67" y="274"/>
                      <a:pt x="66" y="274"/>
                    </a:cubicBezTo>
                    <a:cubicBezTo>
                      <a:pt x="59" y="278"/>
                      <a:pt x="52" y="280"/>
                      <a:pt x="44" y="280"/>
                    </a:cubicBezTo>
                    <a:cubicBezTo>
                      <a:pt x="39" y="280"/>
                      <a:pt x="33" y="279"/>
                      <a:pt x="28" y="277"/>
                    </a:cubicBezTo>
                    <a:cubicBezTo>
                      <a:pt x="32" y="268"/>
                      <a:pt x="37" y="260"/>
                      <a:pt x="41" y="250"/>
                    </a:cubicBezTo>
                    <a:lnTo>
                      <a:pt x="41" y="250"/>
                    </a:lnTo>
                    <a:cubicBezTo>
                      <a:pt x="39" y="252"/>
                      <a:pt x="37" y="253"/>
                      <a:pt x="34" y="255"/>
                    </a:cubicBezTo>
                    <a:cubicBezTo>
                      <a:pt x="28" y="259"/>
                      <a:pt x="19" y="262"/>
                      <a:pt x="11" y="265"/>
                    </a:cubicBezTo>
                    <a:lnTo>
                      <a:pt x="11" y="265"/>
                    </a:lnTo>
                    <a:cubicBezTo>
                      <a:pt x="9" y="266"/>
                      <a:pt x="8" y="267"/>
                      <a:pt x="6" y="267"/>
                    </a:cubicBezTo>
                    <a:cubicBezTo>
                      <a:pt x="5" y="267"/>
                      <a:pt x="5" y="266"/>
                      <a:pt x="4" y="266"/>
                    </a:cubicBezTo>
                    <a:cubicBezTo>
                      <a:pt x="0" y="265"/>
                      <a:pt x="0" y="260"/>
                      <a:pt x="0" y="257"/>
                    </a:cubicBezTo>
                    <a:cubicBezTo>
                      <a:pt x="4" y="218"/>
                      <a:pt x="46" y="188"/>
                      <a:pt x="74" y="164"/>
                    </a:cubicBezTo>
                    <a:cubicBezTo>
                      <a:pt x="103" y="140"/>
                      <a:pt x="138" y="112"/>
                      <a:pt x="182" y="112"/>
                    </a:cubicBezTo>
                    <a:cubicBezTo>
                      <a:pt x="204" y="112"/>
                      <a:pt x="227" y="115"/>
                      <a:pt x="249" y="115"/>
                    </a:cubicBezTo>
                    <a:lnTo>
                      <a:pt x="249" y="115"/>
                    </a:lnTo>
                    <a:cubicBezTo>
                      <a:pt x="251" y="115"/>
                      <a:pt x="252" y="115"/>
                      <a:pt x="253" y="115"/>
                    </a:cubicBezTo>
                    <a:cubicBezTo>
                      <a:pt x="262" y="115"/>
                      <a:pt x="271" y="113"/>
                      <a:pt x="279" y="111"/>
                    </a:cubicBezTo>
                    <a:lnTo>
                      <a:pt x="279" y="111"/>
                    </a:lnTo>
                    <a:cubicBezTo>
                      <a:pt x="280" y="110"/>
                      <a:pt x="281" y="110"/>
                      <a:pt x="283" y="109"/>
                    </a:cubicBezTo>
                    <a:cubicBezTo>
                      <a:pt x="284" y="108"/>
                      <a:pt x="286" y="107"/>
                      <a:pt x="286" y="106"/>
                    </a:cubicBezTo>
                    <a:cubicBezTo>
                      <a:pt x="288" y="104"/>
                      <a:pt x="287" y="103"/>
                      <a:pt x="288" y="1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8172985" y="2653613"/>
                <a:ext cx="17460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50" extrusionOk="0">
                    <a:moveTo>
                      <a:pt x="278" y="263"/>
                    </a:moveTo>
                    <a:lnTo>
                      <a:pt x="278" y="263"/>
                    </a:lnTo>
                    <a:cubicBezTo>
                      <a:pt x="279" y="267"/>
                      <a:pt x="280" y="271"/>
                      <a:pt x="281" y="275"/>
                    </a:cubicBezTo>
                    <a:lnTo>
                      <a:pt x="281" y="275"/>
                    </a:lnTo>
                    <a:cubicBezTo>
                      <a:pt x="283" y="290"/>
                      <a:pt x="289" y="305"/>
                      <a:pt x="296" y="318"/>
                    </a:cubicBezTo>
                    <a:cubicBezTo>
                      <a:pt x="302" y="328"/>
                      <a:pt x="309" y="337"/>
                      <a:pt x="317" y="345"/>
                    </a:cubicBezTo>
                    <a:lnTo>
                      <a:pt x="317" y="345"/>
                    </a:lnTo>
                    <a:cubicBezTo>
                      <a:pt x="317" y="343"/>
                      <a:pt x="317" y="340"/>
                      <a:pt x="317" y="338"/>
                    </a:cubicBezTo>
                    <a:cubicBezTo>
                      <a:pt x="317" y="331"/>
                      <a:pt x="316" y="324"/>
                      <a:pt x="314" y="318"/>
                    </a:cubicBezTo>
                    <a:lnTo>
                      <a:pt x="314" y="318"/>
                    </a:lnTo>
                    <a:cubicBezTo>
                      <a:pt x="319" y="325"/>
                      <a:pt x="325" y="331"/>
                      <a:pt x="331" y="336"/>
                    </a:cubicBezTo>
                    <a:lnTo>
                      <a:pt x="331" y="336"/>
                    </a:lnTo>
                    <a:cubicBezTo>
                      <a:pt x="332" y="336"/>
                      <a:pt x="332" y="337"/>
                      <a:pt x="332" y="337"/>
                    </a:cubicBezTo>
                    <a:cubicBezTo>
                      <a:pt x="333" y="337"/>
                      <a:pt x="334" y="338"/>
                      <a:pt x="334" y="338"/>
                    </a:cubicBezTo>
                    <a:cubicBezTo>
                      <a:pt x="338" y="338"/>
                      <a:pt x="339" y="333"/>
                      <a:pt x="338" y="330"/>
                    </a:cubicBezTo>
                    <a:lnTo>
                      <a:pt x="338" y="330"/>
                    </a:lnTo>
                    <a:cubicBezTo>
                      <a:pt x="336" y="327"/>
                      <a:pt x="335" y="324"/>
                      <a:pt x="335" y="320"/>
                    </a:cubicBezTo>
                    <a:lnTo>
                      <a:pt x="335" y="320"/>
                    </a:lnTo>
                    <a:cubicBezTo>
                      <a:pt x="343" y="330"/>
                      <a:pt x="352" y="340"/>
                      <a:pt x="362" y="347"/>
                    </a:cubicBezTo>
                    <a:cubicBezTo>
                      <a:pt x="365" y="350"/>
                      <a:pt x="369" y="352"/>
                      <a:pt x="372" y="349"/>
                    </a:cubicBezTo>
                    <a:lnTo>
                      <a:pt x="372" y="349"/>
                    </a:lnTo>
                    <a:cubicBezTo>
                      <a:pt x="372" y="348"/>
                      <a:pt x="372" y="346"/>
                      <a:pt x="372" y="345"/>
                    </a:cubicBezTo>
                    <a:cubicBezTo>
                      <a:pt x="372" y="343"/>
                      <a:pt x="372" y="343"/>
                      <a:pt x="372" y="342"/>
                    </a:cubicBezTo>
                    <a:lnTo>
                      <a:pt x="372" y="342"/>
                    </a:lnTo>
                    <a:cubicBezTo>
                      <a:pt x="368" y="328"/>
                      <a:pt x="363" y="315"/>
                      <a:pt x="357" y="302"/>
                    </a:cubicBezTo>
                    <a:lnTo>
                      <a:pt x="357" y="302"/>
                    </a:lnTo>
                    <a:cubicBezTo>
                      <a:pt x="361" y="306"/>
                      <a:pt x="365" y="310"/>
                      <a:pt x="370" y="313"/>
                    </a:cubicBezTo>
                    <a:cubicBezTo>
                      <a:pt x="377" y="317"/>
                      <a:pt x="384" y="319"/>
                      <a:pt x="392" y="319"/>
                    </a:cubicBezTo>
                    <a:lnTo>
                      <a:pt x="392" y="319"/>
                    </a:lnTo>
                    <a:cubicBezTo>
                      <a:pt x="391" y="315"/>
                      <a:pt x="390" y="311"/>
                      <a:pt x="388" y="307"/>
                    </a:cubicBezTo>
                    <a:cubicBezTo>
                      <a:pt x="385" y="302"/>
                      <a:pt x="380" y="297"/>
                      <a:pt x="375" y="294"/>
                    </a:cubicBezTo>
                    <a:lnTo>
                      <a:pt x="375" y="294"/>
                    </a:lnTo>
                    <a:lnTo>
                      <a:pt x="375" y="294"/>
                    </a:lnTo>
                    <a:cubicBezTo>
                      <a:pt x="376" y="295"/>
                      <a:pt x="378" y="296"/>
                      <a:pt x="379" y="297"/>
                    </a:cubicBezTo>
                    <a:cubicBezTo>
                      <a:pt x="385" y="300"/>
                      <a:pt x="392" y="302"/>
                      <a:pt x="398" y="302"/>
                    </a:cubicBezTo>
                    <a:cubicBezTo>
                      <a:pt x="405" y="302"/>
                      <a:pt x="411" y="300"/>
                      <a:pt x="417" y="297"/>
                    </a:cubicBezTo>
                    <a:cubicBezTo>
                      <a:pt x="418" y="297"/>
                      <a:pt x="418" y="297"/>
                      <a:pt x="418" y="297"/>
                    </a:cubicBezTo>
                    <a:lnTo>
                      <a:pt x="418" y="297"/>
                    </a:lnTo>
                    <a:cubicBezTo>
                      <a:pt x="413" y="292"/>
                      <a:pt x="407" y="288"/>
                      <a:pt x="401" y="284"/>
                    </a:cubicBezTo>
                    <a:cubicBezTo>
                      <a:pt x="394" y="280"/>
                      <a:pt x="386" y="277"/>
                      <a:pt x="378" y="275"/>
                    </a:cubicBezTo>
                    <a:lnTo>
                      <a:pt x="399" y="269"/>
                    </a:lnTo>
                    <a:cubicBezTo>
                      <a:pt x="384" y="266"/>
                      <a:pt x="368" y="263"/>
                      <a:pt x="354" y="259"/>
                    </a:cubicBezTo>
                    <a:lnTo>
                      <a:pt x="354" y="259"/>
                    </a:lnTo>
                    <a:cubicBezTo>
                      <a:pt x="345" y="257"/>
                      <a:pt x="337" y="254"/>
                      <a:pt x="329" y="249"/>
                    </a:cubicBezTo>
                    <a:cubicBezTo>
                      <a:pt x="324" y="246"/>
                      <a:pt x="318" y="241"/>
                      <a:pt x="313" y="237"/>
                    </a:cubicBezTo>
                    <a:cubicBezTo>
                      <a:pt x="306" y="225"/>
                      <a:pt x="332" y="226"/>
                      <a:pt x="340" y="221"/>
                    </a:cubicBezTo>
                    <a:lnTo>
                      <a:pt x="340" y="221"/>
                    </a:lnTo>
                    <a:lnTo>
                      <a:pt x="340" y="221"/>
                    </a:lnTo>
                    <a:cubicBezTo>
                      <a:pt x="333" y="217"/>
                      <a:pt x="328" y="211"/>
                      <a:pt x="323" y="205"/>
                    </a:cubicBezTo>
                    <a:cubicBezTo>
                      <a:pt x="326" y="209"/>
                      <a:pt x="355" y="200"/>
                      <a:pt x="359" y="199"/>
                    </a:cubicBezTo>
                    <a:cubicBezTo>
                      <a:pt x="363" y="197"/>
                      <a:pt x="363" y="197"/>
                      <a:pt x="363" y="195"/>
                    </a:cubicBezTo>
                    <a:lnTo>
                      <a:pt x="363" y="195"/>
                    </a:lnTo>
                    <a:cubicBezTo>
                      <a:pt x="363" y="195"/>
                      <a:pt x="363" y="194"/>
                      <a:pt x="362" y="193"/>
                    </a:cubicBezTo>
                    <a:lnTo>
                      <a:pt x="361" y="192"/>
                    </a:lnTo>
                    <a:lnTo>
                      <a:pt x="361" y="192"/>
                    </a:lnTo>
                    <a:cubicBezTo>
                      <a:pt x="357" y="188"/>
                      <a:pt x="353" y="185"/>
                      <a:pt x="348" y="182"/>
                    </a:cubicBezTo>
                    <a:cubicBezTo>
                      <a:pt x="347" y="181"/>
                      <a:pt x="345" y="180"/>
                      <a:pt x="343" y="179"/>
                    </a:cubicBezTo>
                    <a:lnTo>
                      <a:pt x="343" y="179"/>
                    </a:lnTo>
                    <a:cubicBezTo>
                      <a:pt x="357" y="179"/>
                      <a:pt x="370" y="175"/>
                      <a:pt x="382" y="168"/>
                    </a:cubicBezTo>
                    <a:cubicBezTo>
                      <a:pt x="387" y="165"/>
                      <a:pt x="392" y="162"/>
                      <a:pt x="396" y="158"/>
                    </a:cubicBezTo>
                    <a:lnTo>
                      <a:pt x="396" y="158"/>
                    </a:lnTo>
                    <a:cubicBezTo>
                      <a:pt x="390" y="157"/>
                      <a:pt x="384" y="156"/>
                      <a:pt x="378" y="156"/>
                    </a:cubicBezTo>
                    <a:cubicBezTo>
                      <a:pt x="377" y="156"/>
                      <a:pt x="377" y="156"/>
                      <a:pt x="376" y="156"/>
                    </a:cubicBezTo>
                    <a:cubicBezTo>
                      <a:pt x="386" y="156"/>
                      <a:pt x="441" y="141"/>
                      <a:pt x="424" y="125"/>
                    </a:cubicBezTo>
                    <a:lnTo>
                      <a:pt x="424" y="125"/>
                    </a:lnTo>
                    <a:cubicBezTo>
                      <a:pt x="423" y="125"/>
                      <a:pt x="423" y="124"/>
                      <a:pt x="421" y="123"/>
                    </a:cubicBezTo>
                    <a:cubicBezTo>
                      <a:pt x="418" y="122"/>
                      <a:pt x="415" y="121"/>
                      <a:pt x="412" y="120"/>
                    </a:cubicBezTo>
                    <a:lnTo>
                      <a:pt x="450" y="109"/>
                    </a:lnTo>
                    <a:lnTo>
                      <a:pt x="450" y="109"/>
                    </a:lnTo>
                    <a:cubicBezTo>
                      <a:pt x="452" y="109"/>
                      <a:pt x="453" y="108"/>
                      <a:pt x="454" y="107"/>
                    </a:cubicBezTo>
                    <a:lnTo>
                      <a:pt x="455" y="107"/>
                    </a:lnTo>
                    <a:lnTo>
                      <a:pt x="455" y="107"/>
                    </a:lnTo>
                    <a:cubicBezTo>
                      <a:pt x="456" y="106"/>
                      <a:pt x="456" y="106"/>
                      <a:pt x="456" y="106"/>
                    </a:cubicBezTo>
                    <a:cubicBezTo>
                      <a:pt x="457" y="104"/>
                      <a:pt x="457" y="102"/>
                      <a:pt x="457" y="101"/>
                    </a:cubicBezTo>
                    <a:cubicBezTo>
                      <a:pt x="457" y="99"/>
                      <a:pt x="457" y="98"/>
                      <a:pt x="456" y="97"/>
                    </a:cubicBezTo>
                    <a:cubicBezTo>
                      <a:pt x="455" y="95"/>
                      <a:pt x="454" y="94"/>
                      <a:pt x="453" y="94"/>
                    </a:cubicBezTo>
                    <a:lnTo>
                      <a:pt x="453" y="94"/>
                    </a:lnTo>
                    <a:cubicBezTo>
                      <a:pt x="450" y="92"/>
                      <a:pt x="446" y="91"/>
                      <a:pt x="442" y="91"/>
                    </a:cubicBezTo>
                    <a:cubicBezTo>
                      <a:pt x="441" y="91"/>
                      <a:pt x="440" y="91"/>
                      <a:pt x="440" y="91"/>
                    </a:cubicBezTo>
                    <a:lnTo>
                      <a:pt x="440" y="91"/>
                    </a:lnTo>
                    <a:cubicBezTo>
                      <a:pt x="447" y="89"/>
                      <a:pt x="454" y="86"/>
                      <a:pt x="460" y="82"/>
                    </a:cubicBezTo>
                    <a:cubicBezTo>
                      <a:pt x="466" y="79"/>
                      <a:pt x="471" y="75"/>
                      <a:pt x="476" y="70"/>
                    </a:cubicBezTo>
                    <a:lnTo>
                      <a:pt x="476" y="70"/>
                    </a:lnTo>
                    <a:cubicBezTo>
                      <a:pt x="467" y="66"/>
                      <a:pt x="458" y="63"/>
                      <a:pt x="448" y="63"/>
                    </a:cubicBezTo>
                    <a:lnTo>
                      <a:pt x="448" y="63"/>
                    </a:lnTo>
                    <a:cubicBezTo>
                      <a:pt x="450" y="62"/>
                      <a:pt x="451" y="61"/>
                      <a:pt x="453" y="60"/>
                    </a:cubicBezTo>
                    <a:cubicBezTo>
                      <a:pt x="465" y="53"/>
                      <a:pt x="475" y="44"/>
                      <a:pt x="481" y="33"/>
                    </a:cubicBezTo>
                    <a:cubicBezTo>
                      <a:pt x="483" y="30"/>
                      <a:pt x="484" y="27"/>
                      <a:pt x="485" y="24"/>
                    </a:cubicBezTo>
                    <a:lnTo>
                      <a:pt x="485" y="24"/>
                    </a:lnTo>
                    <a:cubicBezTo>
                      <a:pt x="474" y="29"/>
                      <a:pt x="462" y="32"/>
                      <a:pt x="450" y="35"/>
                    </a:cubicBezTo>
                    <a:lnTo>
                      <a:pt x="450" y="35"/>
                    </a:lnTo>
                    <a:cubicBezTo>
                      <a:pt x="463" y="25"/>
                      <a:pt x="474" y="14"/>
                      <a:pt x="484" y="0"/>
                    </a:cubicBezTo>
                    <a:lnTo>
                      <a:pt x="484" y="0"/>
                    </a:lnTo>
                    <a:cubicBezTo>
                      <a:pt x="457" y="9"/>
                      <a:pt x="430" y="21"/>
                      <a:pt x="405" y="35"/>
                    </a:cubicBezTo>
                    <a:cubicBezTo>
                      <a:pt x="397" y="40"/>
                      <a:pt x="388" y="45"/>
                      <a:pt x="380" y="51"/>
                    </a:cubicBezTo>
                    <a:lnTo>
                      <a:pt x="380" y="51"/>
                    </a:lnTo>
                    <a:lnTo>
                      <a:pt x="379" y="51"/>
                    </a:lnTo>
                    <a:cubicBezTo>
                      <a:pt x="368" y="58"/>
                      <a:pt x="358" y="65"/>
                      <a:pt x="348" y="74"/>
                    </a:cubicBezTo>
                    <a:lnTo>
                      <a:pt x="348" y="74"/>
                    </a:lnTo>
                    <a:cubicBezTo>
                      <a:pt x="336" y="87"/>
                      <a:pt x="325" y="101"/>
                      <a:pt x="317" y="116"/>
                    </a:cubicBezTo>
                    <a:cubicBezTo>
                      <a:pt x="313" y="123"/>
                      <a:pt x="309" y="130"/>
                      <a:pt x="306" y="137"/>
                    </a:cubicBezTo>
                    <a:cubicBezTo>
                      <a:pt x="297" y="155"/>
                      <a:pt x="296" y="184"/>
                      <a:pt x="274" y="190"/>
                    </a:cubicBezTo>
                    <a:lnTo>
                      <a:pt x="274" y="190"/>
                    </a:lnTo>
                    <a:cubicBezTo>
                      <a:pt x="272" y="190"/>
                      <a:pt x="270" y="190"/>
                      <a:pt x="268" y="190"/>
                    </a:cubicBezTo>
                    <a:cubicBezTo>
                      <a:pt x="260" y="190"/>
                      <a:pt x="252" y="188"/>
                      <a:pt x="245" y="184"/>
                    </a:cubicBezTo>
                    <a:cubicBezTo>
                      <a:pt x="243" y="183"/>
                      <a:pt x="242" y="182"/>
                      <a:pt x="240" y="181"/>
                    </a:cubicBezTo>
                    <a:cubicBezTo>
                      <a:pt x="205" y="161"/>
                      <a:pt x="174" y="122"/>
                      <a:pt x="134" y="116"/>
                    </a:cubicBezTo>
                    <a:cubicBezTo>
                      <a:pt x="94" y="110"/>
                      <a:pt x="51" y="101"/>
                      <a:pt x="8" y="98"/>
                    </a:cubicBezTo>
                    <a:cubicBezTo>
                      <a:pt x="5" y="98"/>
                      <a:pt x="0" y="98"/>
                      <a:pt x="0" y="103"/>
                    </a:cubicBezTo>
                    <a:lnTo>
                      <a:pt x="0" y="103"/>
                    </a:lnTo>
                    <a:cubicBezTo>
                      <a:pt x="0" y="104"/>
                      <a:pt x="0" y="105"/>
                      <a:pt x="1" y="106"/>
                    </a:cubicBezTo>
                    <a:lnTo>
                      <a:pt x="1" y="106"/>
                    </a:lnTo>
                    <a:lnTo>
                      <a:pt x="1" y="106"/>
                    </a:lnTo>
                    <a:cubicBezTo>
                      <a:pt x="5" y="112"/>
                      <a:pt x="10" y="116"/>
                      <a:pt x="16" y="120"/>
                    </a:cubicBezTo>
                    <a:cubicBezTo>
                      <a:pt x="19" y="121"/>
                      <a:pt x="22" y="123"/>
                      <a:pt x="25" y="124"/>
                    </a:cubicBezTo>
                    <a:cubicBezTo>
                      <a:pt x="34" y="127"/>
                      <a:pt x="44" y="130"/>
                      <a:pt x="53" y="134"/>
                    </a:cubicBezTo>
                    <a:lnTo>
                      <a:pt x="19" y="141"/>
                    </a:lnTo>
                    <a:cubicBezTo>
                      <a:pt x="18" y="141"/>
                      <a:pt x="17" y="142"/>
                      <a:pt x="17" y="143"/>
                    </a:cubicBezTo>
                    <a:lnTo>
                      <a:pt x="17" y="143"/>
                    </a:lnTo>
                    <a:lnTo>
                      <a:pt x="17" y="143"/>
                    </a:lnTo>
                    <a:cubicBezTo>
                      <a:pt x="27" y="149"/>
                      <a:pt x="38" y="153"/>
                      <a:pt x="50" y="154"/>
                    </a:cubicBezTo>
                    <a:cubicBezTo>
                      <a:pt x="57" y="155"/>
                      <a:pt x="65" y="154"/>
                      <a:pt x="69" y="162"/>
                    </a:cubicBezTo>
                    <a:cubicBezTo>
                      <a:pt x="60" y="167"/>
                      <a:pt x="49" y="167"/>
                      <a:pt x="39" y="171"/>
                    </a:cubicBezTo>
                    <a:lnTo>
                      <a:pt x="39" y="171"/>
                    </a:lnTo>
                    <a:lnTo>
                      <a:pt x="38" y="172"/>
                    </a:lnTo>
                    <a:lnTo>
                      <a:pt x="37" y="173"/>
                    </a:lnTo>
                    <a:lnTo>
                      <a:pt x="37" y="173"/>
                    </a:lnTo>
                    <a:cubicBezTo>
                      <a:pt x="36" y="174"/>
                      <a:pt x="36" y="174"/>
                      <a:pt x="36" y="174"/>
                    </a:cubicBezTo>
                    <a:cubicBezTo>
                      <a:pt x="36" y="175"/>
                      <a:pt x="37" y="176"/>
                      <a:pt x="37" y="177"/>
                    </a:cubicBezTo>
                    <a:lnTo>
                      <a:pt x="38" y="178"/>
                    </a:lnTo>
                    <a:lnTo>
                      <a:pt x="38" y="178"/>
                    </a:lnTo>
                    <a:cubicBezTo>
                      <a:pt x="40" y="180"/>
                      <a:pt x="41" y="181"/>
                      <a:pt x="43" y="182"/>
                    </a:cubicBezTo>
                    <a:cubicBezTo>
                      <a:pt x="48" y="185"/>
                      <a:pt x="53" y="186"/>
                      <a:pt x="58" y="186"/>
                    </a:cubicBezTo>
                    <a:lnTo>
                      <a:pt x="58" y="186"/>
                    </a:lnTo>
                    <a:lnTo>
                      <a:pt x="58" y="186"/>
                    </a:lnTo>
                    <a:cubicBezTo>
                      <a:pt x="62" y="186"/>
                      <a:pt x="66" y="186"/>
                      <a:pt x="70" y="186"/>
                    </a:cubicBezTo>
                    <a:cubicBezTo>
                      <a:pt x="78" y="186"/>
                      <a:pt x="85" y="186"/>
                      <a:pt x="93" y="184"/>
                    </a:cubicBezTo>
                    <a:cubicBezTo>
                      <a:pt x="98" y="184"/>
                      <a:pt x="116" y="181"/>
                      <a:pt x="119" y="177"/>
                    </a:cubicBezTo>
                    <a:lnTo>
                      <a:pt x="100" y="206"/>
                    </a:lnTo>
                    <a:lnTo>
                      <a:pt x="100" y="206"/>
                    </a:lnTo>
                    <a:cubicBezTo>
                      <a:pt x="102" y="206"/>
                      <a:pt x="104" y="207"/>
                      <a:pt x="106" y="207"/>
                    </a:cubicBezTo>
                    <a:cubicBezTo>
                      <a:pt x="116" y="207"/>
                      <a:pt x="125" y="204"/>
                      <a:pt x="133" y="200"/>
                    </a:cubicBezTo>
                    <a:cubicBezTo>
                      <a:pt x="133" y="199"/>
                      <a:pt x="134" y="199"/>
                      <a:pt x="135" y="198"/>
                    </a:cubicBezTo>
                    <a:lnTo>
                      <a:pt x="128" y="216"/>
                    </a:lnTo>
                    <a:lnTo>
                      <a:pt x="128" y="216"/>
                    </a:lnTo>
                    <a:cubicBezTo>
                      <a:pt x="127" y="217"/>
                      <a:pt x="127" y="219"/>
                      <a:pt x="127" y="221"/>
                    </a:cubicBezTo>
                    <a:cubicBezTo>
                      <a:pt x="127" y="222"/>
                      <a:pt x="127" y="223"/>
                      <a:pt x="127" y="224"/>
                    </a:cubicBezTo>
                    <a:cubicBezTo>
                      <a:pt x="129" y="230"/>
                      <a:pt x="139" y="228"/>
                      <a:pt x="143" y="224"/>
                    </a:cubicBezTo>
                    <a:cubicBezTo>
                      <a:pt x="147" y="219"/>
                      <a:pt x="151" y="212"/>
                      <a:pt x="157" y="210"/>
                    </a:cubicBezTo>
                    <a:lnTo>
                      <a:pt x="157" y="210"/>
                    </a:lnTo>
                    <a:cubicBezTo>
                      <a:pt x="157" y="211"/>
                      <a:pt x="157" y="211"/>
                      <a:pt x="157" y="212"/>
                    </a:cubicBezTo>
                    <a:cubicBezTo>
                      <a:pt x="157" y="215"/>
                      <a:pt x="156" y="219"/>
                      <a:pt x="155" y="222"/>
                    </a:cubicBezTo>
                    <a:cubicBezTo>
                      <a:pt x="155" y="226"/>
                      <a:pt x="157" y="231"/>
                      <a:pt x="161" y="230"/>
                    </a:cubicBezTo>
                    <a:lnTo>
                      <a:pt x="161" y="230"/>
                    </a:lnTo>
                    <a:cubicBezTo>
                      <a:pt x="161" y="230"/>
                      <a:pt x="163" y="231"/>
                      <a:pt x="163" y="230"/>
                    </a:cubicBezTo>
                    <a:cubicBezTo>
                      <a:pt x="164" y="229"/>
                      <a:pt x="164" y="229"/>
                      <a:pt x="164" y="228"/>
                    </a:cubicBezTo>
                    <a:lnTo>
                      <a:pt x="182" y="214"/>
                    </a:lnTo>
                    <a:cubicBezTo>
                      <a:pt x="180" y="215"/>
                      <a:pt x="195" y="237"/>
                      <a:pt x="197" y="238"/>
                    </a:cubicBezTo>
                    <a:lnTo>
                      <a:pt x="197" y="238"/>
                    </a:lnTo>
                    <a:cubicBezTo>
                      <a:pt x="197" y="239"/>
                      <a:pt x="198" y="240"/>
                      <a:pt x="200" y="241"/>
                    </a:cubicBezTo>
                    <a:cubicBezTo>
                      <a:pt x="200" y="241"/>
                      <a:pt x="201" y="242"/>
                      <a:pt x="202" y="242"/>
                    </a:cubicBezTo>
                    <a:cubicBezTo>
                      <a:pt x="205" y="242"/>
                      <a:pt x="209" y="238"/>
                      <a:pt x="209" y="234"/>
                    </a:cubicBezTo>
                    <a:lnTo>
                      <a:pt x="209" y="234"/>
                    </a:lnTo>
                    <a:cubicBezTo>
                      <a:pt x="209" y="231"/>
                      <a:pt x="208" y="228"/>
                      <a:pt x="206" y="225"/>
                    </a:cubicBezTo>
                    <a:cubicBezTo>
                      <a:pt x="206" y="224"/>
                      <a:pt x="205" y="224"/>
                      <a:pt x="205" y="223"/>
                    </a:cubicBezTo>
                    <a:lnTo>
                      <a:pt x="205" y="223"/>
                    </a:lnTo>
                    <a:cubicBezTo>
                      <a:pt x="211" y="229"/>
                      <a:pt x="217" y="233"/>
                      <a:pt x="224" y="237"/>
                    </a:cubicBezTo>
                    <a:cubicBezTo>
                      <a:pt x="227" y="239"/>
                      <a:pt x="231" y="241"/>
                      <a:pt x="235" y="243"/>
                    </a:cubicBezTo>
                    <a:lnTo>
                      <a:pt x="235" y="243"/>
                    </a:lnTo>
                    <a:cubicBezTo>
                      <a:pt x="235" y="240"/>
                      <a:pt x="234" y="238"/>
                      <a:pt x="233" y="236"/>
                    </a:cubicBezTo>
                    <a:cubicBezTo>
                      <a:pt x="231" y="233"/>
                      <a:pt x="229" y="231"/>
                      <a:pt x="226" y="229"/>
                    </a:cubicBezTo>
                    <a:lnTo>
                      <a:pt x="248" y="241"/>
                    </a:lnTo>
                    <a:cubicBezTo>
                      <a:pt x="250" y="241"/>
                      <a:pt x="252" y="242"/>
                      <a:pt x="253" y="241"/>
                    </a:cubicBezTo>
                    <a:cubicBezTo>
                      <a:pt x="255" y="240"/>
                      <a:pt x="253" y="237"/>
                      <a:pt x="251" y="238"/>
                    </a:cubicBezTo>
                    <a:cubicBezTo>
                      <a:pt x="258" y="247"/>
                      <a:pt x="271" y="250"/>
                      <a:pt x="276" y="260"/>
                    </a:cubicBezTo>
                    <a:lnTo>
                      <a:pt x="278" y="2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6" name="Google Shape;196;p14"/>
          <p:cNvSpPr txBox="1">
            <a:spLocks noGrp="1"/>
          </p:cNvSpPr>
          <p:nvPr>
            <p:ph type="title"/>
          </p:nvPr>
        </p:nvSpPr>
        <p:spPr>
          <a:xfrm>
            <a:off x="4145575" y="3601000"/>
            <a:ext cx="4284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4145752" y="853050"/>
            <a:ext cx="4284900" cy="27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 txBox="1">
            <a:spLocks noGrp="1"/>
          </p:cNvSpPr>
          <p:nvPr>
            <p:ph type="title"/>
          </p:nvPr>
        </p:nvSpPr>
        <p:spPr>
          <a:xfrm>
            <a:off x="4911175" y="1287138"/>
            <a:ext cx="35196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18"/>
          <p:cNvSpPr txBox="1">
            <a:spLocks noGrp="1"/>
          </p:cNvSpPr>
          <p:nvPr>
            <p:ph type="subTitle" idx="1"/>
          </p:nvPr>
        </p:nvSpPr>
        <p:spPr>
          <a:xfrm>
            <a:off x="4911175" y="2989063"/>
            <a:ext cx="35196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8"/>
          <p:cNvSpPr>
            <a:spLocks noGrp="1"/>
          </p:cNvSpPr>
          <p:nvPr>
            <p:ph type="pic" idx="2"/>
          </p:nvPr>
        </p:nvSpPr>
        <p:spPr>
          <a:xfrm>
            <a:off x="713225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68" name="Google Shape;268;p18"/>
          <p:cNvGrpSpPr/>
          <p:nvPr/>
        </p:nvGrpSpPr>
        <p:grpSpPr>
          <a:xfrm>
            <a:off x="-1291605" y="3854263"/>
            <a:ext cx="11280152" cy="2028160"/>
            <a:chOff x="-1291605" y="3854263"/>
            <a:chExt cx="11280152" cy="2028160"/>
          </a:xfrm>
        </p:grpSpPr>
        <p:sp>
          <p:nvSpPr>
            <p:cNvPr id="269" name="Google Shape;269;p18"/>
            <p:cNvSpPr/>
            <p:nvPr/>
          </p:nvSpPr>
          <p:spPr>
            <a:xfrm flipH="1">
              <a:off x="361978" y="4813253"/>
              <a:ext cx="3005099" cy="800675"/>
            </a:xfrm>
            <a:custGeom>
              <a:avLst/>
              <a:gdLst/>
              <a:ahLst/>
              <a:cxnLst/>
              <a:rect l="l" t="t" r="r" b="b"/>
              <a:pathLst>
                <a:path w="6219" h="1657" extrusionOk="0">
                  <a:moveTo>
                    <a:pt x="6219" y="1594"/>
                  </a:moveTo>
                  <a:lnTo>
                    <a:pt x="8" y="1657"/>
                  </a:lnTo>
                  <a:lnTo>
                    <a:pt x="0" y="546"/>
                  </a:lnTo>
                  <a:cubicBezTo>
                    <a:pt x="104" y="528"/>
                    <a:pt x="208" y="520"/>
                    <a:pt x="311" y="502"/>
                  </a:cubicBezTo>
                  <a:cubicBezTo>
                    <a:pt x="461" y="477"/>
                    <a:pt x="604" y="554"/>
                    <a:pt x="752" y="606"/>
                  </a:cubicBezTo>
                  <a:cubicBezTo>
                    <a:pt x="941" y="674"/>
                    <a:pt x="1084" y="661"/>
                    <a:pt x="1269" y="594"/>
                  </a:cubicBezTo>
                  <a:lnTo>
                    <a:pt x="1269" y="594"/>
                  </a:lnTo>
                  <a:cubicBezTo>
                    <a:pt x="1294" y="583"/>
                    <a:pt x="1318" y="571"/>
                    <a:pt x="1341" y="557"/>
                  </a:cubicBezTo>
                  <a:cubicBezTo>
                    <a:pt x="1368" y="542"/>
                    <a:pt x="1393" y="525"/>
                    <a:pt x="1418" y="506"/>
                  </a:cubicBezTo>
                  <a:cubicBezTo>
                    <a:pt x="1617" y="368"/>
                    <a:pt x="1819" y="307"/>
                    <a:pt x="2021" y="201"/>
                  </a:cubicBezTo>
                  <a:cubicBezTo>
                    <a:pt x="2254" y="79"/>
                    <a:pt x="2493" y="-37"/>
                    <a:pt x="2743" y="10"/>
                  </a:cubicBezTo>
                  <a:lnTo>
                    <a:pt x="2743" y="10"/>
                  </a:lnTo>
                  <a:cubicBezTo>
                    <a:pt x="2842" y="33"/>
                    <a:pt x="2937" y="69"/>
                    <a:pt x="3027" y="116"/>
                  </a:cubicBezTo>
                  <a:cubicBezTo>
                    <a:pt x="3302" y="250"/>
                    <a:pt x="3571" y="411"/>
                    <a:pt x="3852" y="513"/>
                  </a:cubicBezTo>
                  <a:cubicBezTo>
                    <a:pt x="4132" y="615"/>
                    <a:pt x="4428" y="658"/>
                    <a:pt x="4706" y="550"/>
                  </a:cubicBezTo>
                  <a:cubicBezTo>
                    <a:pt x="4838" y="499"/>
                    <a:pt x="4967" y="415"/>
                    <a:pt x="5103" y="418"/>
                  </a:cubicBezTo>
                  <a:cubicBezTo>
                    <a:pt x="5170" y="418"/>
                    <a:pt x="5235" y="440"/>
                    <a:pt x="5303" y="440"/>
                  </a:cubicBezTo>
                  <a:cubicBezTo>
                    <a:pt x="5379" y="440"/>
                    <a:pt x="5454" y="412"/>
                    <a:pt x="5529" y="399"/>
                  </a:cubicBezTo>
                  <a:lnTo>
                    <a:pt x="5529" y="399"/>
                  </a:lnTo>
                  <a:cubicBezTo>
                    <a:pt x="5566" y="392"/>
                    <a:pt x="5604" y="389"/>
                    <a:pt x="5641" y="389"/>
                  </a:cubicBezTo>
                  <a:cubicBezTo>
                    <a:pt x="5727" y="389"/>
                    <a:pt x="5812" y="406"/>
                    <a:pt x="5891" y="440"/>
                  </a:cubicBezTo>
                  <a:cubicBezTo>
                    <a:pt x="5946" y="463"/>
                    <a:pt x="6000" y="512"/>
                    <a:pt x="6056" y="528"/>
                  </a:cubicBezTo>
                  <a:cubicBezTo>
                    <a:pt x="6107" y="544"/>
                    <a:pt x="6161" y="519"/>
                    <a:pt x="6211" y="551"/>
                  </a:cubicBezTo>
                  <a:lnTo>
                    <a:pt x="6219" y="159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5624678" y="4933303"/>
              <a:ext cx="3005099" cy="800675"/>
            </a:xfrm>
            <a:custGeom>
              <a:avLst/>
              <a:gdLst/>
              <a:ahLst/>
              <a:cxnLst/>
              <a:rect l="l" t="t" r="r" b="b"/>
              <a:pathLst>
                <a:path w="6219" h="1657" extrusionOk="0">
                  <a:moveTo>
                    <a:pt x="6219" y="1594"/>
                  </a:moveTo>
                  <a:lnTo>
                    <a:pt x="8" y="1657"/>
                  </a:lnTo>
                  <a:lnTo>
                    <a:pt x="0" y="546"/>
                  </a:lnTo>
                  <a:cubicBezTo>
                    <a:pt x="104" y="528"/>
                    <a:pt x="208" y="520"/>
                    <a:pt x="311" y="502"/>
                  </a:cubicBezTo>
                  <a:cubicBezTo>
                    <a:pt x="461" y="477"/>
                    <a:pt x="604" y="554"/>
                    <a:pt x="752" y="606"/>
                  </a:cubicBezTo>
                  <a:cubicBezTo>
                    <a:pt x="941" y="674"/>
                    <a:pt x="1084" y="661"/>
                    <a:pt x="1269" y="594"/>
                  </a:cubicBezTo>
                  <a:lnTo>
                    <a:pt x="1269" y="594"/>
                  </a:lnTo>
                  <a:cubicBezTo>
                    <a:pt x="1294" y="583"/>
                    <a:pt x="1318" y="571"/>
                    <a:pt x="1341" y="557"/>
                  </a:cubicBezTo>
                  <a:cubicBezTo>
                    <a:pt x="1368" y="542"/>
                    <a:pt x="1393" y="525"/>
                    <a:pt x="1418" y="506"/>
                  </a:cubicBezTo>
                  <a:cubicBezTo>
                    <a:pt x="1617" y="368"/>
                    <a:pt x="1819" y="307"/>
                    <a:pt x="2021" y="201"/>
                  </a:cubicBezTo>
                  <a:cubicBezTo>
                    <a:pt x="2254" y="79"/>
                    <a:pt x="2493" y="-37"/>
                    <a:pt x="2743" y="10"/>
                  </a:cubicBezTo>
                  <a:lnTo>
                    <a:pt x="2743" y="10"/>
                  </a:lnTo>
                  <a:cubicBezTo>
                    <a:pt x="2842" y="33"/>
                    <a:pt x="2937" y="69"/>
                    <a:pt x="3027" y="116"/>
                  </a:cubicBezTo>
                  <a:cubicBezTo>
                    <a:pt x="3302" y="250"/>
                    <a:pt x="3571" y="411"/>
                    <a:pt x="3852" y="513"/>
                  </a:cubicBezTo>
                  <a:cubicBezTo>
                    <a:pt x="4132" y="615"/>
                    <a:pt x="4428" y="658"/>
                    <a:pt x="4706" y="550"/>
                  </a:cubicBezTo>
                  <a:cubicBezTo>
                    <a:pt x="4838" y="499"/>
                    <a:pt x="4967" y="415"/>
                    <a:pt x="5103" y="418"/>
                  </a:cubicBezTo>
                  <a:cubicBezTo>
                    <a:pt x="5170" y="418"/>
                    <a:pt x="5235" y="440"/>
                    <a:pt x="5303" y="440"/>
                  </a:cubicBezTo>
                  <a:cubicBezTo>
                    <a:pt x="5379" y="440"/>
                    <a:pt x="5454" y="412"/>
                    <a:pt x="5529" y="399"/>
                  </a:cubicBezTo>
                  <a:lnTo>
                    <a:pt x="5529" y="399"/>
                  </a:lnTo>
                  <a:cubicBezTo>
                    <a:pt x="5566" y="392"/>
                    <a:pt x="5604" y="389"/>
                    <a:pt x="5641" y="389"/>
                  </a:cubicBezTo>
                  <a:cubicBezTo>
                    <a:pt x="5727" y="389"/>
                    <a:pt x="5812" y="406"/>
                    <a:pt x="5891" y="440"/>
                  </a:cubicBezTo>
                  <a:cubicBezTo>
                    <a:pt x="5946" y="463"/>
                    <a:pt x="6000" y="512"/>
                    <a:pt x="6056" y="528"/>
                  </a:cubicBezTo>
                  <a:cubicBezTo>
                    <a:pt x="6107" y="544"/>
                    <a:pt x="6161" y="519"/>
                    <a:pt x="6211" y="551"/>
                  </a:cubicBezTo>
                  <a:lnTo>
                    <a:pt x="6219" y="159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2670868" y="4846250"/>
              <a:ext cx="952365" cy="325975"/>
            </a:xfrm>
            <a:custGeom>
              <a:avLst/>
              <a:gdLst/>
              <a:ahLst/>
              <a:cxnLst/>
              <a:rect l="l" t="t" r="r" b="b"/>
              <a:pathLst>
                <a:path w="1379" h="472" extrusionOk="0">
                  <a:moveTo>
                    <a:pt x="445" y="472"/>
                  </a:moveTo>
                  <a:cubicBezTo>
                    <a:pt x="508" y="472"/>
                    <a:pt x="572" y="471"/>
                    <a:pt x="635" y="465"/>
                  </a:cubicBezTo>
                  <a:cubicBezTo>
                    <a:pt x="699" y="459"/>
                    <a:pt x="755" y="468"/>
                    <a:pt x="815" y="462"/>
                  </a:cubicBezTo>
                  <a:lnTo>
                    <a:pt x="815" y="462"/>
                  </a:lnTo>
                  <a:cubicBezTo>
                    <a:pt x="856" y="459"/>
                    <a:pt x="898" y="457"/>
                    <a:pt x="940" y="457"/>
                  </a:cubicBezTo>
                  <a:cubicBezTo>
                    <a:pt x="988" y="457"/>
                    <a:pt x="1035" y="459"/>
                    <a:pt x="1083" y="463"/>
                  </a:cubicBezTo>
                  <a:lnTo>
                    <a:pt x="1083" y="463"/>
                  </a:lnTo>
                  <a:cubicBezTo>
                    <a:pt x="1113" y="465"/>
                    <a:pt x="1143" y="466"/>
                    <a:pt x="1174" y="466"/>
                  </a:cubicBezTo>
                  <a:cubicBezTo>
                    <a:pt x="1218" y="466"/>
                    <a:pt x="1263" y="464"/>
                    <a:pt x="1307" y="460"/>
                  </a:cubicBezTo>
                  <a:cubicBezTo>
                    <a:pt x="1312" y="460"/>
                    <a:pt x="1319" y="458"/>
                    <a:pt x="1320" y="453"/>
                  </a:cubicBezTo>
                  <a:cubicBezTo>
                    <a:pt x="1322" y="448"/>
                    <a:pt x="1316" y="443"/>
                    <a:pt x="1311" y="441"/>
                  </a:cubicBezTo>
                  <a:lnTo>
                    <a:pt x="1311" y="441"/>
                  </a:lnTo>
                  <a:cubicBezTo>
                    <a:pt x="1306" y="440"/>
                    <a:pt x="1301" y="438"/>
                    <a:pt x="1296" y="435"/>
                  </a:cubicBezTo>
                  <a:lnTo>
                    <a:pt x="1295" y="435"/>
                  </a:lnTo>
                  <a:cubicBezTo>
                    <a:pt x="1318" y="430"/>
                    <a:pt x="1341" y="424"/>
                    <a:pt x="1364" y="417"/>
                  </a:cubicBezTo>
                  <a:cubicBezTo>
                    <a:pt x="1371" y="415"/>
                    <a:pt x="1382" y="409"/>
                    <a:pt x="1378" y="401"/>
                  </a:cubicBezTo>
                  <a:cubicBezTo>
                    <a:pt x="1375" y="393"/>
                    <a:pt x="1371" y="395"/>
                    <a:pt x="1366" y="394"/>
                  </a:cubicBezTo>
                  <a:lnTo>
                    <a:pt x="1366" y="394"/>
                  </a:lnTo>
                  <a:cubicBezTo>
                    <a:pt x="1354" y="391"/>
                    <a:pt x="1341" y="390"/>
                    <a:pt x="1329" y="390"/>
                  </a:cubicBezTo>
                  <a:cubicBezTo>
                    <a:pt x="1312" y="390"/>
                    <a:pt x="1295" y="392"/>
                    <a:pt x="1278" y="397"/>
                  </a:cubicBezTo>
                  <a:lnTo>
                    <a:pt x="1278" y="397"/>
                  </a:lnTo>
                  <a:cubicBezTo>
                    <a:pt x="1285" y="394"/>
                    <a:pt x="1293" y="391"/>
                    <a:pt x="1298" y="387"/>
                  </a:cubicBezTo>
                  <a:cubicBezTo>
                    <a:pt x="1314" y="379"/>
                    <a:pt x="1328" y="367"/>
                    <a:pt x="1342" y="355"/>
                  </a:cubicBezTo>
                  <a:cubicBezTo>
                    <a:pt x="1310" y="367"/>
                    <a:pt x="1279" y="378"/>
                    <a:pt x="1247" y="390"/>
                  </a:cubicBezTo>
                  <a:lnTo>
                    <a:pt x="1247" y="390"/>
                  </a:lnTo>
                  <a:cubicBezTo>
                    <a:pt x="1238" y="393"/>
                    <a:pt x="1228" y="395"/>
                    <a:pt x="1218" y="395"/>
                  </a:cubicBezTo>
                  <a:cubicBezTo>
                    <a:pt x="1216" y="395"/>
                    <a:pt x="1214" y="395"/>
                    <a:pt x="1212" y="395"/>
                  </a:cubicBezTo>
                  <a:cubicBezTo>
                    <a:pt x="1256" y="370"/>
                    <a:pt x="1291" y="355"/>
                    <a:pt x="1318" y="310"/>
                  </a:cubicBezTo>
                  <a:lnTo>
                    <a:pt x="1318" y="310"/>
                  </a:lnTo>
                  <a:cubicBezTo>
                    <a:pt x="1310" y="309"/>
                    <a:pt x="1302" y="309"/>
                    <a:pt x="1294" y="309"/>
                  </a:cubicBezTo>
                  <a:cubicBezTo>
                    <a:pt x="1259" y="309"/>
                    <a:pt x="1224" y="316"/>
                    <a:pt x="1192" y="329"/>
                  </a:cubicBezTo>
                  <a:lnTo>
                    <a:pt x="1192" y="329"/>
                  </a:lnTo>
                  <a:cubicBezTo>
                    <a:pt x="1223" y="309"/>
                    <a:pt x="1250" y="285"/>
                    <a:pt x="1273" y="256"/>
                  </a:cubicBezTo>
                  <a:cubicBezTo>
                    <a:pt x="1280" y="248"/>
                    <a:pt x="1286" y="236"/>
                    <a:pt x="1279" y="228"/>
                  </a:cubicBezTo>
                  <a:lnTo>
                    <a:pt x="1279" y="228"/>
                  </a:lnTo>
                  <a:cubicBezTo>
                    <a:pt x="1278" y="227"/>
                    <a:pt x="1277" y="226"/>
                    <a:pt x="1275" y="225"/>
                  </a:cubicBezTo>
                  <a:cubicBezTo>
                    <a:pt x="1272" y="223"/>
                    <a:pt x="1268" y="222"/>
                    <a:pt x="1264" y="222"/>
                  </a:cubicBezTo>
                  <a:cubicBezTo>
                    <a:pt x="1262" y="222"/>
                    <a:pt x="1260" y="222"/>
                    <a:pt x="1258" y="223"/>
                  </a:cubicBezTo>
                  <a:lnTo>
                    <a:pt x="1258" y="223"/>
                  </a:lnTo>
                  <a:cubicBezTo>
                    <a:pt x="1234" y="226"/>
                    <a:pt x="1212" y="233"/>
                    <a:pt x="1191" y="245"/>
                  </a:cubicBezTo>
                  <a:cubicBezTo>
                    <a:pt x="1183" y="250"/>
                    <a:pt x="1174" y="256"/>
                    <a:pt x="1167" y="262"/>
                  </a:cubicBezTo>
                  <a:lnTo>
                    <a:pt x="1167" y="262"/>
                  </a:lnTo>
                  <a:cubicBezTo>
                    <a:pt x="1184" y="245"/>
                    <a:pt x="1200" y="226"/>
                    <a:pt x="1212" y="204"/>
                  </a:cubicBezTo>
                  <a:cubicBezTo>
                    <a:pt x="1232" y="171"/>
                    <a:pt x="1242" y="135"/>
                    <a:pt x="1246" y="97"/>
                  </a:cubicBezTo>
                  <a:lnTo>
                    <a:pt x="1246" y="97"/>
                  </a:lnTo>
                  <a:cubicBezTo>
                    <a:pt x="1220" y="114"/>
                    <a:pt x="1199" y="138"/>
                    <a:pt x="1183" y="165"/>
                  </a:cubicBezTo>
                  <a:cubicBezTo>
                    <a:pt x="1171" y="185"/>
                    <a:pt x="1163" y="206"/>
                    <a:pt x="1159" y="229"/>
                  </a:cubicBezTo>
                  <a:lnTo>
                    <a:pt x="1159" y="229"/>
                  </a:lnTo>
                  <a:cubicBezTo>
                    <a:pt x="1164" y="201"/>
                    <a:pt x="1167" y="172"/>
                    <a:pt x="1167" y="142"/>
                  </a:cubicBezTo>
                  <a:cubicBezTo>
                    <a:pt x="1167" y="113"/>
                    <a:pt x="1164" y="84"/>
                    <a:pt x="1159" y="56"/>
                  </a:cubicBezTo>
                  <a:lnTo>
                    <a:pt x="1159" y="56"/>
                  </a:lnTo>
                  <a:cubicBezTo>
                    <a:pt x="1150" y="94"/>
                    <a:pt x="1138" y="132"/>
                    <a:pt x="1123" y="168"/>
                  </a:cubicBezTo>
                  <a:cubicBezTo>
                    <a:pt x="1109" y="200"/>
                    <a:pt x="1083" y="225"/>
                    <a:pt x="1070" y="255"/>
                  </a:cubicBezTo>
                  <a:lnTo>
                    <a:pt x="1070" y="255"/>
                  </a:lnTo>
                  <a:cubicBezTo>
                    <a:pt x="1079" y="232"/>
                    <a:pt x="1084" y="208"/>
                    <a:pt x="1085" y="183"/>
                  </a:cubicBezTo>
                  <a:cubicBezTo>
                    <a:pt x="1085" y="179"/>
                    <a:pt x="1085" y="175"/>
                    <a:pt x="1081" y="173"/>
                  </a:cubicBezTo>
                  <a:cubicBezTo>
                    <a:pt x="1077" y="172"/>
                    <a:pt x="1073" y="176"/>
                    <a:pt x="1070" y="179"/>
                  </a:cubicBezTo>
                  <a:lnTo>
                    <a:pt x="1044" y="216"/>
                  </a:lnTo>
                  <a:lnTo>
                    <a:pt x="1044" y="216"/>
                  </a:lnTo>
                  <a:cubicBezTo>
                    <a:pt x="1051" y="197"/>
                    <a:pt x="1056" y="177"/>
                    <a:pt x="1060" y="157"/>
                  </a:cubicBezTo>
                  <a:cubicBezTo>
                    <a:pt x="1052" y="169"/>
                    <a:pt x="1015" y="239"/>
                    <a:pt x="1003" y="213"/>
                  </a:cubicBezTo>
                  <a:lnTo>
                    <a:pt x="1003" y="213"/>
                  </a:lnTo>
                  <a:cubicBezTo>
                    <a:pt x="1009" y="182"/>
                    <a:pt x="1018" y="152"/>
                    <a:pt x="1030" y="123"/>
                  </a:cubicBezTo>
                  <a:lnTo>
                    <a:pt x="1030" y="123"/>
                  </a:lnTo>
                  <a:cubicBezTo>
                    <a:pt x="1022" y="127"/>
                    <a:pt x="1014" y="131"/>
                    <a:pt x="1007" y="135"/>
                  </a:cubicBezTo>
                  <a:cubicBezTo>
                    <a:pt x="973" y="155"/>
                    <a:pt x="946" y="183"/>
                    <a:pt x="925" y="217"/>
                  </a:cubicBezTo>
                  <a:cubicBezTo>
                    <a:pt x="924" y="220"/>
                    <a:pt x="922" y="223"/>
                    <a:pt x="920" y="226"/>
                  </a:cubicBezTo>
                  <a:lnTo>
                    <a:pt x="920" y="226"/>
                  </a:lnTo>
                  <a:cubicBezTo>
                    <a:pt x="959" y="156"/>
                    <a:pt x="983" y="79"/>
                    <a:pt x="988" y="0"/>
                  </a:cubicBezTo>
                  <a:lnTo>
                    <a:pt x="988" y="0"/>
                  </a:lnTo>
                  <a:cubicBezTo>
                    <a:pt x="985" y="1"/>
                    <a:pt x="982" y="3"/>
                    <a:pt x="979" y="4"/>
                  </a:cubicBezTo>
                  <a:cubicBezTo>
                    <a:pt x="950" y="21"/>
                    <a:pt x="927" y="44"/>
                    <a:pt x="910" y="73"/>
                  </a:cubicBezTo>
                  <a:cubicBezTo>
                    <a:pt x="904" y="84"/>
                    <a:pt x="898" y="97"/>
                    <a:pt x="894" y="109"/>
                  </a:cubicBezTo>
                  <a:lnTo>
                    <a:pt x="894" y="109"/>
                  </a:lnTo>
                  <a:cubicBezTo>
                    <a:pt x="879" y="156"/>
                    <a:pt x="870" y="205"/>
                    <a:pt x="868" y="254"/>
                  </a:cubicBezTo>
                  <a:lnTo>
                    <a:pt x="868" y="254"/>
                  </a:lnTo>
                  <a:cubicBezTo>
                    <a:pt x="864" y="183"/>
                    <a:pt x="856" y="113"/>
                    <a:pt x="844" y="43"/>
                  </a:cubicBezTo>
                  <a:cubicBezTo>
                    <a:pt x="797" y="102"/>
                    <a:pt x="798" y="184"/>
                    <a:pt x="801" y="259"/>
                  </a:cubicBezTo>
                  <a:lnTo>
                    <a:pt x="801" y="259"/>
                  </a:lnTo>
                  <a:cubicBezTo>
                    <a:pt x="793" y="198"/>
                    <a:pt x="778" y="137"/>
                    <a:pt x="757" y="78"/>
                  </a:cubicBezTo>
                  <a:cubicBezTo>
                    <a:pt x="715" y="141"/>
                    <a:pt x="739" y="230"/>
                    <a:pt x="777" y="286"/>
                  </a:cubicBezTo>
                  <a:lnTo>
                    <a:pt x="777" y="286"/>
                  </a:lnTo>
                  <a:cubicBezTo>
                    <a:pt x="764" y="266"/>
                    <a:pt x="747" y="249"/>
                    <a:pt x="724" y="237"/>
                  </a:cubicBezTo>
                  <a:cubicBezTo>
                    <a:pt x="721" y="235"/>
                    <a:pt x="716" y="233"/>
                    <a:pt x="712" y="231"/>
                  </a:cubicBezTo>
                  <a:lnTo>
                    <a:pt x="712" y="231"/>
                  </a:lnTo>
                  <a:lnTo>
                    <a:pt x="712" y="230"/>
                  </a:lnTo>
                  <a:cubicBezTo>
                    <a:pt x="710" y="229"/>
                    <a:pt x="708" y="229"/>
                    <a:pt x="706" y="229"/>
                  </a:cubicBezTo>
                  <a:cubicBezTo>
                    <a:pt x="705" y="229"/>
                    <a:pt x="704" y="229"/>
                    <a:pt x="703" y="229"/>
                  </a:cubicBezTo>
                  <a:cubicBezTo>
                    <a:pt x="697" y="231"/>
                    <a:pt x="697" y="239"/>
                    <a:pt x="698" y="245"/>
                  </a:cubicBezTo>
                  <a:lnTo>
                    <a:pt x="698" y="245"/>
                  </a:lnTo>
                  <a:cubicBezTo>
                    <a:pt x="705" y="275"/>
                    <a:pt x="715" y="303"/>
                    <a:pt x="730" y="329"/>
                  </a:cubicBezTo>
                  <a:cubicBezTo>
                    <a:pt x="732" y="332"/>
                    <a:pt x="735" y="336"/>
                    <a:pt x="737" y="339"/>
                  </a:cubicBezTo>
                  <a:lnTo>
                    <a:pt x="737" y="339"/>
                  </a:lnTo>
                  <a:cubicBezTo>
                    <a:pt x="712" y="299"/>
                    <a:pt x="680" y="264"/>
                    <a:pt x="642" y="236"/>
                  </a:cubicBezTo>
                  <a:cubicBezTo>
                    <a:pt x="651" y="285"/>
                    <a:pt x="663" y="333"/>
                    <a:pt x="676" y="381"/>
                  </a:cubicBezTo>
                  <a:lnTo>
                    <a:pt x="676" y="381"/>
                  </a:lnTo>
                  <a:cubicBezTo>
                    <a:pt x="668" y="370"/>
                    <a:pt x="660" y="359"/>
                    <a:pt x="652" y="346"/>
                  </a:cubicBezTo>
                  <a:cubicBezTo>
                    <a:pt x="645" y="334"/>
                    <a:pt x="639" y="321"/>
                    <a:pt x="634" y="308"/>
                  </a:cubicBezTo>
                  <a:lnTo>
                    <a:pt x="634" y="308"/>
                  </a:lnTo>
                  <a:cubicBezTo>
                    <a:pt x="635" y="338"/>
                    <a:pt x="642" y="367"/>
                    <a:pt x="652" y="395"/>
                  </a:cubicBezTo>
                  <a:lnTo>
                    <a:pt x="652" y="395"/>
                  </a:lnTo>
                  <a:cubicBezTo>
                    <a:pt x="637" y="390"/>
                    <a:pt x="621" y="388"/>
                    <a:pt x="605" y="388"/>
                  </a:cubicBezTo>
                  <a:cubicBezTo>
                    <a:pt x="578" y="388"/>
                    <a:pt x="551" y="395"/>
                    <a:pt x="527" y="407"/>
                  </a:cubicBezTo>
                  <a:cubicBezTo>
                    <a:pt x="559" y="382"/>
                    <a:pt x="594" y="354"/>
                    <a:pt x="602" y="315"/>
                  </a:cubicBezTo>
                  <a:lnTo>
                    <a:pt x="534" y="365"/>
                  </a:lnTo>
                  <a:lnTo>
                    <a:pt x="583" y="303"/>
                  </a:lnTo>
                  <a:lnTo>
                    <a:pt x="583" y="303"/>
                  </a:lnTo>
                  <a:cubicBezTo>
                    <a:pt x="561" y="323"/>
                    <a:pt x="538" y="342"/>
                    <a:pt x="514" y="360"/>
                  </a:cubicBezTo>
                  <a:lnTo>
                    <a:pt x="514" y="360"/>
                  </a:lnTo>
                  <a:cubicBezTo>
                    <a:pt x="504" y="365"/>
                    <a:pt x="496" y="369"/>
                    <a:pt x="485" y="375"/>
                  </a:cubicBezTo>
                  <a:cubicBezTo>
                    <a:pt x="479" y="379"/>
                    <a:pt x="470" y="384"/>
                    <a:pt x="463" y="389"/>
                  </a:cubicBezTo>
                  <a:cubicBezTo>
                    <a:pt x="506" y="348"/>
                    <a:pt x="551" y="303"/>
                    <a:pt x="556" y="244"/>
                  </a:cubicBezTo>
                  <a:lnTo>
                    <a:pt x="556" y="244"/>
                  </a:lnTo>
                  <a:cubicBezTo>
                    <a:pt x="547" y="248"/>
                    <a:pt x="539" y="253"/>
                    <a:pt x="530" y="257"/>
                  </a:cubicBezTo>
                  <a:cubicBezTo>
                    <a:pt x="511" y="269"/>
                    <a:pt x="492" y="284"/>
                    <a:pt x="477" y="302"/>
                  </a:cubicBezTo>
                  <a:lnTo>
                    <a:pt x="477" y="302"/>
                  </a:lnTo>
                  <a:cubicBezTo>
                    <a:pt x="486" y="290"/>
                    <a:pt x="495" y="277"/>
                    <a:pt x="502" y="264"/>
                  </a:cubicBezTo>
                  <a:cubicBezTo>
                    <a:pt x="522" y="231"/>
                    <a:pt x="535" y="195"/>
                    <a:pt x="543" y="158"/>
                  </a:cubicBezTo>
                  <a:lnTo>
                    <a:pt x="543" y="158"/>
                  </a:lnTo>
                  <a:cubicBezTo>
                    <a:pt x="539" y="169"/>
                    <a:pt x="534" y="179"/>
                    <a:pt x="527" y="190"/>
                  </a:cubicBezTo>
                  <a:cubicBezTo>
                    <a:pt x="513" y="216"/>
                    <a:pt x="494" y="239"/>
                    <a:pt x="472" y="260"/>
                  </a:cubicBezTo>
                  <a:cubicBezTo>
                    <a:pt x="480" y="227"/>
                    <a:pt x="498" y="197"/>
                    <a:pt x="504" y="162"/>
                  </a:cubicBezTo>
                  <a:cubicBezTo>
                    <a:pt x="508" y="142"/>
                    <a:pt x="498" y="72"/>
                    <a:pt x="507" y="60"/>
                  </a:cubicBezTo>
                  <a:lnTo>
                    <a:pt x="507" y="60"/>
                  </a:lnTo>
                  <a:cubicBezTo>
                    <a:pt x="492" y="81"/>
                    <a:pt x="478" y="102"/>
                    <a:pt x="465" y="125"/>
                  </a:cubicBezTo>
                  <a:cubicBezTo>
                    <a:pt x="448" y="155"/>
                    <a:pt x="432" y="186"/>
                    <a:pt x="420" y="219"/>
                  </a:cubicBezTo>
                  <a:lnTo>
                    <a:pt x="420" y="219"/>
                  </a:lnTo>
                  <a:cubicBezTo>
                    <a:pt x="421" y="209"/>
                    <a:pt x="421" y="199"/>
                    <a:pt x="421" y="189"/>
                  </a:cubicBezTo>
                  <a:cubicBezTo>
                    <a:pt x="421" y="162"/>
                    <a:pt x="418" y="136"/>
                    <a:pt x="411" y="110"/>
                  </a:cubicBezTo>
                  <a:lnTo>
                    <a:pt x="411" y="110"/>
                  </a:lnTo>
                  <a:cubicBezTo>
                    <a:pt x="393" y="145"/>
                    <a:pt x="380" y="181"/>
                    <a:pt x="370" y="218"/>
                  </a:cubicBezTo>
                  <a:cubicBezTo>
                    <a:pt x="358" y="143"/>
                    <a:pt x="342" y="60"/>
                    <a:pt x="279" y="16"/>
                  </a:cubicBezTo>
                  <a:lnTo>
                    <a:pt x="279" y="16"/>
                  </a:lnTo>
                  <a:cubicBezTo>
                    <a:pt x="277" y="14"/>
                    <a:pt x="276" y="13"/>
                    <a:pt x="274" y="12"/>
                  </a:cubicBezTo>
                  <a:cubicBezTo>
                    <a:pt x="271" y="10"/>
                    <a:pt x="267" y="9"/>
                    <a:pt x="263" y="9"/>
                  </a:cubicBezTo>
                  <a:cubicBezTo>
                    <a:pt x="260" y="9"/>
                    <a:pt x="257" y="10"/>
                    <a:pt x="254" y="11"/>
                  </a:cubicBezTo>
                  <a:cubicBezTo>
                    <a:pt x="245" y="16"/>
                    <a:pt x="246" y="30"/>
                    <a:pt x="249" y="40"/>
                  </a:cubicBezTo>
                  <a:cubicBezTo>
                    <a:pt x="264" y="100"/>
                    <a:pt x="287" y="159"/>
                    <a:pt x="306" y="218"/>
                  </a:cubicBezTo>
                  <a:cubicBezTo>
                    <a:pt x="275" y="176"/>
                    <a:pt x="257" y="120"/>
                    <a:pt x="212" y="93"/>
                  </a:cubicBezTo>
                  <a:lnTo>
                    <a:pt x="212" y="93"/>
                  </a:lnTo>
                  <a:cubicBezTo>
                    <a:pt x="215" y="119"/>
                    <a:pt x="223" y="145"/>
                    <a:pt x="236" y="168"/>
                  </a:cubicBezTo>
                  <a:cubicBezTo>
                    <a:pt x="237" y="169"/>
                    <a:pt x="238" y="171"/>
                    <a:pt x="239" y="172"/>
                  </a:cubicBezTo>
                  <a:lnTo>
                    <a:pt x="178" y="93"/>
                  </a:lnTo>
                  <a:cubicBezTo>
                    <a:pt x="195" y="140"/>
                    <a:pt x="216" y="187"/>
                    <a:pt x="229" y="236"/>
                  </a:cubicBezTo>
                  <a:lnTo>
                    <a:pt x="229" y="236"/>
                  </a:lnTo>
                  <a:cubicBezTo>
                    <a:pt x="207" y="212"/>
                    <a:pt x="181" y="192"/>
                    <a:pt x="153" y="176"/>
                  </a:cubicBezTo>
                  <a:cubicBezTo>
                    <a:pt x="127" y="161"/>
                    <a:pt x="99" y="150"/>
                    <a:pt x="70" y="142"/>
                  </a:cubicBezTo>
                  <a:cubicBezTo>
                    <a:pt x="105" y="172"/>
                    <a:pt x="139" y="203"/>
                    <a:pt x="170" y="236"/>
                  </a:cubicBezTo>
                  <a:lnTo>
                    <a:pt x="170" y="236"/>
                  </a:lnTo>
                  <a:cubicBezTo>
                    <a:pt x="146" y="224"/>
                    <a:pt x="119" y="216"/>
                    <a:pt x="93" y="212"/>
                  </a:cubicBezTo>
                  <a:lnTo>
                    <a:pt x="93" y="212"/>
                  </a:lnTo>
                  <a:cubicBezTo>
                    <a:pt x="133" y="237"/>
                    <a:pt x="170" y="267"/>
                    <a:pt x="202" y="303"/>
                  </a:cubicBezTo>
                  <a:lnTo>
                    <a:pt x="202" y="303"/>
                  </a:lnTo>
                  <a:cubicBezTo>
                    <a:pt x="166" y="287"/>
                    <a:pt x="127" y="279"/>
                    <a:pt x="88" y="279"/>
                  </a:cubicBezTo>
                  <a:cubicBezTo>
                    <a:pt x="83" y="279"/>
                    <a:pt x="78" y="279"/>
                    <a:pt x="73" y="279"/>
                  </a:cubicBezTo>
                  <a:lnTo>
                    <a:pt x="73" y="279"/>
                  </a:lnTo>
                  <a:cubicBezTo>
                    <a:pt x="82" y="283"/>
                    <a:pt x="91" y="288"/>
                    <a:pt x="100" y="293"/>
                  </a:cubicBezTo>
                  <a:cubicBezTo>
                    <a:pt x="116" y="302"/>
                    <a:pt x="131" y="313"/>
                    <a:pt x="144" y="325"/>
                  </a:cubicBezTo>
                  <a:lnTo>
                    <a:pt x="144" y="325"/>
                  </a:lnTo>
                  <a:cubicBezTo>
                    <a:pt x="135" y="322"/>
                    <a:pt x="125" y="321"/>
                    <a:pt x="115" y="321"/>
                  </a:cubicBezTo>
                  <a:cubicBezTo>
                    <a:pt x="97" y="321"/>
                    <a:pt x="80" y="325"/>
                    <a:pt x="65" y="333"/>
                  </a:cubicBezTo>
                  <a:lnTo>
                    <a:pt x="65" y="333"/>
                  </a:lnTo>
                  <a:cubicBezTo>
                    <a:pt x="67" y="334"/>
                    <a:pt x="70" y="336"/>
                    <a:pt x="72" y="337"/>
                  </a:cubicBezTo>
                  <a:cubicBezTo>
                    <a:pt x="96" y="351"/>
                    <a:pt x="119" y="366"/>
                    <a:pt x="142" y="382"/>
                  </a:cubicBezTo>
                  <a:lnTo>
                    <a:pt x="142" y="382"/>
                  </a:lnTo>
                  <a:cubicBezTo>
                    <a:pt x="120" y="392"/>
                    <a:pt x="97" y="397"/>
                    <a:pt x="73" y="397"/>
                  </a:cubicBezTo>
                  <a:cubicBezTo>
                    <a:pt x="49" y="397"/>
                    <a:pt x="26" y="392"/>
                    <a:pt x="4" y="382"/>
                  </a:cubicBezTo>
                  <a:lnTo>
                    <a:pt x="4" y="382"/>
                  </a:lnTo>
                  <a:cubicBezTo>
                    <a:pt x="16" y="390"/>
                    <a:pt x="29" y="398"/>
                    <a:pt x="42" y="405"/>
                  </a:cubicBezTo>
                  <a:cubicBezTo>
                    <a:pt x="54" y="412"/>
                    <a:pt x="67" y="419"/>
                    <a:pt x="80" y="426"/>
                  </a:cubicBezTo>
                  <a:lnTo>
                    <a:pt x="0" y="420"/>
                  </a:lnTo>
                  <a:lnTo>
                    <a:pt x="77" y="453"/>
                  </a:lnTo>
                  <a:lnTo>
                    <a:pt x="77" y="453"/>
                  </a:lnTo>
                  <a:cubicBezTo>
                    <a:pt x="57" y="456"/>
                    <a:pt x="37" y="458"/>
                    <a:pt x="17" y="459"/>
                  </a:cubicBezTo>
                  <a:cubicBezTo>
                    <a:pt x="53" y="460"/>
                    <a:pt x="87" y="468"/>
                    <a:pt x="122" y="467"/>
                  </a:cubicBezTo>
                  <a:cubicBezTo>
                    <a:pt x="232" y="467"/>
                    <a:pt x="338" y="472"/>
                    <a:pt x="445" y="4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p18"/>
            <p:cNvGrpSpPr/>
            <p:nvPr/>
          </p:nvGrpSpPr>
          <p:grpSpPr>
            <a:xfrm>
              <a:off x="7321113" y="4048823"/>
              <a:ext cx="2667435" cy="1833600"/>
              <a:chOff x="7321113" y="4048823"/>
              <a:chExt cx="2667435" cy="1833600"/>
            </a:xfrm>
          </p:grpSpPr>
          <p:grpSp>
            <p:nvGrpSpPr>
              <p:cNvPr id="273" name="Google Shape;273;p18"/>
              <p:cNvGrpSpPr/>
              <p:nvPr/>
            </p:nvGrpSpPr>
            <p:grpSpPr>
              <a:xfrm>
                <a:off x="7321113" y="4048823"/>
                <a:ext cx="2667435" cy="1833600"/>
                <a:chOff x="10267788" y="5009573"/>
                <a:chExt cx="2667435" cy="1833600"/>
              </a:xfrm>
            </p:grpSpPr>
            <p:sp>
              <p:nvSpPr>
                <p:cNvPr id="274" name="Google Shape;274;p18"/>
                <p:cNvSpPr/>
                <p:nvPr/>
              </p:nvSpPr>
              <p:spPr>
                <a:xfrm>
                  <a:off x="10934703" y="5009573"/>
                  <a:ext cx="2000520" cy="133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7" h="3695" extrusionOk="0">
                      <a:moveTo>
                        <a:pt x="3" y="2480"/>
                      </a:moveTo>
                      <a:cubicBezTo>
                        <a:pt x="172" y="2293"/>
                        <a:pt x="324" y="2092"/>
                        <a:pt x="484" y="1897"/>
                      </a:cubicBezTo>
                      <a:cubicBezTo>
                        <a:pt x="554" y="1811"/>
                        <a:pt x="608" y="1710"/>
                        <a:pt x="693" y="1637"/>
                      </a:cubicBezTo>
                      <a:cubicBezTo>
                        <a:pt x="770" y="1572"/>
                        <a:pt x="858" y="1564"/>
                        <a:pt x="954" y="1564"/>
                      </a:cubicBezTo>
                      <a:cubicBezTo>
                        <a:pt x="1060" y="1564"/>
                        <a:pt x="1147" y="1522"/>
                        <a:pt x="1222" y="1449"/>
                      </a:cubicBezTo>
                      <a:cubicBezTo>
                        <a:pt x="1281" y="1391"/>
                        <a:pt x="1331" y="1324"/>
                        <a:pt x="1397" y="1275"/>
                      </a:cubicBezTo>
                      <a:cubicBezTo>
                        <a:pt x="1470" y="1221"/>
                        <a:pt x="1554" y="1199"/>
                        <a:pt x="1643" y="1189"/>
                      </a:cubicBezTo>
                      <a:cubicBezTo>
                        <a:pt x="1688" y="1186"/>
                        <a:pt x="1731" y="1172"/>
                        <a:pt x="1771" y="1150"/>
                      </a:cubicBezTo>
                      <a:cubicBezTo>
                        <a:pt x="1783" y="1143"/>
                        <a:pt x="1795" y="1134"/>
                        <a:pt x="1806" y="1125"/>
                      </a:cubicBezTo>
                      <a:cubicBezTo>
                        <a:pt x="1850" y="1091"/>
                        <a:pt x="1874" y="1040"/>
                        <a:pt x="1900" y="993"/>
                      </a:cubicBezTo>
                      <a:cubicBezTo>
                        <a:pt x="1949" y="909"/>
                        <a:pt x="2041" y="854"/>
                        <a:pt x="2118" y="799"/>
                      </a:cubicBezTo>
                      <a:cubicBezTo>
                        <a:pt x="2208" y="735"/>
                        <a:pt x="2280" y="666"/>
                        <a:pt x="2335" y="570"/>
                      </a:cubicBezTo>
                      <a:cubicBezTo>
                        <a:pt x="2440" y="385"/>
                        <a:pt x="2521" y="187"/>
                        <a:pt x="2628" y="4"/>
                      </a:cubicBezTo>
                      <a:cubicBezTo>
                        <a:pt x="2629" y="2"/>
                        <a:pt x="2630" y="1"/>
                        <a:pt x="2631" y="1"/>
                      </a:cubicBezTo>
                      <a:cubicBezTo>
                        <a:pt x="2633" y="0"/>
                        <a:pt x="2634" y="0"/>
                        <a:pt x="2636" y="0"/>
                      </a:cubicBezTo>
                      <a:cubicBezTo>
                        <a:pt x="2637" y="0"/>
                        <a:pt x="2639" y="0"/>
                        <a:pt x="2640" y="1"/>
                      </a:cubicBezTo>
                      <a:cubicBezTo>
                        <a:pt x="2641" y="1"/>
                        <a:pt x="2642" y="2"/>
                        <a:pt x="2643" y="4"/>
                      </a:cubicBezTo>
                      <a:cubicBezTo>
                        <a:pt x="2719" y="114"/>
                        <a:pt x="2768" y="271"/>
                        <a:pt x="2890" y="341"/>
                      </a:cubicBezTo>
                      <a:cubicBezTo>
                        <a:pt x="2927" y="363"/>
                        <a:pt x="2971" y="347"/>
                        <a:pt x="3009" y="360"/>
                      </a:cubicBezTo>
                      <a:cubicBezTo>
                        <a:pt x="3031" y="367"/>
                        <a:pt x="3018" y="420"/>
                        <a:pt x="3055" y="424"/>
                      </a:cubicBezTo>
                      <a:cubicBezTo>
                        <a:pt x="3109" y="430"/>
                        <a:pt x="3155" y="366"/>
                        <a:pt x="3208" y="376"/>
                      </a:cubicBezTo>
                      <a:cubicBezTo>
                        <a:pt x="3253" y="386"/>
                        <a:pt x="3342" y="516"/>
                        <a:pt x="3390" y="548"/>
                      </a:cubicBezTo>
                      <a:cubicBezTo>
                        <a:pt x="3492" y="620"/>
                        <a:pt x="3630" y="727"/>
                        <a:pt x="3757" y="743"/>
                      </a:cubicBezTo>
                      <a:cubicBezTo>
                        <a:pt x="3800" y="748"/>
                        <a:pt x="3841" y="733"/>
                        <a:pt x="3882" y="725"/>
                      </a:cubicBezTo>
                      <a:cubicBezTo>
                        <a:pt x="3893" y="723"/>
                        <a:pt x="3903" y="722"/>
                        <a:pt x="3914" y="722"/>
                      </a:cubicBezTo>
                      <a:cubicBezTo>
                        <a:pt x="3947" y="722"/>
                        <a:pt x="3980" y="730"/>
                        <a:pt x="4010" y="745"/>
                      </a:cubicBezTo>
                      <a:cubicBezTo>
                        <a:pt x="4071" y="772"/>
                        <a:pt x="4122" y="818"/>
                        <a:pt x="4176" y="857"/>
                      </a:cubicBezTo>
                      <a:cubicBezTo>
                        <a:pt x="4246" y="907"/>
                        <a:pt x="4313" y="910"/>
                        <a:pt x="4381" y="854"/>
                      </a:cubicBezTo>
                      <a:cubicBezTo>
                        <a:pt x="4382" y="853"/>
                        <a:pt x="4382" y="853"/>
                        <a:pt x="4383" y="852"/>
                      </a:cubicBezTo>
                      <a:cubicBezTo>
                        <a:pt x="4384" y="852"/>
                        <a:pt x="4386" y="851"/>
                        <a:pt x="4387" y="851"/>
                      </a:cubicBezTo>
                      <a:cubicBezTo>
                        <a:pt x="4389" y="851"/>
                        <a:pt x="4390" y="852"/>
                        <a:pt x="4392" y="852"/>
                      </a:cubicBezTo>
                      <a:lnTo>
                        <a:pt x="5498" y="1437"/>
                      </a:lnTo>
                      <a:lnTo>
                        <a:pt x="5553" y="1465"/>
                      </a:lnTo>
                      <a:cubicBezTo>
                        <a:pt x="5554" y="1466"/>
                        <a:pt x="5555" y="1467"/>
                        <a:pt x="5556" y="1468"/>
                      </a:cubicBezTo>
                      <a:cubicBezTo>
                        <a:pt x="5556" y="1470"/>
                        <a:pt x="5557" y="1471"/>
                        <a:pt x="5557" y="1473"/>
                      </a:cubicBezTo>
                      <a:cubicBezTo>
                        <a:pt x="5557" y="1474"/>
                        <a:pt x="5556" y="1476"/>
                        <a:pt x="5556" y="1477"/>
                      </a:cubicBezTo>
                      <a:lnTo>
                        <a:pt x="5556" y="1477"/>
                      </a:lnTo>
                      <a:cubicBezTo>
                        <a:pt x="5330" y="1831"/>
                        <a:pt x="5101" y="2182"/>
                        <a:pt x="4864" y="2529"/>
                      </a:cubicBezTo>
                      <a:cubicBezTo>
                        <a:pt x="4795" y="2629"/>
                        <a:pt x="4725" y="2731"/>
                        <a:pt x="4652" y="2831"/>
                      </a:cubicBezTo>
                      <a:cubicBezTo>
                        <a:pt x="4609" y="2893"/>
                        <a:pt x="4562" y="2953"/>
                        <a:pt x="4510" y="3008"/>
                      </a:cubicBezTo>
                      <a:cubicBezTo>
                        <a:pt x="4504" y="3015"/>
                        <a:pt x="4497" y="3020"/>
                        <a:pt x="4490" y="3024"/>
                      </a:cubicBezTo>
                      <a:cubicBezTo>
                        <a:pt x="4477" y="3032"/>
                        <a:pt x="4462" y="3036"/>
                        <a:pt x="4447" y="3036"/>
                      </a:cubicBezTo>
                      <a:cubicBezTo>
                        <a:pt x="4398" y="3044"/>
                        <a:pt x="4350" y="3052"/>
                        <a:pt x="4301" y="3061"/>
                      </a:cubicBezTo>
                      <a:cubicBezTo>
                        <a:pt x="3839" y="3141"/>
                        <a:pt x="3378" y="3228"/>
                        <a:pt x="2916" y="3314"/>
                      </a:cubicBezTo>
                      <a:cubicBezTo>
                        <a:pt x="2393" y="3411"/>
                        <a:pt x="1870" y="3511"/>
                        <a:pt x="1347" y="3611"/>
                      </a:cubicBezTo>
                      <a:cubicBezTo>
                        <a:pt x="1214" y="3637"/>
                        <a:pt x="1081" y="3661"/>
                        <a:pt x="950" y="3691"/>
                      </a:cubicBezTo>
                      <a:cubicBezTo>
                        <a:pt x="918" y="3698"/>
                        <a:pt x="901" y="3700"/>
                        <a:pt x="873" y="3677"/>
                      </a:cubicBezTo>
                      <a:cubicBezTo>
                        <a:pt x="805" y="3624"/>
                        <a:pt x="750" y="3549"/>
                        <a:pt x="697" y="3482"/>
                      </a:cubicBezTo>
                      <a:cubicBezTo>
                        <a:pt x="447" y="3165"/>
                        <a:pt x="222" y="2828"/>
                        <a:pt x="1" y="2490"/>
                      </a:cubicBezTo>
                      <a:cubicBezTo>
                        <a:pt x="1" y="2489"/>
                        <a:pt x="0" y="2487"/>
                        <a:pt x="0" y="2486"/>
                      </a:cubicBezTo>
                      <a:cubicBezTo>
                        <a:pt x="0" y="2484"/>
                        <a:pt x="1" y="2483"/>
                        <a:pt x="1" y="2481"/>
                      </a:cubicBezTo>
                      <a:cubicBezTo>
                        <a:pt x="2" y="2481"/>
                        <a:pt x="2" y="2480"/>
                        <a:pt x="3" y="24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18"/>
                <p:cNvSpPr/>
                <p:nvPr/>
              </p:nvSpPr>
              <p:spPr>
                <a:xfrm>
                  <a:off x="10267788" y="5557613"/>
                  <a:ext cx="2000160" cy="128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" h="3571" extrusionOk="0">
                      <a:moveTo>
                        <a:pt x="484" y="1772"/>
                      </a:moveTo>
                      <a:cubicBezTo>
                        <a:pt x="554" y="1687"/>
                        <a:pt x="608" y="1586"/>
                        <a:pt x="693" y="1513"/>
                      </a:cubicBezTo>
                      <a:cubicBezTo>
                        <a:pt x="769" y="1447"/>
                        <a:pt x="858" y="1440"/>
                        <a:pt x="954" y="1440"/>
                      </a:cubicBezTo>
                      <a:cubicBezTo>
                        <a:pt x="1060" y="1440"/>
                        <a:pt x="1147" y="1398"/>
                        <a:pt x="1222" y="1324"/>
                      </a:cubicBezTo>
                      <a:cubicBezTo>
                        <a:pt x="1281" y="1267"/>
                        <a:pt x="1330" y="1199"/>
                        <a:pt x="1397" y="1150"/>
                      </a:cubicBezTo>
                      <a:cubicBezTo>
                        <a:pt x="1470" y="1097"/>
                        <a:pt x="1554" y="1074"/>
                        <a:pt x="1643" y="1065"/>
                      </a:cubicBezTo>
                      <a:cubicBezTo>
                        <a:pt x="1688" y="1061"/>
                        <a:pt x="1731" y="1048"/>
                        <a:pt x="1770" y="1026"/>
                      </a:cubicBezTo>
                      <a:cubicBezTo>
                        <a:pt x="1783" y="1018"/>
                        <a:pt x="1795" y="1010"/>
                        <a:pt x="1806" y="1001"/>
                      </a:cubicBezTo>
                      <a:cubicBezTo>
                        <a:pt x="1850" y="967"/>
                        <a:pt x="1873" y="916"/>
                        <a:pt x="1900" y="869"/>
                      </a:cubicBezTo>
                      <a:cubicBezTo>
                        <a:pt x="1949" y="785"/>
                        <a:pt x="2041" y="730"/>
                        <a:pt x="2118" y="675"/>
                      </a:cubicBezTo>
                      <a:cubicBezTo>
                        <a:pt x="2399" y="475"/>
                        <a:pt x="2542" y="309"/>
                        <a:pt x="2718" y="0"/>
                      </a:cubicBezTo>
                      <a:cubicBezTo>
                        <a:pt x="2795" y="43"/>
                        <a:pt x="2818" y="139"/>
                        <a:pt x="2841" y="236"/>
                      </a:cubicBezTo>
                      <a:cubicBezTo>
                        <a:pt x="2883" y="205"/>
                        <a:pt x="2952" y="193"/>
                        <a:pt x="2989" y="138"/>
                      </a:cubicBezTo>
                      <a:cubicBezTo>
                        <a:pt x="3094" y="345"/>
                        <a:pt x="3295" y="608"/>
                        <a:pt x="3486" y="309"/>
                      </a:cubicBezTo>
                      <a:cubicBezTo>
                        <a:pt x="3658" y="653"/>
                        <a:pt x="3924" y="556"/>
                        <a:pt x="4175" y="733"/>
                      </a:cubicBezTo>
                      <a:cubicBezTo>
                        <a:pt x="4246" y="783"/>
                        <a:pt x="4312" y="786"/>
                        <a:pt x="4381" y="730"/>
                      </a:cubicBezTo>
                      <a:cubicBezTo>
                        <a:pt x="4381" y="729"/>
                        <a:pt x="4382" y="729"/>
                        <a:pt x="4382" y="728"/>
                      </a:cubicBezTo>
                      <a:cubicBezTo>
                        <a:pt x="4384" y="728"/>
                        <a:pt x="4385" y="727"/>
                        <a:pt x="4387" y="727"/>
                      </a:cubicBezTo>
                      <a:cubicBezTo>
                        <a:pt x="4388" y="727"/>
                        <a:pt x="4390" y="728"/>
                        <a:pt x="4391" y="728"/>
                      </a:cubicBezTo>
                      <a:lnTo>
                        <a:pt x="5498" y="1313"/>
                      </a:lnTo>
                      <a:lnTo>
                        <a:pt x="5552" y="1341"/>
                      </a:lnTo>
                      <a:cubicBezTo>
                        <a:pt x="5553" y="1342"/>
                        <a:pt x="5554" y="1343"/>
                        <a:pt x="5555" y="1344"/>
                      </a:cubicBezTo>
                      <a:cubicBezTo>
                        <a:pt x="5556" y="1346"/>
                        <a:pt x="5556" y="1347"/>
                        <a:pt x="5556" y="1349"/>
                      </a:cubicBezTo>
                      <a:cubicBezTo>
                        <a:pt x="5556" y="1350"/>
                        <a:pt x="5556" y="1352"/>
                        <a:pt x="5555" y="1353"/>
                      </a:cubicBezTo>
                      <a:lnTo>
                        <a:pt x="5555" y="1353"/>
                      </a:lnTo>
                      <a:cubicBezTo>
                        <a:pt x="5329" y="1707"/>
                        <a:pt x="5100" y="2058"/>
                        <a:pt x="4863" y="2405"/>
                      </a:cubicBezTo>
                      <a:cubicBezTo>
                        <a:pt x="4794" y="2506"/>
                        <a:pt x="4724" y="2607"/>
                        <a:pt x="4651" y="2707"/>
                      </a:cubicBezTo>
                      <a:cubicBezTo>
                        <a:pt x="4609" y="2769"/>
                        <a:pt x="4562" y="2828"/>
                        <a:pt x="4511" y="2884"/>
                      </a:cubicBezTo>
                      <a:cubicBezTo>
                        <a:pt x="4505" y="2890"/>
                        <a:pt x="4498" y="2896"/>
                        <a:pt x="4490" y="2900"/>
                      </a:cubicBezTo>
                      <a:cubicBezTo>
                        <a:pt x="4477" y="2907"/>
                        <a:pt x="4463" y="2912"/>
                        <a:pt x="4448" y="2912"/>
                      </a:cubicBezTo>
                      <a:cubicBezTo>
                        <a:pt x="4399" y="2919"/>
                        <a:pt x="4350" y="2928"/>
                        <a:pt x="4302" y="2936"/>
                      </a:cubicBezTo>
                      <a:cubicBezTo>
                        <a:pt x="3839" y="3016"/>
                        <a:pt x="3378" y="3104"/>
                        <a:pt x="2917" y="3190"/>
                      </a:cubicBezTo>
                      <a:cubicBezTo>
                        <a:pt x="2393" y="3287"/>
                        <a:pt x="1870" y="3387"/>
                        <a:pt x="1348" y="3487"/>
                      </a:cubicBezTo>
                      <a:cubicBezTo>
                        <a:pt x="1215" y="3513"/>
                        <a:pt x="1082" y="3537"/>
                        <a:pt x="950" y="3567"/>
                      </a:cubicBezTo>
                      <a:cubicBezTo>
                        <a:pt x="918" y="3574"/>
                        <a:pt x="902" y="3576"/>
                        <a:pt x="873" y="3553"/>
                      </a:cubicBezTo>
                      <a:cubicBezTo>
                        <a:pt x="805" y="3499"/>
                        <a:pt x="750" y="3425"/>
                        <a:pt x="697" y="3358"/>
                      </a:cubicBezTo>
                      <a:cubicBezTo>
                        <a:pt x="447" y="3042"/>
                        <a:pt x="222" y="2704"/>
                        <a:pt x="1" y="2366"/>
                      </a:cubicBezTo>
                      <a:lnTo>
                        <a:pt x="1" y="2366"/>
                      </a:lnTo>
                      <a:cubicBezTo>
                        <a:pt x="0" y="2365"/>
                        <a:pt x="0" y="2363"/>
                        <a:pt x="0" y="2361"/>
                      </a:cubicBezTo>
                      <a:cubicBezTo>
                        <a:pt x="0" y="2360"/>
                        <a:pt x="0" y="2358"/>
                        <a:pt x="1" y="2357"/>
                      </a:cubicBezTo>
                      <a:cubicBezTo>
                        <a:pt x="2" y="2356"/>
                        <a:pt x="2" y="2356"/>
                        <a:pt x="3" y="2355"/>
                      </a:cubicBezTo>
                      <a:cubicBezTo>
                        <a:pt x="172" y="2168"/>
                        <a:pt x="324" y="1967"/>
                        <a:pt x="484" y="177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6" name="Google Shape;276;p18"/>
              <p:cNvSpPr/>
              <p:nvPr/>
            </p:nvSpPr>
            <p:spPr>
              <a:xfrm>
                <a:off x="8127116" y="4402252"/>
                <a:ext cx="845306" cy="121274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496" extrusionOk="0">
                    <a:moveTo>
                      <a:pt x="2755" y="340"/>
                    </a:moveTo>
                    <a:lnTo>
                      <a:pt x="2755" y="340"/>
                    </a:lnTo>
                    <a:cubicBezTo>
                      <a:pt x="2786" y="330"/>
                      <a:pt x="2819" y="325"/>
                      <a:pt x="2853" y="325"/>
                    </a:cubicBezTo>
                    <a:cubicBezTo>
                      <a:pt x="2853" y="325"/>
                      <a:pt x="2854" y="325"/>
                      <a:pt x="2855" y="325"/>
                    </a:cubicBezTo>
                    <a:cubicBezTo>
                      <a:pt x="2886" y="327"/>
                      <a:pt x="2913" y="345"/>
                      <a:pt x="2941" y="357"/>
                    </a:cubicBezTo>
                    <a:lnTo>
                      <a:pt x="2941" y="357"/>
                    </a:lnTo>
                    <a:cubicBezTo>
                      <a:pt x="2994" y="379"/>
                      <a:pt x="3050" y="394"/>
                      <a:pt x="3107" y="401"/>
                    </a:cubicBezTo>
                    <a:cubicBezTo>
                      <a:pt x="3221" y="422"/>
                      <a:pt x="3348" y="431"/>
                      <a:pt x="3457" y="473"/>
                    </a:cubicBezTo>
                    <a:cubicBezTo>
                      <a:pt x="2708" y="489"/>
                      <a:pt x="1968" y="477"/>
                      <a:pt x="1221" y="493"/>
                    </a:cubicBezTo>
                    <a:cubicBezTo>
                      <a:pt x="814" y="502"/>
                      <a:pt x="405" y="491"/>
                      <a:pt x="0" y="464"/>
                    </a:cubicBezTo>
                    <a:cubicBezTo>
                      <a:pt x="211" y="411"/>
                      <a:pt x="416" y="375"/>
                      <a:pt x="628" y="334"/>
                    </a:cubicBezTo>
                    <a:lnTo>
                      <a:pt x="628" y="334"/>
                    </a:lnTo>
                    <a:cubicBezTo>
                      <a:pt x="646" y="332"/>
                      <a:pt x="663" y="326"/>
                      <a:pt x="679" y="317"/>
                    </a:cubicBezTo>
                    <a:cubicBezTo>
                      <a:pt x="682" y="315"/>
                      <a:pt x="684" y="314"/>
                      <a:pt x="687" y="313"/>
                    </a:cubicBezTo>
                    <a:lnTo>
                      <a:pt x="687" y="313"/>
                    </a:lnTo>
                    <a:cubicBezTo>
                      <a:pt x="702" y="297"/>
                      <a:pt x="715" y="280"/>
                      <a:pt x="726" y="262"/>
                    </a:cubicBezTo>
                    <a:lnTo>
                      <a:pt x="726" y="262"/>
                    </a:lnTo>
                    <a:cubicBezTo>
                      <a:pt x="736" y="249"/>
                      <a:pt x="750" y="239"/>
                      <a:pt x="763" y="231"/>
                    </a:cubicBezTo>
                    <a:cubicBezTo>
                      <a:pt x="784" y="219"/>
                      <a:pt x="806" y="213"/>
                      <a:pt x="829" y="213"/>
                    </a:cubicBezTo>
                    <a:cubicBezTo>
                      <a:pt x="845" y="213"/>
                      <a:pt x="862" y="216"/>
                      <a:pt x="877" y="221"/>
                    </a:cubicBezTo>
                    <a:lnTo>
                      <a:pt x="877" y="221"/>
                    </a:lnTo>
                    <a:cubicBezTo>
                      <a:pt x="924" y="169"/>
                      <a:pt x="979" y="124"/>
                      <a:pt x="1039" y="90"/>
                    </a:cubicBezTo>
                    <a:cubicBezTo>
                      <a:pt x="1141" y="30"/>
                      <a:pt x="1257" y="0"/>
                      <a:pt x="1375" y="0"/>
                    </a:cubicBezTo>
                    <a:cubicBezTo>
                      <a:pt x="1390" y="0"/>
                      <a:pt x="1406" y="1"/>
                      <a:pt x="1421" y="2"/>
                    </a:cubicBezTo>
                    <a:cubicBezTo>
                      <a:pt x="1560" y="12"/>
                      <a:pt x="1709" y="84"/>
                      <a:pt x="1747" y="218"/>
                    </a:cubicBezTo>
                    <a:lnTo>
                      <a:pt x="1747" y="218"/>
                    </a:lnTo>
                    <a:cubicBezTo>
                      <a:pt x="1794" y="205"/>
                      <a:pt x="1842" y="199"/>
                      <a:pt x="1891" y="199"/>
                    </a:cubicBezTo>
                    <a:cubicBezTo>
                      <a:pt x="1952" y="199"/>
                      <a:pt x="2012" y="209"/>
                      <a:pt x="2069" y="229"/>
                    </a:cubicBezTo>
                    <a:lnTo>
                      <a:pt x="2069" y="229"/>
                    </a:lnTo>
                    <a:cubicBezTo>
                      <a:pt x="2104" y="244"/>
                      <a:pt x="2140" y="255"/>
                      <a:pt x="2177" y="264"/>
                    </a:cubicBezTo>
                    <a:cubicBezTo>
                      <a:pt x="2309" y="284"/>
                      <a:pt x="2410" y="218"/>
                      <a:pt x="2544" y="270"/>
                    </a:cubicBezTo>
                    <a:cubicBezTo>
                      <a:pt x="2588" y="288"/>
                      <a:pt x="2631" y="332"/>
                      <a:pt x="2677" y="342"/>
                    </a:cubicBezTo>
                    <a:lnTo>
                      <a:pt x="2677" y="342"/>
                    </a:lnTo>
                    <a:cubicBezTo>
                      <a:pt x="2688" y="344"/>
                      <a:pt x="2699" y="345"/>
                      <a:pt x="2710" y="345"/>
                    </a:cubicBezTo>
                    <a:cubicBezTo>
                      <a:pt x="2725" y="345"/>
                      <a:pt x="2740" y="343"/>
                      <a:pt x="2755" y="3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8002529" y="4859879"/>
                <a:ext cx="935249" cy="292049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1294" extrusionOk="0">
                    <a:moveTo>
                      <a:pt x="3951" y="1289"/>
                    </a:moveTo>
                    <a:cubicBezTo>
                      <a:pt x="3984" y="1289"/>
                      <a:pt x="3880" y="1167"/>
                      <a:pt x="3790" y="1172"/>
                    </a:cubicBezTo>
                    <a:lnTo>
                      <a:pt x="4144" y="1160"/>
                    </a:lnTo>
                    <a:lnTo>
                      <a:pt x="4144" y="1160"/>
                    </a:lnTo>
                    <a:cubicBezTo>
                      <a:pt x="4050" y="1126"/>
                      <a:pt x="3952" y="1101"/>
                      <a:pt x="3853" y="1086"/>
                    </a:cubicBezTo>
                    <a:cubicBezTo>
                      <a:pt x="3911" y="1077"/>
                      <a:pt x="3969" y="1065"/>
                      <a:pt x="4027" y="1050"/>
                    </a:cubicBezTo>
                    <a:cubicBezTo>
                      <a:pt x="4044" y="1046"/>
                      <a:pt x="4063" y="1039"/>
                      <a:pt x="4067" y="1021"/>
                    </a:cubicBezTo>
                    <a:cubicBezTo>
                      <a:pt x="4073" y="994"/>
                      <a:pt x="4041" y="978"/>
                      <a:pt x="4016" y="975"/>
                    </a:cubicBezTo>
                    <a:lnTo>
                      <a:pt x="4016" y="975"/>
                    </a:lnTo>
                    <a:cubicBezTo>
                      <a:pt x="3996" y="972"/>
                      <a:pt x="3976" y="971"/>
                      <a:pt x="3956" y="971"/>
                    </a:cubicBezTo>
                    <a:cubicBezTo>
                      <a:pt x="3901" y="971"/>
                      <a:pt x="3846" y="981"/>
                      <a:pt x="3795" y="1001"/>
                    </a:cubicBezTo>
                    <a:lnTo>
                      <a:pt x="3795" y="1001"/>
                    </a:lnTo>
                    <a:cubicBezTo>
                      <a:pt x="3832" y="988"/>
                      <a:pt x="3868" y="971"/>
                      <a:pt x="3903" y="951"/>
                    </a:cubicBezTo>
                    <a:cubicBezTo>
                      <a:pt x="3927" y="938"/>
                      <a:pt x="3950" y="922"/>
                      <a:pt x="3971" y="906"/>
                    </a:cubicBezTo>
                    <a:cubicBezTo>
                      <a:pt x="3992" y="890"/>
                      <a:pt x="4012" y="856"/>
                      <a:pt x="3991" y="841"/>
                    </a:cubicBezTo>
                    <a:lnTo>
                      <a:pt x="3991" y="841"/>
                    </a:lnTo>
                    <a:cubicBezTo>
                      <a:pt x="3986" y="838"/>
                      <a:pt x="3980" y="837"/>
                      <a:pt x="3974" y="837"/>
                    </a:cubicBezTo>
                    <a:cubicBezTo>
                      <a:pt x="3971" y="837"/>
                      <a:pt x="3967" y="837"/>
                      <a:pt x="3964" y="838"/>
                    </a:cubicBezTo>
                    <a:lnTo>
                      <a:pt x="3964" y="838"/>
                    </a:lnTo>
                    <a:cubicBezTo>
                      <a:pt x="3887" y="851"/>
                      <a:pt x="3813" y="875"/>
                      <a:pt x="3743" y="911"/>
                    </a:cubicBezTo>
                    <a:lnTo>
                      <a:pt x="3743" y="911"/>
                    </a:lnTo>
                    <a:cubicBezTo>
                      <a:pt x="3748" y="908"/>
                      <a:pt x="3752" y="906"/>
                      <a:pt x="3756" y="903"/>
                    </a:cubicBezTo>
                    <a:cubicBezTo>
                      <a:pt x="3836" y="858"/>
                      <a:pt x="3902" y="792"/>
                      <a:pt x="3948" y="712"/>
                    </a:cubicBezTo>
                    <a:cubicBezTo>
                      <a:pt x="3965" y="683"/>
                      <a:pt x="3979" y="652"/>
                      <a:pt x="3990" y="620"/>
                    </a:cubicBezTo>
                    <a:lnTo>
                      <a:pt x="3990" y="620"/>
                    </a:lnTo>
                    <a:cubicBezTo>
                      <a:pt x="3939" y="683"/>
                      <a:pt x="3877" y="737"/>
                      <a:pt x="3806" y="777"/>
                    </a:cubicBezTo>
                    <a:cubicBezTo>
                      <a:pt x="3737" y="817"/>
                      <a:pt x="3662" y="843"/>
                      <a:pt x="3583" y="856"/>
                    </a:cubicBezTo>
                    <a:cubicBezTo>
                      <a:pt x="3648" y="816"/>
                      <a:pt x="3712" y="773"/>
                      <a:pt x="3774" y="728"/>
                    </a:cubicBezTo>
                    <a:lnTo>
                      <a:pt x="3774" y="728"/>
                    </a:lnTo>
                    <a:lnTo>
                      <a:pt x="3774" y="727"/>
                    </a:lnTo>
                    <a:cubicBezTo>
                      <a:pt x="3783" y="723"/>
                      <a:pt x="3789" y="716"/>
                      <a:pt x="3794" y="708"/>
                    </a:cubicBezTo>
                    <a:cubicBezTo>
                      <a:pt x="3796" y="704"/>
                      <a:pt x="3798" y="700"/>
                      <a:pt x="3799" y="696"/>
                    </a:cubicBezTo>
                    <a:cubicBezTo>
                      <a:pt x="3803" y="666"/>
                      <a:pt x="3765" y="653"/>
                      <a:pt x="3737" y="654"/>
                    </a:cubicBezTo>
                    <a:lnTo>
                      <a:pt x="3737" y="654"/>
                    </a:lnTo>
                    <a:cubicBezTo>
                      <a:pt x="3661" y="658"/>
                      <a:pt x="3586" y="679"/>
                      <a:pt x="3519" y="715"/>
                    </a:cubicBezTo>
                    <a:lnTo>
                      <a:pt x="3519" y="715"/>
                    </a:lnTo>
                    <a:cubicBezTo>
                      <a:pt x="3539" y="706"/>
                      <a:pt x="3559" y="697"/>
                      <a:pt x="3579" y="685"/>
                    </a:cubicBezTo>
                    <a:cubicBezTo>
                      <a:pt x="3655" y="642"/>
                      <a:pt x="3719" y="577"/>
                      <a:pt x="3763" y="501"/>
                    </a:cubicBezTo>
                    <a:cubicBezTo>
                      <a:pt x="3778" y="475"/>
                      <a:pt x="3790" y="448"/>
                      <a:pt x="3801" y="421"/>
                    </a:cubicBezTo>
                    <a:lnTo>
                      <a:pt x="3801" y="421"/>
                    </a:lnTo>
                    <a:cubicBezTo>
                      <a:pt x="3731" y="424"/>
                      <a:pt x="3664" y="443"/>
                      <a:pt x="3604" y="478"/>
                    </a:cubicBezTo>
                    <a:cubicBezTo>
                      <a:pt x="3538" y="516"/>
                      <a:pt x="3484" y="570"/>
                      <a:pt x="3446" y="636"/>
                    </a:cubicBezTo>
                    <a:cubicBezTo>
                      <a:pt x="3444" y="639"/>
                      <a:pt x="3443" y="641"/>
                      <a:pt x="3441" y="644"/>
                    </a:cubicBezTo>
                    <a:cubicBezTo>
                      <a:pt x="3454" y="610"/>
                      <a:pt x="3484" y="586"/>
                      <a:pt x="3500" y="552"/>
                    </a:cubicBezTo>
                    <a:cubicBezTo>
                      <a:pt x="3516" y="519"/>
                      <a:pt x="3504" y="465"/>
                      <a:pt x="3469" y="466"/>
                    </a:cubicBezTo>
                    <a:lnTo>
                      <a:pt x="3469" y="466"/>
                    </a:lnTo>
                    <a:cubicBezTo>
                      <a:pt x="3461" y="467"/>
                      <a:pt x="3453" y="469"/>
                      <a:pt x="3446" y="473"/>
                    </a:cubicBezTo>
                    <a:cubicBezTo>
                      <a:pt x="3444" y="474"/>
                      <a:pt x="3442" y="476"/>
                      <a:pt x="3440" y="477"/>
                    </a:cubicBezTo>
                    <a:lnTo>
                      <a:pt x="3440" y="477"/>
                    </a:lnTo>
                    <a:cubicBezTo>
                      <a:pt x="3413" y="496"/>
                      <a:pt x="3389" y="519"/>
                      <a:pt x="3371" y="547"/>
                    </a:cubicBezTo>
                    <a:lnTo>
                      <a:pt x="3371" y="547"/>
                    </a:lnTo>
                    <a:cubicBezTo>
                      <a:pt x="3400" y="485"/>
                      <a:pt x="3415" y="416"/>
                      <a:pt x="3415" y="347"/>
                    </a:cubicBezTo>
                    <a:cubicBezTo>
                      <a:pt x="3415" y="340"/>
                      <a:pt x="3415" y="332"/>
                      <a:pt x="3415" y="325"/>
                    </a:cubicBezTo>
                    <a:cubicBezTo>
                      <a:pt x="3275" y="385"/>
                      <a:pt x="3176" y="541"/>
                      <a:pt x="3174" y="703"/>
                    </a:cubicBezTo>
                    <a:lnTo>
                      <a:pt x="3174" y="703"/>
                    </a:lnTo>
                    <a:cubicBezTo>
                      <a:pt x="3175" y="696"/>
                      <a:pt x="3175" y="689"/>
                      <a:pt x="3175" y="682"/>
                    </a:cubicBezTo>
                    <a:cubicBezTo>
                      <a:pt x="3175" y="604"/>
                      <a:pt x="3155" y="527"/>
                      <a:pt x="3118" y="459"/>
                    </a:cubicBezTo>
                    <a:cubicBezTo>
                      <a:pt x="3065" y="603"/>
                      <a:pt x="3039" y="781"/>
                      <a:pt x="2894" y="849"/>
                    </a:cubicBezTo>
                    <a:lnTo>
                      <a:pt x="2894" y="849"/>
                    </a:lnTo>
                    <a:cubicBezTo>
                      <a:pt x="2897" y="847"/>
                      <a:pt x="2900" y="846"/>
                      <a:pt x="2904" y="844"/>
                    </a:cubicBezTo>
                    <a:cubicBezTo>
                      <a:pt x="2928" y="830"/>
                      <a:pt x="2948" y="810"/>
                      <a:pt x="2962" y="786"/>
                    </a:cubicBezTo>
                    <a:cubicBezTo>
                      <a:pt x="2966" y="779"/>
                      <a:pt x="2969" y="771"/>
                      <a:pt x="2972" y="764"/>
                    </a:cubicBezTo>
                    <a:lnTo>
                      <a:pt x="2972" y="764"/>
                    </a:lnTo>
                    <a:cubicBezTo>
                      <a:pt x="2906" y="770"/>
                      <a:pt x="2841" y="788"/>
                      <a:pt x="2781" y="817"/>
                    </a:cubicBezTo>
                    <a:lnTo>
                      <a:pt x="2781" y="817"/>
                    </a:lnTo>
                    <a:cubicBezTo>
                      <a:pt x="2789" y="813"/>
                      <a:pt x="2797" y="808"/>
                      <a:pt x="2804" y="804"/>
                    </a:cubicBezTo>
                    <a:cubicBezTo>
                      <a:pt x="2883" y="758"/>
                      <a:pt x="2950" y="696"/>
                      <a:pt x="3000" y="620"/>
                    </a:cubicBezTo>
                    <a:cubicBezTo>
                      <a:pt x="2895" y="608"/>
                      <a:pt x="2797" y="672"/>
                      <a:pt x="2708" y="733"/>
                    </a:cubicBezTo>
                    <a:lnTo>
                      <a:pt x="2708" y="733"/>
                    </a:lnTo>
                    <a:cubicBezTo>
                      <a:pt x="2751" y="702"/>
                      <a:pt x="2786" y="663"/>
                      <a:pt x="2813" y="617"/>
                    </a:cubicBezTo>
                    <a:cubicBezTo>
                      <a:pt x="2830" y="588"/>
                      <a:pt x="2843" y="556"/>
                      <a:pt x="2851" y="523"/>
                    </a:cubicBezTo>
                    <a:cubicBezTo>
                      <a:pt x="2856" y="503"/>
                      <a:pt x="2855" y="475"/>
                      <a:pt x="2836" y="470"/>
                    </a:cubicBezTo>
                    <a:lnTo>
                      <a:pt x="2836" y="470"/>
                    </a:lnTo>
                    <a:cubicBezTo>
                      <a:pt x="2835" y="470"/>
                      <a:pt x="2835" y="470"/>
                      <a:pt x="2834" y="470"/>
                    </a:cubicBezTo>
                    <a:cubicBezTo>
                      <a:pt x="2828" y="470"/>
                      <a:pt x="2822" y="472"/>
                      <a:pt x="2817" y="475"/>
                    </a:cubicBezTo>
                    <a:cubicBezTo>
                      <a:pt x="2815" y="476"/>
                      <a:pt x="2813" y="477"/>
                      <a:pt x="2812" y="478"/>
                    </a:cubicBezTo>
                    <a:lnTo>
                      <a:pt x="2812" y="478"/>
                    </a:lnTo>
                    <a:cubicBezTo>
                      <a:pt x="2757" y="515"/>
                      <a:pt x="2709" y="562"/>
                      <a:pt x="2670" y="615"/>
                    </a:cubicBezTo>
                    <a:lnTo>
                      <a:pt x="2670" y="615"/>
                    </a:lnTo>
                    <a:cubicBezTo>
                      <a:pt x="2694" y="589"/>
                      <a:pt x="2714" y="560"/>
                      <a:pt x="2732" y="529"/>
                    </a:cubicBezTo>
                    <a:cubicBezTo>
                      <a:pt x="2776" y="452"/>
                      <a:pt x="2800" y="364"/>
                      <a:pt x="2800" y="275"/>
                    </a:cubicBezTo>
                    <a:cubicBezTo>
                      <a:pt x="2800" y="269"/>
                      <a:pt x="2800" y="263"/>
                      <a:pt x="2800" y="256"/>
                    </a:cubicBezTo>
                    <a:lnTo>
                      <a:pt x="2800" y="256"/>
                    </a:lnTo>
                    <a:cubicBezTo>
                      <a:pt x="2788" y="285"/>
                      <a:pt x="2774" y="312"/>
                      <a:pt x="2759" y="339"/>
                    </a:cubicBezTo>
                    <a:cubicBezTo>
                      <a:pt x="2691" y="457"/>
                      <a:pt x="2593" y="555"/>
                      <a:pt x="2474" y="623"/>
                    </a:cubicBezTo>
                    <a:cubicBezTo>
                      <a:pt x="2468" y="626"/>
                      <a:pt x="2462" y="630"/>
                      <a:pt x="2456" y="633"/>
                    </a:cubicBezTo>
                    <a:lnTo>
                      <a:pt x="2456" y="633"/>
                    </a:lnTo>
                    <a:cubicBezTo>
                      <a:pt x="2522" y="583"/>
                      <a:pt x="2577" y="520"/>
                      <a:pt x="2618" y="449"/>
                    </a:cubicBezTo>
                    <a:cubicBezTo>
                      <a:pt x="2632" y="425"/>
                      <a:pt x="2644" y="401"/>
                      <a:pt x="2654" y="375"/>
                    </a:cubicBezTo>
                    <a:cubicBezTo>
                      <a:pt x="2665" y="349"/>
                      <a:pt x="2670" y="309"/>
                      <a:pt x="2645" y="299"/>
                    </a:cubicBezTo>
                    <a:lnTo>
                      <a:pt x="2645" y="299"/>
                    </a:lnTo>
                    <a:cubicBezTo>
                      <a:pt x="2641" y="298"/>
                      <a:pt x="2637" y="298"/>
                      <a:pt x="2633" y="298"/>
                    </a:cubicBezTo>
                    <a:cubicBezTo>
                      <a:pt x="2625" y="298"/>
                      <a:pt x="2617" y="300"/>
                      <a:pt x="2610" y="303"/>
                    </a:cubicBezTo>
                    <a:lnTo>
                      <a:pt x="2610" y="303"/>
                    </a:lnTo>
                    <a:cubicBezTo>
                      <a:pt x="2580" y="315"/>
                      <a:pt x="2550" y="329"/>
                      <a:pt x="2522" y="346"/>
                    </a:cubicBezTo>
                    <a:cubicBezTo>
                      <a:pt x="2516" y="349"/>
                      <a:pt x="2510" y="353"/>
                      <a:pt x="2505" y="356"/>
                    </a:cubicBezTo>
                    <a:lnTo>
                      <a:pt x="2505" y="356"/>
                    </a:lnTo>
                    <a:cubicBezTo>
                      <a:pt x="2571" y="284"/>
                      <a:pt x="2629" y="205"/>
                      <a:pt x="2678" y="120"/>
                    </a:cubicBezTo>
                    <a:cubicBezTo>
                      <a:pt x="2686" y="106"/>
                      <a:pt x="2694" y="92"/>
                      <a:pt x="2702" y="78"/>
                    </a:cubicBezTo>
                    <a:lnTo>
                      <a:pt x="2702" y="78"/>
                    </a:lnTo>
                    <a:cubicBezTo>
                      <a:pt x="2703" y="76"/>
                      <a:pt x="2704" y="75"/>
                      <a:pt x="2704" y="74"/>
                    </a:cubicBezTo>
                    <a:cubicBezTo>
                      <a:pt x="2709" y="67"/>
                      <a:pt x="2711" y="59"/>
                      <a:pt x="2711" y="50"/>
                    </a:cubicBezTo>
                    <a:cubicBezTo>
                      <a:pt x="2711" y="46"/>
                      <a:pt x="2710" y="43"/>
                      <a:pt x="2709" y="39"/>
                    </a:cubicBezTo>
                    <a:cubicBezTo>
                      <a:pt x="2700" y="17"/>
                      <a:pt x="2669" y="24"/>
                      <a:pt x="2649" y="36"/>
                    </a:cubicBezTo>
                    <a:lnTo>
                      <a:pt x="2649" y="36"/>
                    </a:lnTo>
                    <a:cubicBezTo>
                      <a:pt x="2528" y="110"/>
                      <a:pt x="2428" y="214"/>
                      <a:pt x="2357" y="336"/>
                    </a:cubicBezTo>
                    <a:cubicBezTo>
                      <a:pt x="2333" y="378"/>
                      <a:pt x="2313" y="421"/>
                      <a:pt x="2296" y="465"/>
                    </a:cubicBezTo>
                    <a:lnTo>
                      <a:pt x="2353" y="204"/>
                    </a:lnTo>
                    <a:cubicBezTo>
                      <a:pt x="2195" y="317"/>
                      <a:pt x="2124" y="528"/>
                      <a:pt x="2080" y="718"/>
                    </a:cubicBezTo>
                    <a:cubicBezTo>
                      <a:pt x="2053" y="667"/>
                      <a:pt x="2060" y="605"/>
                      <a:pt x="2051" y="547"/>
                    </a:cubicBezTo>
                    <a:cubicBezTo>
                      <a:pt x="2043" y="490"/>
                      <a:pt x="2004" y="425"/>
                      <a:pt x="1950" y="431"/>
                    </a:cubicBezTo>
                    <a:cubicBezTo>
                      <a:pt x="1911" y="436"/>
                      <a:pt x="1883" y="476"/>
                      <a:pt x="1870" y="516"/>
                    </a:cubicBezTo>
                    <a:lnTo>
                      <a:pt x="1870" y="516"/>
                    </a:lnTo>
                    <a:cubicBezTo>
                      <a:pt x="1861" y="557"/>
                      <a:pt x="1847" y="597"/>
                      <a:pt x="1829" y="634"/>
                    </a:cubicBezTo>
                    <a:lnTo>
                      <a:pt x="1721" y="286"/>
                    </a:lnTo>
                    <a:lnTo>
                      <a:pt x="1721" y="286"/>
                    </a:lnTo>
                    <a:cubicBezTo>
                      <a:pt x="1682" y="425"/>
                      <a:pt x="1626" y="558"/>
                      <a:pt x="1554" y="683"/>
                    </a:cubicBezTo>
                    <a:cubicBezTo>
                      <a:pt x="1538" y="712"/>
                      <a:pt x="1520" y="740"/>
                      <a:pt x="1502" y="768"/>
                    </a:cubicBezTo>
                    <a:cubicBezTo>
                      <a:pt x="1469" y="751"/>
                      <a:pt x="1496" y="699"/>
                      <a:pt x="1498" y="660"/>
                    </a:cubicBezTo>
                    <a:lnTo>
                      <a:pt x="1498" y="660"/>
                    </a:lnTo>
                    <a:cubicBezTo>
                      <a:pt x="1498" y="646"/>
                      <a:pt x="1494" y="632"/>
                      <a:pt x="1486" y="619"/>
                    </a:cubicBezTo>
                    <a:cubicBezTo>
                      <a:pt x="1478" y="605"/>
                      <a:pt x="1467" y="594"/>
                      <a:pt x="1453" y="586"/>
                    </a:cubicBezTo>
                    <a:cubicBezTo>
                      <a:pt x="1441" y="579"/>
                      <a:pt x="1426" y="575"/>
                      <a:pt x="1411" y="574"/>
                    </a:cubicBezTo>
                    <a:lnTo>
                      <a:pt x="1411" y="574"/>
                    </a:lnTo>
                    <a:cubicBezTo>
                      <a:pt x="1373" y="576"/>
                      <a:pt x="1335" y="587"/>
                      <a:pt x="1301" y="606"/>
                    </a:cubicBezTo>
                    <a:cubicBezTo>
                      <a:pt x="1296" y="609"/>
                      <a:pt x="1292" y="612"/>
                      <a:pt x="1287" y="615"/>
                    </a:cubicBezTo>
                    <a:lnTo>
                      <a:pt x="1287" y="615"/>
                    </a:lnTo>
                    <a:cubicBezTo>
                      <a:pt x="1366" y="539"/>
                      <a:pt x="1437" y="455"/>
                      <a:pt x="1499" y="364"/>
                    </a:cubicBezTo>
                    <a:lnTo>
                      <a:pt x="1499" y="364"/>
                    </a:lnTo>
                    <a:cubicBezTo>
                      <a:pt x="1501" y="362"/>
                      <a:pt x="1503" y="359"/>
                      <a:pt x="1505" y="355"/>
                    </a:cubicBezTo>
                    <a:cubicBezTo>
                      <a:pt x="1510" y="347"/>
                      <a:pt x="1513" y="337"/>
                      <a:pt x="1513" y="326"/>
                    </a:cubicBezTo>
                    <a:cubicBezTo>
                      <a:pt x="1513" y="325"/>
                      <a:pt x="1513" y="323"/>
                      <a:pt x="1513" y="322"/>
                    </a:cubicBezTo>
                    <a:cubicBezTo>
                      <a:pt x="1507" y="298"/>
                      <a:pt x="1478" y="293"/>
                      <a:pt x="1454" y="295"/>
                    </a:cubicBezTo>
                    <a:lnTo>
                      <a:pt x="1454" y="295"/>
                    </a:lnTo>
                    <a:cubicBezTo>
                      <a:pt x="1368" y="302"/>
                      <a:pt x="1284" y="328"/>
                      <a:pt x="1209" y="371"/>
                    </a:cubicBezTo>
                    <a:cubicBezTo>
                      <a:pt x="1193" y="381"/>
                      <a:pt x="1177" y="391"/>
                      <a:pt x="1161" y="402"/>
                    </a:cubicBezTo>
                    <a:cubicBezTo>
                      <a:pt x="1247" y="320"/>
                      <a:pt x="1338" y="227"/>
                      <a:pt x="1357" y="105"/>
                    </a:cubicBezTo>
                    <a:cubicBezTo>
                      <a:pt x="1364" y="65"/>
                      <a:pt x="1355" y="14"/>
                      <a:pt x="1318" y="2"/>
                    </a:cubicBezTo>
                    <a:lnTo>
                      <a:pt x="1318" y="2"/>
                    </a:lnTo>
                    <a:cubicBezTo>
                      <a:pt x="1313" y="1"/>
                      <a:pt x="1307" y="0"/>
                      <a:pt x="1301" y="0"/>
                    </a:cubicBezTo>
                    <a:cubicBezTo>
                      <a:pt x="1290" y="0"/>
                      <a:pt x="1279" y="3"/>
                      <a:pt x="1269" y="7"/>
                    </a:cubicBezTo>
                    <a:cubicBezTo>
                      <a:pt x="1075" y="71"/>
                      <a:pt x="971" y="221"/>
                      <a:pt x="878" y="400"/>
                    </a:cubicBezTo>
                    <a:cubicBezTo>
                      <a:pt x="830" y="313"/>
                      <a:pt x="817" y="221"/>
                      <a:pt x="733" y="153"/>
                    </a:cubicBezTo>
                    <a:lnTo>
                      <a:pt x="740" y="575"/>
                    </a:lnTo>
                    <a:lnTo>
                      <a:pt x="740" y="575"/>
                    </a:lnTo>
                    <a:cubicBezTo>
                      <a:pt x="734" y="563"/>
                      <a:pt x="728" y="552"/>
                      <a:pt x="721" y="540"/>
                    </a:cubicBezTo>
                    <a:cubicBezTo>
                      <a:pt x="662" y="438"/>
                      <a:pt x="585" y="348"/>
                      <a:pt x="494" y="274"/>
                    </a:cubicBezTo>
                    <a:cubicBezTo>
                      <a:pt x="467" y="254"/>
                      <a:pt x="426" y="239"/>
                      <a:pt x="412" y="269"/>
                    </a:cubicBezTo>
                    <a:lnTo>
                      <a:pt x="412" y="269"/>
                    </a:lnTo>
                    <a:cubicBezTo>
                      <a:pt x="410" y="274"/>
                      <a:pt x="409" y="280"/>
                      <a:pt x="409" y="286"/>
                    </a:cubicBezTo>
                    <a:cubicBezTo>
                      <a:pt x="409" y="298"/>
                      <a:pt x="412" y="309"/>
                      <a:pt x="418" y="319"/>
                    </a:cubicBezTo>
                    <a:cubicBezTo>
                      <a:pt x="420" y="322"/>
                      <a:pt x="422" y="325"/>
                      <a:pt x="424" y="328"/>
                    </a:cubicBezTo>
                    <a:lnTo>
                      <a:pt x="640" y="690"/>
                    </a:lnTo>
                    <a:lnTo>
                      <a:pt x="640" y="690"/>
                    </a:lnTo>
                    <a:cubicBezTo>
                      <a:pt x="610" y="667"/>
                      <a:pt x="579" y="646"/>
                      <a:pt x="547" y="627"/>
                    </a:cubicBezTo>
                    <a:cubicBezTo>
                      <a:pt x="510" y="606"/>
                      <a:pt x="472" y="587"/>
                      <a:pt x="432" y="573"/>
                    </a:cubicBezTo>
                    <a:lnTo>
                      <a:pt x="606" y="840"/>
                    </a:lnTo>
                    <a:lnTo>
                      <a:pt x="606" y="840"/>
                    </a:lnTo>
                    <a:cubicBezTo>
                      <a:pt x="599" y="835"/>
                      <a:pt x="593" y="831"/>
                      <a:pt x="585" y="826"/>
                    </a:cubicBezTo>
                    <a:cubicBezTo>
                      <a:pt x="530" y="794"/>
                      <a:pt x="466" y="777"/>
                      <a:pt x="402" y="777"/>
                    </a:cubicBezTo>
                    <a:cubicBezTo>
                      <a:pt x="357" y="777"/>
                      <a:pt x="313" y="786"/>
                      <a:pt x="271" y="802"/>
                    </a:cubicBezTo>
                    <a:lnTo>
                      <a:pt x="512" y="912"/>
                    </a:lnTo>
                    <a:lnTo>
                      <a:pt x="512" y="912"/>
                    </a:lnTo>
                    <a:cubicBezTo>
                      <a:pt x="504" y="911"/>
                      <a:pt x="496" y="911"/>
                      <a:pt x="488" y="911"/>
                    </a:cubicBezTo>
                    <a:cubicBezTo>
                      <a:pt x="405" y="911"/>
                      <a:pt x="322" y="927"/>
                      <a:pt x="244" y="958"/>
                    </a:cubicBezTo>
                    <a:lnTo>
                      <a:pt x="449" y="1064"/>
                    </a:lnTo>
                    <a:cubicBezTo>
                      <a:pt x="374" y="1151"/>
                      <a:pt x="231" y="1102"/>
                      <a:pt x="137" y="1165"/>
                    </a:cubicBezTo>
                    <a:lnTo>
                      <a:pt x="300" y="1213"/>
                    </a:lnTo>
                    <a:lnTo>
                      <a:pt x="0" y="1256"/>
                    </a:lnTo>
                    <a:cubicBezTo>
                      <a:pt x="232" y="1303"/>
                      <a:pt x="3734" y="1296"/>
                      <a:pt x="3951" y="128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18"/>
              <p:cNvSpPr/>
              <p:nvPr/>
            </p:nvSpPr>
            <p:spPr>
              <a:xfrm flipH="1">
                <a:off x="8339463" y="4170108"/>
                <a:ext cx="26136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41" extrusionOk="0">
                    <a:moveTo>
                      <a:pt x="288" y="102"/>
                    </a:moveTo>
                    <a:lnTo>
                      <a:pt x="288" y="102"/>
                    </a:lnTo>
                    <a:cubicBezTo>
                      <a:pt x="288" y="100"/>
                      <a:pt x="288" y="99"/>
                      <a:pt x="288" y="97"/>
                    </a:cubicBezTo>
                    <a:cubicBezTo>
                      <a:pt x="288" y="94"/>
                      <a:pt x="287" y="90"/>
                      <a:pt x="286" y="86"/>
                    </a:cubicBezTo>
                    <a:lnTo>
                      <a:pt x="286" y="86"/>
                    </a:lnTo>
                    <a:cubicBezTo>
                      <a:pt x="283" y="77"/>
                      <a:pt x="281" y="67"/>
                      <a:pt x="281" y="57"/>
                    </a:cubicBezTo>
                    <a:cubicBezTo>
                      <a:pt x="281" y="55"/>
                      <a:pt x="281" y="53"/>
                      <a:pt x="281" y="51"/>
                    </a:cubicBezTo>
                    <a:cubicBezTo>
                      <a:pt x="283" y="42"/>
                      <a:pt x="287" y="34"/>
                      <a:pt x="289" y="26"/>
                    </a:cubicBezTo>
                    <a:lnTo>
                      <a:pt x="289" y="26"/>
                    </a:lnTo>
                    <a:cubicBezTo>
                      <a:pt x="290" y="23"/>
                      <a:pt x="290" y="20"/>
                      <a:pt x="290" y="18"/>
                    </a:cubicBezTo>
                    <a:cubicBezTo>
                      <a:pt x="290" y="12"/>
                      <a:pt x="290" y="8"/>
                      <a:pt x="286" y="3"/>
                    </a:cubicBezTo>
                    <a:cubicBezTo>
                      <a:pt x="286" y="2"/>
                      <a:pt x="285" y="1"/>
                      <a:pt x="284" y="0"/>
                    </a:cubicBezTo>
                    <a:cubicBezTo>
                      <a:pt x="293" y="1"/>
                      <a:pt x="298" y="11"/>
                      <a:pt x="306" y="17"/>
                    </a:cubicBezTo>
                    <a:cubicBezTo>
                      <a:pt x="310" y="20"/>
                      <a:pt x="314" y="23"/>
                      <a:pt x="318" y="25"/>
                    </a:cubicBezTo>
                    <a:cubicBezTo>
                      <a:pt x="335" y="37"/>
                      <a:pt x="335" y="55"/>
                      <a:pt x="344" y="70"/>
                    </a:cubicBezTo>
                    <a:lnTo>
                      <a:pt x="344" y="70"/>
                    </a:lnTo>
                    <a:cubicBezTo>
                      <a:pt x="344" y="70"/>
                      <a:pt x="345" y="71"/>
                      <a:pt x="345" y="72"/>
                    </a:cubicBezTo>
                    <a:cubicBezTo>
                      <a:pt x="350" y="81"/>
                      <a:pt x="358" y="88"/>
                      <a:pt x="367" y="93"/>
                    </a:cubicBezTo>
                    <a:cubicBezTo>
                      <a:pt x="373" y="97"/>
                      <a:pt x="380" y="99"/>
                      <a:pt x="387" y="101"/>
                    </a:cubicBezTo>
                    <a:cubicBezTo>
                      <a:pt x="411" y="104"/>
                      <a:pt x="432" y="90"/>
                      <a:pt x="453" y="83"/>
                    </a:cubicBezTo>
                    <a:lnTo>
                      <a:pt x="453" y="83"/>
                    </a:lnTo>
                    <a:cubicBezTo>
                      <a:pt x="463" y="81"/>
                      <a:pt x="474" y="80"/>
                      <a:pt x="484" y="80"/>
                    </a:cubicBezTo>
                    <a:cubicBezTo>
                      <a:pt x="502" y="80"/>
                      <a:pt x="520" y="83"/>
                      <a:pt x="537" y="89"/>
                    </a:cubicBezTo>
                    <a:cubicBezTo>
                      <a:pt x="559" y="95"/>
                      <a:pt x="580" y="102"/>
                      <a:pt x="602" y="110"/>
                    </a:cubicBezTo>
                    <a:lnTo>
                      <a:pt x="701" y="146"/>
                    </a:lnTo>
                    <a:lnTo>
                      <a:pt x="701" y="146"/>
                    </a:lnTo>
                    <a:cubicBezTo>
                      <a:pt x="706" y="148"/>
                      <a:pt x="710" y="150"/>
                      <a:pt x="715" y="152"/>
                    </a:cubicBezTo>
                    <a:cubicBezTo>
                      <a:pt x="717" y="153"/>
                      <a:pt x="719" y="155"/>
                      <a:pt x="721" y="156"/>
                    </a:cubicBezTo>
                    <a:cubicBezTo>
                      <a:pt x="724" y="159"/>
                      <a:pt x="727" y="161"/>
                      <a:pt x="725" y="164"/>
                    </a:cubicBezTo>
                    <a:cubicBezTo>
                      <a:pt x="724" y="166"/>
                      <a:pt x="721" y="167"/>
                      <a:pt x="718" y="168"/>
                    </a:cubicBezTo>
                    <a:lnTo>
                      <a:pt x="718" y="168"/>
                    </a:lnTo>
                    <a:cubicBezTo>
                      <a:pt x="704" y="170"/>
                      <a:pt x="689" y="171"/>
                      <a:pt x="675" y="171"/>
                    </a:cubicBezTo>
                    <a:cubicBezTo>
                      <a:pt x="673" y="171"/>
                      <a:pt x="671" y="171"/>
                      <a:pt x="669" y="171"/>
                    </a:cubicBezTo>
                    <a:lnTo>
                      <a:pt x="689" y="189"/>
                    </a:lnTo>
                    <a:cubicBezTo>
                      <a:pt x="691" y="191"/>
                      <a:pt x="693" y="193"/>
                      <a:pt x="692" y="195"/>
                    </a:cubicBezTo>
                    <a:lnTo>
                      <a:pt x="692" y="195"/>
                    </a:lnTo>
                    <a:cubicBezTo>
                      <a:pt x="692" y="196"/>
                      <a:pt x="691" y="196"/>
                      <a:pt x="691" y="196"/>
                    </a:cubicBezTo>
                    <a:cubicBezTo>
                      <a:pt x="690" y="197"/>
                      <a:pt x="689" y="197"/>
                      <a:pt x="688" y="197"/>
                    </a:cubicBezTo>
                    <a:lnTo>
                      <a:pt x="688" y="197"/>
                    </a:lnTo>
                    <a:cubicBezTo>
                      <a:pt x="683" y="198"/>
                      <a:pt x="679" y="198"/>
                      <a:pt x="673" y="198"/>
                    </a:cubicBezTo>
                    <a:cubicBezTo>
                      <a:pt x="668" y="198"/>
                      <a:pt x="662" y="198"/>
                      <a:pt x="657" y="197"/>
                    </a:cubicBezTo>
                    <a:lnTo>
                      <a:pt x="657" y="197"/>
                    </a:lnTo>
                    <a:cubicBezTo>
                      <a:pt x="643" y="197"/>
                      <a:pt x="630" y="193"/>
                      <a:pt x="618" y="187"/>
                    </a:cubicBezTo>
                    <a:lnTo>
                      <a:pt x="618" y="187"/>
                    </a:lnTo>
                    <a:cubicBezTo>
                      <a:pt x="623" y="192"/>
                      <a:pt x="629" y="199"/>
                      <a:pt x="632" y="205"/>
                    </a:cubicBezTo>
                    <a:cubicBezTo>
                      <a:pt x="636" y="211"/>
                      <a:pt x="638" y="218"/>
                      <a:pt x="640" y="224"/>
                    </a:cubicBezTo>
                    <a:lnTo>
                      <a:pt x="640" y="224"/>
                    </a:lnTo>
                    <a:cubicBezTo>
                      <a:pt x="623" y="224"/>
                      <a:pt x="606" y="219"/>
                      <a:pt x="591" y="212"/>
                    </a:cubicBezTo>
                    <a:lnTo>
                      <a:pt x="591" y="212"/>
                    </a:lnTo>
                    <a:cubicBezTo>
                      <a:pt x="592" y="213"/>
                      <a:pt x="592" y="214"/>
                      <a:pt x="593" y="215"/>
                    </a:cubicBezTo>
                    <a:cubicBezTo>
                      <a:pt x="597" y="220"/>
                      <a:pt x="597" y="224"/>
                      <a:pt x="598" y="229"/>
                    </a:cubicBezTo>
                    <a:lnTo>
                      <a:pt x="598" y="229"/>
                    </a:lnTo>
                    <a:lnTo>
                      <a:pt x="598" y="230"/>
                    </a:lnTo>
                    <a:cubicBezTo>
                      <a:pt x="598" y="232"/>
                      <a:pt x="597" y="234"/>
                      <a:pt x="596" y="236"/>
                    </a:cubicBezTo>
                    <a:cubicBezTo>
                      <a:pt x="595" y="237"/>
                      <a:pt x="594" y="239"/>
                      <a:pt x="592" y="240"/>
                    </a:cubicBezTo>
                    <a:cubicBezTo>
                      <a:pt x="591" y="241"/>
                      <a:pt x="589" y="241"/>
                      <a:pt x="587" y="241"/>
                    </a:cubicBezTo>
                    <a:lnTo>
                      <a:pt x="587" y="241"/>
                    </a:lnTo>
                    <a:cubicBezTo>
                      <a:pt x="584" y="241"/>
                      <a:pt x="581" y="240"/>
                      <a:pt x="578" y="238"/>
                    </a:cubicBezTo>
                    <a:cubicBezTo>
                      <a:pt x="578" y="238"/>
                      <a:pt x="577" y="238"/>
                      <a:pt x="577" y="237"/>
                    </a:cubicBezTo>
                    <a:lnTo>
                      <a:pt x="577" y="237"/>
                    </a:lnTo>
                    <a:cubicBezTo>
                      <a:pt x="574" y="236"/>
                      <a:pt x="572" y="234"/>
                      <a:pt x="569" y="233"/>
                    </a:cubicBezTo>
                    <a:cubicBezTo>
                      <a:pt x="564" y="230"/>
                      <a:pt x="560" y="227"/>
                      <a:pt x="555" y="225"/>
                    </a:cubicBezTo>
                    <a:cubicBezTo>
                      <a:pt x="544" y="222"/>
                      <a:pt x="547" y="223"/>
                      <a:pt x="547" y="232"/>
                    </a:cubicBezTo>
                    <a:lnTo>
                      <a:pt x="547" y="232"/>
                    </a:lnTo>
                    <a:lnTo>
                      <a:pt x="547" y="233"/>
                    </a:lnTo>
                    <a:cubicBezTo>
                      <a:pt x="547" y="234"/>
                      <a:pt x="547" y="235"/>
                      <a:pt x="546" y="237"/>
                    </a:cubicBezTo>
                    <a:cubicBezTo>
                      <a:pt x="546" y="238"/>
                      <a:pt x="544" y="239"/>
                      <a:pt x="543" y="240"/>
                    </a:cubicBezTo>
                    <a:lnTo>
                      <a:pt x="542" y="240"/>
                    </a:lnTo>
                    <a:lnTo>
                      <a:pt x="542" y="240"/>
                    </a:lnTo>
                    <a:cubicBezTo>
                      <a:pt x="541" y="240"/>
                      <a:pt x="540" y="241"/>
                      <a:pt x="540" y="241"/>
                    </a:cubicBezTo>
                    <a:cubicBezTo>
                      <a:pt x="537" y="241"/>
                      <a:pt x="534" y="240"/>
                      <a:pt x="531" y="238"/>
                    </a:cubicBezTo>
                    <a:lnTo>
                      <a:pt x="530" y="238"/>
                    </a:lnTo>
                    <a:lnTo>
                      <a:pt x="530" y="238"/>
                    </a:lnTo>
                    <a:cubicBezTo>
                      <a:pt x="528" y="237"/>
                      <a:pt x="526" y="235"/>
                      <a:pt x="524" y="234"/>
                    </a:cubicBezTo>
                    <a:cubicBezTo>
                      <a:pt x="517" y="230"/>
                      <a:pt x="510" y="225"/>
                      <a:pt x="504" y="220"/>
                    </a:cubicBezTo>
                    <a:lnTo>
                      <a:pt x="504" y="220"/>
                    </a:lnTo>
                    <a:cubicBezTo>
                      <a:pt x="506" y="225"/>
                      <a:pt x="507" y="231"/>
                      <a:pt x="507" y="236"/>
                    </a:cubicBezTo>
                    <a:lnTo>
                      <a:pt x="507" y="236"/>
                    </a:lnTo>
                    <a:cubicBezTo>
                      <a:pt x="507" y="237"/>
                      <a:pt x="508" y="238"/>
                      <a:pt x="508" y="239"/>
                    </a:cubicBezTo>
                    <a:cubicBezTo>
                      <a:pt x="508" y="239"/>
                      <a:pt x="507" y="240"/>
                      <a:pt x="507" y="241"/>
                    </a:cubicBezTo>
                    <a:cubicBezTo>
                      <a:pt x="505" y="244"/>
                      <a:pt x="499" y="243"/>
                      <a:pt x="495" y="241"/>
                    </a:cubicBezTo>
                    <a:lnTo>
                      <a:pt x="495" y="241"/>
                    </a:lnTo>
                    <a:cubicBezTo>
                      <a:pt x="492" y="239"/>
                      <a:pt x="490" y="238"/>
                      <a:pt x="487" y="236"/>
                    </a:cubicBezTo>
                    <a:cubicBezTo>
                      <a:pt x="482" y="233"/>
                      <a:pt x="476" y="230"/>
                      <a:pt x="472" y="226"/>
                    </a:cubicBezTo>
                    <a:cubicBezTo>
                      <a:pt x="475" y="231"/>
                      <a:pt x="469" y="236"/>
                      <a:pt x="463" y="236"/>
                    </a:cubicBezTo>
                    <a:cubicBezTo>
                      <a:pt x="457" y="236"/>
                      <a:pt x="451" y="234"/>
                      <a:pt x="446" y="233"/>
                    </a:cubicBezTo>
                    <a:cubicBezTo>
                      <a:pt x="444" y="236"/>
                      <a:pt x="448" y="239"/>
                      <a:pt x="448" y="242"/>
                    </a:cubicBezTo>
                    <a:cubicBezTo>
                      <a:pt x="448" y="245"/>
                      <a:pt x="442" y="245"/>
                      <a:pt x="439" y="244"/>
                    </a:cubicBezTo>
                    <a:lnTo>
                      <a:pt x="439" y="244"/>
                    </a:lnTo>
                    <a:cubicBezTo>
                      <a:pt x="437" y="244"/>
                      <a:pt x="435" y="243"/>
                      <a:pt x="433" y="243"/>
                    </a:cubicBezTo>
                    <a:lnTo>
                      <a:pt x="432" y="243"/>
                    </a:lnTo>
                    <a:cubicBezTo>
                      <a:pt x="432" y="245"/>
                      <a:pt x="432" y="246"/>
                      <a:pt x="432" y="248"/>
                    </a:cubicBezTo>
                    <a:cubicBezTo>
                      <a:pt x="430" y="250"/>
                      <a:pt x="426" y="248"/>
                      <a:pt x="423" y="247"/>
                    </a:cubicBezTo>
                    <a:lnTo>
                      <a:pt x="423" y="247"/>
                    </a:lnTo>
                    <a:cubicBezTo>
                      <a:pt x="422" y="247"/>
                      <a:pt x="422" y="247"/>
                      <a:pt x="421" y="246"/>
                    </a:cubicBezTo>
                    <a:cubicBezTo>
                      <a:pt x="419" y="244"/>
                      <a:pt x="417" y="244"/>
                      <a:pt x="414" y="243"/>
                    </a:cubicBezTo>
                    <a:lnTo>
                      <a:pt x="418" y="255"/>
                    </a:lnTo>
                    <a:lnTo>
                      <a:pt x="418" y="255"/>
                    </a:lnTo>
                    <a:cubicBezTo>
                      <a:pt x="418" y="256"/>
                      <a:pt x="418" y="256"/>
                      <a:pt x="418" y="257"/>
                    </a:cubicBezTo>
                    <a:cubicBezTo>
                      <a:pt x="418" y="258"/>
                      <a:pt x="418" y="259"/>
                      <a:pt x="418" y="260"/>
                    </a:cubicBezTo>
                    <a:lnTo>
                      <a:pt x="418" y="260"/>
                    </a:lnTo>
                    <a:cubicBezTo>
                      <a:pt x="418" y="261"/>
                      <a:pt x="418" y="261"/>
                      <a:pt x="417" y="262"/>
                    </a:cubicBezTo>
                    <a:cubicBezTo>
                      <a:pt x="417" y="262"/>
                      <a:pt x="417" y="263"/>
                      <a:pt x="416" y="263"/>
                    </a:cubicBezTo>
                    <a:cubicBezTo>
                      <a:pt x="415" y="263"/>
                      <a:pt x="415" y="264"/>
                      <a:pt x="414" y="264"/>
                    </a:cubicBezTo>
                    <a:cubicBezTo>
                      <a:pt x="412" y="264"/>
                      <a:pt x="410" y="262"/>
                      <a:pt x="408" y="264"/>
                    </a:cubicBezTo>
                    <a:cubicBezTo>
                      <a:pt x="407" y="265"/>
                      <a:pt x="408" y="267"/>
                      <a:pt x="408" y="268"/>
                    </a:cubicBezTo>
                    <a:cubicBezTo>
                      <a:pt x="438" y="313"/>
                      <a:pt x="471" y="355"/>
                      <a:pt x="504" y="399"/>
                    </a:cubicBezTo>
                    <a:cubicBezTo>
                      <a:pt x="506" y="402"/>
                      <a:pt x="508" y="408"/>
                      <a:pt x="504" y="409"/>
                    </a:cubicBezTo>
                    <a:lnTo>
                      <a:pt x="504" y="409"/>
                    </a:lnTo>
                    <a:cubicBezTo>
                      <a:pt x="503" y="409"/>
                      <a:pt x="503" y="409"/>
                      <a:pt x="503" y="409"/>
                    </a:cubicBezTo>
                    <a:cubicBezTo>
                      <a:pt x="502" y="409"/>
                      <a:pt x="500" y="408"/>
                      <a:pt x="499" y="407"/>
                    </a:cubicBezTo>
                    <a:cubicBezTo>
                      <a:pt x="499" y="407"/>
                      <a:pt x="498" y="407"/>
                      <a:pt x="497" y="406"/>
                    </a:cubicBezTo>
                    <a:lnTo>
                      <a:pt x="465" y="381"/>
                    </a:lnTo>
                    <a:lnTo>
                      <a:pt x="465" y="381"/>
                    </a:lnTo>
                    <a:cubicBezTo>
                      <a:pt x="469" y="390"/>
                      <a:pt x="473" y="400"/>
                      <a:pt x="476" y="410"/>
                    </a:cubicBezTo>
                    <a:lnTo>
                      <a:pt x="476" y="410"/>
                    </a:lnTo>
                    <a:cubicBezTo>
                      <a:pt x="476" y="411"/>
                      <a:pt x="476" y="412"/>
                      <a:pt x="476" y="413"/>
                    </a:cubicBezTo>
                    <a:cubicBezTo>
                      <a:pt x="476" y="414"/>
                      <a:pt x="476" y="415"/>
                      <a:pt x="476" y="416"/>
                    </a:cubicBezTo>
                    <a:cubicBezTo>
                      <a:pt x="473" y="421"/>
                      <a:pt x="465" y="417"/>
                      <a:pt x="461" y="414"/>
                    </a:cubicBezTo>
                    <a:lnTo>
                      <a:pt x="461" y="414"/>
                    </a:lnTo>
                    <a:cubicBezTo>
                      <a:pt x="445" y="401"/>
                      <a:pt x="431" y="385"/>
                      <a:pt x="420" y="367"/>
                    </a:cubicBezTo>
                    <a:lnTo>
                      <a:pt x="420" y="367"/>
                    </a:lnTo>
                    <a:cubicBezTo>
                      <a:pt x="428" y="385"/>
                      <a:pt x="433" y="404"/>
                      <a:pt x="435" y="423"/>
                    </a:cubicBezTo>
                    <a:cubicBezTo>
                      <a:pt x="435" y="429"/>
                      <a:pt x="436" y="436"/>
                      <a:pt x="429" y="437"/>
                    </a:cubicBezTo>
                    <a:cubicBezTo>
                      <a:pt x="423" y="438"/>
                      <a:pt x="419" y="433"/>
                      <a:pt x="416" y="428"/>
                    </a:cubicBezTo>
                    <a:lnTo>
                      <a:pt x="416" y="428"/>
                    </a:lnTo>
                    <a:cubicBezTo>
                      <a:pt x="412" y="423"/>
                      <a:pt x="409" y="417"/>
                      <a:pt x="405" y="411"/>
                    </a:cubicBezTo>
                    <a:cubicBezTo>
                      <a:pt x="399" y="400"/>
                      <a:pt x="393" y="388"/>
                      <a:pt x="388" y="376"/>
                    </a:cubicBezTo>
                    <a:lnTo>
                      <a:pt x="376" y="430"/>
                    </a:lnTo>
                    <a:cubicBezTo>
                      <a:pt x="375" y="436"/>
                      <a:pt x="370" y="443"/>
                      <a:pt x="364" y="441"/>
                    </a:cubicBezTo>
                    <a:lnTo>
                      <a:pt x="364" y="441"/>
                    </a:lnTo>
                    <a:cubicBezTo>
                      <a:pt x="362" y="440"/>
                      <a:pt x="362" y="438"/>
                      <a:pt x="360" y="436"/>
                    </a:cubicBezTo>
                    <a:cubicBezTo>
                      <a:pt x="359" y="435"/>
                      <a:pt x="359" y="434"/>
                      <a:pt x="359" y="433"/>
                    </a:cubicBezTo>
                    <a:lnTo>
                      <a:pt x="359" y="433"/>
                    </a:lnTo>
                    <a:cubicBezTo>
                      <a:pt x="355" y="422"/>
                      <a:pt x="352" y="411"/>
                      <a:pt x="350" y="399"/>
                    </a:cubicBezTo>
                    <a:lnTo>
                      <a:pt x="339" y="417"/>
                    </a:lnTo>
                    <a:cubicBezTo>
                      <a:pt x="337" y="420"/>
                      <a:pt x="334" y="424"/>
                      <a:pt x="329" y="423"/>
                    </a:cubicBezTo>
                    <a:cubicBezTo>
                      <a:pt x="325" y="422"/>
                      <a:pt x="322" y="417"/>
                      <a:pt x="322" y="412"/>
                    </a:cubicBezTo>
                    <a:lnTo>
                      <a:pt x="322" y="412"/>
                    </a:lnTo>
                    <a:cubicBezTo>
                      <a:pt x="321" y="402"/>
                      <a:pt x="320" y="393"/>
                      <a:pt x="320" y="383"/>
                    </a:cubicBezTo>
                    <a:cubicBezTo>
                      <a:pt x="320" y="361"/>
                      <a:pt x="323" y="339"/>
                      <a:pt x="328" y="317"/>
                    </a:cubicBezTo>
                    <a:lnTo>
                      <a:pt x="328" y="317"/>
                    </a:lnTo>
                    <a:cubicBezTo>
                      <a:pt x="329" y="299"/>
                      <a:pt x="332" y="282"/>
                      <a:pt x="336" y="265"/>
                    </a:cubicBezTo>
                    <a:cubicBezTo>
                      <a:pt x="335" y="267"/>
                      <a:pt x="331" y="267"/>
                      <a:pt x="329" y="266"/>
                    </a:cubicBezTo>
                    <a:lnTo>
                      <a:pt x="329" y="266"/>
                    </a:lnTo>
                    <a:cubicBezTo>
                      <a:pt x="327" y="265"/>
                      <a:pt x="325" y="263"/>
                      <a:pt x="324" y="261"/>
                    </a:cubicBezTo>
                    <a:cubicBezTo>
                      <a:pt x="324" y="261"/>
                      <a:pt x="323" y="260"/>
                      <a:pt x="323" y="259"/>
                    </a:cubicBezTo>
                    <a:lnTo>
                      <a:pt x="323" y="259"/>
                    </a:lnTo>
                    <a:cubicBezTo>
                      <a:pt x="321" y="256"/>
                      <a:pt x="321" y="252"/>
                      <a:pt x="321" y="248"/>
                    </a:cubicBezTo>
                    <a:cubicBezTo>
                      <a:pt x="321" y="247"/>
                      <a:pt x="321" y="247"/>
                      <a:pt x="321" y="246"/>
                    </a:cubicBezTo>
                    <a:cubicBezTo>
                      <a:pt x="319" y="250"/>
                      <a:pt x="309" y="262"/>
                      <a:pt x="302" y="257"/>
                    </a:cubicBezTo>
                    <a:cubicBezTo>
                      <a:pt x="295" y="252"/>
                      <a:pt x="302" y="245"/>
                      <a:pt x="299" y="240"/>
                    </a:cubicBezTo>
                    <a:lnTo>
                      <a:pt x="299" y="240"/>
                    </a:lnTo>
                    <a:cubicBezTo>
                      <a:pt x="298" y="243"/>
                      <a:pt x="296" y="246"/>
                      <a:pt x="294" y="249"/>
                    </a:cubicBezTo>
                    <a:cubicBezTo>
                      <a:pt x="290" y="257"/>
                      <a:pt x="283" y="264"/>
                      <a:pt x="274" y="269"/>
                    </a:cubicBezTo>
                    <a:cubicBezTo>
                      <a:pt x="268" y="272"/>
                      <a:pt x="262" y="275"/>
                      <a:pt x="255" y="276"/>
                    </a:cubicBezTo>
                    <a:lnTo>
                      <a:pt x="255" y="276"/>
                    </a:lnTo>
                    <a:cubicBezTo>
                      <a:pt x="254" y="276"/>
                      <a:pt x="253" y="276"/>
                      <a:pt x="252" y="276"/>
                    </a:cubicBezTo>
                    <a:cubicBezTo>
                      <a:pt x="251" y="276"/>
                      <a:pt x="250" y="276"/>
                      <a:pt x="249" y="276"/>
                    </a:cubicBezTo>
                    <a:cubicBezTo>
                      <a:pt x="245" y="274"/>
                      <a:pt x="244" y="269"/>
                      <a:pt x="245" y="265"/>
                    </a:cubicBezTo>
                    <a:lnTo>
                      <a:pt x="245" y="248"/>
                    </a:lnTo>
                    <a:cubicBezTo>
                      <a:pt x="245" y="253"/>
                      <a:pt x="225" y="263"/>
                      <a:pt x="219" y="261"/>
                    </a:cubicBezTo>
                    <a:cubicBezTo>
                      <a:pt x="213" y="259"/>
                      <a:pt x="217" y="247"/>
                      <a:pt x="218" y="240"/>
                    </a:cubicBezTo>
                    <a:lnTo>
                      <a:pt x="218" y="240"/>
                    </a:lnTo>
                    <a:cubicBezTo>
                      <a:pt x="212" y="245"/>
                      <a:pt x="206" y="250"/>
                      <a:pt x="199" y="254"/>
                    </a:cubicBezTo>
                    <a:cubicBezTo>
                      <a:pt x="183" y="263"/>
                      <a:pt x="165" y="268"/>
                      <a:pt x="146" y="268"/>
                    </a:cubicBezTo>
                    <a:lnTo>
                      <a:pt x="146" y="268"/>
                    </a:lnTo>
                    <a:lnTo>
                      <a:pt x="145" y="268"/>
                    </a:lnTo>
                    <a:cubicBezTo>
                      <a:pt x="143" y="268"/>
                      <a:pt x="142" y="268"/>
                      <a:pt x="140" y="267"/>
                    </a:cubicBezTo>
                    <a:lnTo>
                      <a:pt x="140" y="267"/>
                    </a:lnTo>
                    <a:lnTo>
                      <a:pt x="140" y="267"/>
                    </a:lnTo>
                    <a:cubicBezTo>
                      <a:pt x="140" y="267"/>
                      <a:pt x="140" y="266"/>
                      <a:pt x="139" y="265"/>
                    </a:cubicBezTo>
                    <a:cubicBezTo>
                      <a:pt x="139" y="264"/>
                      <a:pt x="138" y="263"/>
                      <a:pt x="138" y="262"/>
                    </a:cubicBezTo>
                    <a:lnTo>
                      <a:pt x="138" y="261"/>
                    </a:lnTo>
                    <a:lnTo>
                      <a:pt x="138" y="261"/>
                    </a:lnTo>
                    <a:lnTo>
                      <a:pt x="138" y="260"/>
                    </a:lnTo>
                    <a:cubicBezTo>
                      <a:pt x="138" y="255"/>
                      <a:pt x="139" y="250"/>
                      <a:pt x="141" y="246"/>
                    </a:cubicBezTo>
                    <a:cubicBezTo>
                      <a:pt x="142" y="245"/>
                      <a:pt x="142" y="245"/>
                      <a:pt x="142" y="245"/>
                    </a:cubicBezTo>
                    <a:lnTo>
                      <a:pt x="142" y="245"/>
                    </a:lnTo>
                    <a:cubicBezTo>
                      <a:pt x="141" y="247"/>
                      <a:pt x="140" y="250"/>
                      <a:pt x="139" y="252"/>
                    </a:cubicBezTo>
                    <a:cubicBezTo>
                      <a:pt x="133" y="262"/>
                      <a:pt x="124" y="270"/>
                      <a:pt x="114" y="276"/>
                    </a:cubicBezTo>
                    <a:cubicBezTo>
                      <a:pt x="110" y="279"/>
                      <a:pt x="106" y="280"/>
                      <a:pt x="102" y="282"/>
                    </a:cubicBezTo>
                    <a:cubicBezTo>
                      <a:pt x="96" y="283"/>
                      <a:pt x="88" y="282"/>
                      <a:pt x="87" y="276"/>
                    </a:cubicBezTo>
                    <a:lnTo>
                      <a:pt x="87" y="276"/>
                    </a:lnTo>
                    <a:cubicBezTo>
                      <a:pt x="86" y="275"/>
                      <a:pt x="86" y="275"/>
                      <a:pt x="86" y="274"/>
                    </a:cubicBezTo>
                    <a:cubicBezTo>
                      <a:pt x="86" y="273"/>
                      <a:pt x="86" y="272"/>
                      <a:pt x="87" y="271"/>
                    </a:cubicBezTo>
                    <a:lnTo>
                      <a:pt x="94" y="247"/>
                    </a:lnTo>
                    <a:lnTo>
                      <a:pt x="94" y="247"/>
                    </a:lnTo>
                    <a:cubicBezTo>
                      <a:pt x="87" y="257"/>
                      <a:pt x="78" y="266"/>
                      <a:pt x="67" y="273"/>
                    </a:cubicBezTo>
                    <a:lnTo>
                      <a:pt x="67" y="273"/>
                    </a:lnTo>
                    <a:cubicBezTo>
                      <a:pt x="67" y="274"/>
                      <a:pt x="67" y="274"/>
                      <a:pt x="66" y="274"/>
                    </a:cubicBezTo>
                    <a:cubicBezTo>
                      <a:pt x="59" y="278"/>
                      <a:pt x="52" y="280"/>
                      <a:pt x="44" y="280"/>
                    </a:cubicBezTo>
                    <a:cubicBezTo>
                      <a:pt x="39" y="280"/>
                      <a:pt x="33" y="279"/>
                      <a:pt x="28" y="277"/>
                    </a:cubicBezTo>
                    <a:cubicBezTo>
                      <a:pt x="32" y="268"/>
                      <a:pt x="37" y="260"/>
                      <a:pt x="41" y="250"/>
                    </a:cubicBezTo>
                    <a:lnTo>
                      <a:pt x="41" y="250"/>
                    </a:lnTo>
                    <a:cubicBezTo>
                      <a:pt x="39" y="252"/>
                      <a:pt x="37" y="253"/>
                      <a:pt x="34" y="255"/>
                    </a:cubicBezTo>
                    <a:cubicBezTo>
                      <a:pt x="28" y="259"/>
                      <a:pt x="19" y="262"/>
                      <a:pt x="11" y="265"/>
                    </a:cubicBezTo>
                    <a:lnTo>
                      <a:pt x="11" y="265"/>
                    </a:lnTo>
                    <a:cubicBezTo>
                      <a:pt x="9" y="266"/>
                      <a:pt x="8" y="267"/>
                      <a:pt x="6" y="267"/>
                    </a:cubicBezTo>
                    <a:cubicBezTo>
                      <a:pt x="5" y="267"/>
                      <a:pt x="5" y="266"/>
                      <a:pt x="4" y="266"/>
                    </a:cubicBezTo>
                    <a:cubicBezTo>
                      <a:pt x="0" y="265"/>
                      <a:pt x="0" y="260"/>
                      <a:pt x="0" y="257"/>
                    </a:cubicBezTo>
                    <a:cubicBezTo>
                      <a:pt x="4" y="218"/>
                      <a:pt x="46" y="188"/>
                      <a:pt x="74" y="164"/>
                    </a:cubicBezTo>
                    <a:cubicBezTo>
                      <a:pt x="103" y="140"/>
                      <a:pt x="138" y="112"/>
                      <a:pt x="182" y="112"/>
                    </a:cubicBezTo>
                    <a:cubicBezTo>
                      <a:pt x="204" y="112"/>
                      <a:pt x="227" y="115"/>
                      <a:pt x="249" y="115"/>
                    </a:cubicBezTo>
                    <a:lnTo>
                      <a:pt x="249" y="115"/>
                    </a:lnTo>
                    <a:cubicBezTo>
                      <a:pt x="251" y="115"/>
                      <a:pt x="252" y="115"/>
                      <a:pt x="253" y="115"/>
                    </a:cubicBezTo>
                    <a:cubicBezTo>
                      <a:pt x="262" y="115"/>
                      <a:pt x="271" y="113"/>
                      <a:pt x="279" y="111"/>
                    </a:cubicBezTo>
                    <a:lnTo>
                      <a:pt x="279" y="111"/>
                    </a:lnTo>
                    <a:cubicBezTo>
                      <a:pt x="280" y="110"/>
                      <a:pt x="281" y="110"/>
                      <a:pt x="283" y="109"/>
                    </a:cubicBezTo>
                    <a:cubicBezTo>
                      <a:pt x="284" y="108"/>
                      <a:pt x="286" y="107"/>
                      <a:pt x="286" y="106"/>
                    </a:cubicBezTo>
                    <a:cubicBezTo>
                      <a:pt x="288" y="104"/>
                      <a:pt x="287" y="103"/>
                      <a:pt x="288" y="1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9" name="Google Shape;279;p18"/>
            <p:cNvGrpSpPr/>
            <p:nvPr/>
          </p:nvGrpSpPr>
          <p:grpSpPr>
            <a:xfrm>
              <a:off x="-1291605" y="3854263"/>
              <a:ext cx="2877936" cy="1846846"/>
              <a:chOff x="-1291605" y="3854263"/>
              <a:chExt cx="2877936" cy="1846846"/>
            </a:xfrm>
          </p:grpSpPr>
          <p:grpSp>
            <p:nvGrpSpPr>
              <p:cNvPr id="280" name="Google Shape;280;p18"/>
              <p:cNvGrpSpPr/>
              <p:nvPr/>
            </p:nvGrpSpPr>
            <p:grpSpPr>
              <a:xfrm>
                <a:off x="-1291605" y="4115204"/>
                <a:ext cx="2558969" cy="1585905"/>
                <a:chOff x="-889217" y="3761730"/>
                <a:chExt cx="2180816" cy="1351547"/>
              </a:xfrm>
            </p:grpSpPr>
            <p:sp>
              <p:nvSpPr>
                <p:cNvPr id="281" name="Google Shape;281;p18"/>
                <p:cNvSpPr/>
                <p:nvPr/>
              </p:nvSpPr>
              <p:spPr>
                <a:xfrm>
                  <a:off x="-889217" y="3761730"/>
                  <a:ext cx="2102252" cy="1351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" h="3572" extrusionOk="0">
                      <a:moveTo>
                        <a:pt x="5554" y="2356"/>
                      </a:moveTo>
                      <a:cubicBezTo>
                        <a:pt x="5554" y="2356"/>
                        <a:pt x="5555" y="2357"/>
                        <a:pt x="5555" y="2358"/>
                      </a:cubicBezTo>
                      <a:cubicBezTo>
                        <a:pt x="5556" y="2359"/>
                        <a:pt x="5556" y="2360"/>
                        <a:pt x="5556" y="2362"/>
                      </a:cubicBezTo>
                      <a:cubicBezTo>
                        <a:pt x="5556" y="2363"/>
                        <a:pt x="5556" y="2365"/>
                        <a:pt x="5555" y="2366"/>
                      </a:cubicBezTo>
                      <a:lnTo>
                        <a:pt x="5555" y="2367"/>
                      </a:lnTo>
                      <a:cubicBezTo>
                        <a:pt x="5334" y="2705"/>
                        <a:pt x="5109" y="3042"/>
                        <a:pt x="4859" y="3359"/>
                      </a:cubicBezTo>
                      <a:cubicBezTo>
                        <a:pt x="4806" y="3426"/>
                        <a:pt x="4751" y="3500"/>
                        <a:pt x="4683" y="3554"/>
                      </a:cubicBezTo>
                      <a:cubicBezTo>
                        <a:pt x="4655" y="3577"/>
                        <a:pt x="4639" y="3575"/>
                        <a:pt x="4607" y="3568"/>
                      </a:cubicBezTo>
                      <a:cubicBezTo>
                        <a:pt x="4475" y="3538"/>
                        <a:pt x="4342" y="3514"/>
                        <a:pt x="4209" y="3488"/>
                      </a:cubicBezTo>
                      <a:cubicBezTo>
                        <a:pt x="3686" y="3387"/>
                        <a:pt x="3163" y="3288"/>
                        <a:pt x="2640" y="3191"/>
                      </a:cubicBezTo>
                      <a:cubicBezTo>
                        <a:pt x="2178" y="3105"/>
                        <a:pt x="1717" y="3017"/>
                        <a:pt x="1255" y="2937"/>
                      </a:cubicBezTo>
                      <a:cubicBezTo>
                        <a:pt x="1206" y="2929"/>
                        <a:pt x="1158" y="2920"/>
                        <a:pt x="1109" y="2913"/>
                      </a:cubicBezTo>
                      <a:cubicBezTo>
                        <a:pt x="1094" y="2912"/>
                        <a:pt x="1079" y="2908"/>
                        <a:pt x="1066" y="2901"/>
                      </a:cubicBezTo>
                      <a:cubicBezTo>
                        <a:pt x="1059" y="2896"/>
                        <a:pt x="1052" y="2891"/>
                        <a:pt x="1046" y="2885"/>
                      </a:cubicBezTo>
                      <a:cubicBezTo>
                        <a:pt x="995" y="2829"/>
                        <a:pt x="947" y="2770"/>
                        <a:pt x="905" y="2707"/>
                      </a:cubicBezTo>
                      <a:cubicBezTo>
                        <a:pt x="832" y="2608"/>
                        <a:pt x="762" y="2506"/>
                        <a:pt x="693" y="2405"/>
                      </a:cubicBezTo>
                      <a:cubicBezTo>
                        <a:pt x="456" y="2059"/>
                        <a:pt x="227" y="1707"/>
                        <a:pt x="1" y="1354"/>
                      </a:cubicBezTo>
                      <a:cubicBezTo>
                        <a:pt x="1" y="1353"/>
                        <a:pt x="1" y="1353"/>
                        <a:pt x="1" y="1353"/>
                      </a:cubicBezTo>
                      <a:cubicBezTo>
                        <a:pt x="0" y="1352"/>
                        <a:pt x="0" y="1351"/>
                        <a:pt x="0" y="1349"/>
                      </a:cubicBezTo>
                      <a:cubicBezTo>
                        <a:pt x="0" y="1348"/>
                        <a:pt x="0" y="1346"/>
                        <a:pt x="1" y="1345"/>
                      </a:cubicBezTo>
                      <a:cubicBezTo>
                        <a:pt x="2" y="1344"/>
                        <a:pt x="3" y="1343"/>
                        <a:pt x="4" y="1342"/>
                      </a:cubicBezTo>
                      <a:lnTo>
                        <a:pt x="58" y="1313"/>
                      </a:lnTo>
                      <a:lnTo>
                        <a:pt x="1165" y="729"/>
                      </a:lnTo>
                      <a:cubicBezTo>
                        <a:pt x="1166" y="728"/>
                        <a:pt x="1168" y="727"/>
                        <a:pt x="1169" y="727"/>
                      </a:cubicBezTo>
                      <a:cubicBezTo>
                        <a:pt x="1171" y="727"/>
                        <a:pt x="1172" y="728"/>
                        <a:pt x="1174" y="729"/>
                      </a:cubicBezTo>
                      <a:cubicBezTo>
                        <a:pt x="1174" y="729"/>
                        <a:pt x="1175" y="729"/>
                        <a:pt x="1175" y="730"/>
                      </a:cubicBezTo>
                      <a:cubicBezTo>
                        <a:pt x="1244" y="787"/>
                        <a:pt x="1310" y="784"/>
                        <a:pt x="1381" y="733"/>
                      </a:cubicBezTo>
                      <a:cubicBezTo>
                        <a:pt x="1631" y="556"/>
                        <a:pt x="1899" y="653"/>
                        <a:pt x="2069" y="309"/>
                      </a:cubicBezTo>
                      <a:cubicBezTo>
                        <a:pt x="2260" y="609"/>
                        <a:pt x="2462" y="345"/>
                        <a:pt x="2567" y="138"/>
                      </a:cubicBezTo>
                      <a:cubicBezTo>
                        <a:pt x="2604" y="193"/>
                        <a:pt x="2672" y="206"/>
                        <a:pt x="2715" y="236"/>
                      </a:cubicBezTo>
                      <a:cubicBezTo>
                        <a:pt x="2738" y="139"/>
                        <a:pt x="2761" y="43"/>
                        <a:pt x="2838" y="0"/>
                      </a:cubicBezTo>
                      <a:cubicBezTo>
                        <a:pt x="3014" y="310"/>
                        <a:pt x="3158" y="475"/>
                        <a:pt x="3438" y="675"/>
                      </a:cubicBezTo>
                      <a:cubicBezTo>
                        <a:pt x="3515" y="731"/>
                        <a:pt x="3607" y="785"/>
                        <a:pt x="3656" y="869"/>
                      </a:cubicBezTo>
                      <a:cubicBezTo>
                        <a:pt x="3683" y="916"/>
                        <a:pt x="3706" y="967"/>
                        <a:pt x="3750" y="1002"/>
                      </a:cubicBezTo>
                      <a:cubicBezTo>
                        <a:pt x="3761" y="1011"/>
                        <a:pt x="3773" y="1019"/>
                        <a:pt x="3786" y="1026"/>
                      </a:cubicBezTo>
                      <a:cubicBezTo>
                        <a:pt x="3825" y="1048"/>
                        <a:pt x="3869" y="1062"/>
                        <a:pt x="3914" y="1065"/>
                      </a:cubicBezTo>
                      <a:cubicBezTo>
                        <a:pt x="4002" y="1075"/>
                        <a:pt x="4086" y="1097"/>
                        <a:pt x="4159" y="1151"/>
                      </a:cubicBezTo>
                      <a:cubicBezTo>
                        <a:pt x="4226" y="1200"/>
                        <a:pt x="4275" y="1267"/>
                        <a:pt x="4334" y="1325"/>
                      </a:cubicBezTo>
                      <a:cubicBezTo>
                        <a:pt x="4409" y="1398"/>
                        <a:pt x="4496" y="1441"/>
                        <a:pt x="4603" y="1441"/>
                      </a:cubicBezTo>
                      <a:cubicBezTo>
                        <a:pt x="4699" y="1440"/>
                        <a:pt x="4787" y="1448"/>
                        <a:pt x="4864" y="1513"/>
                      </a:cubicBezTo>
                      <a:cubicBezTo>
                        <a:pt x="4948" y="1586"/>
                        <a:pt x="5002" y="1687"/>
                        <a:pt x="5072" y="1773"/>
                      </a:cubicBezTo>
                      <a:cubicBezTo>
                        <a:pt x="5232" y="1968"/>
                        <a:pt x="5384" y="2169"/>
                        <a:pt x="5554" y="23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18"/>
                <p:cNvSpPr/>
                <p:nvPr/>
              </p:nvSpPr>
              <p:spPr>
                <a:xfrm flipH="1">
                  <a:off x="-271929" y="3935044"/>
                  <a:ext cx="1563528" cy="100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" h="3571" extrusionOk="0">
                      <a:moveTo>
                        <a:pt x="484" y="1772"/>
                      </a:moveTo>
                      <a:cubicBezTo>
                        <a:pt x="554" y="1687"/>
                        <a:pt x="608" y="1586"/>
                        <a:pt x="693" y="1513"/>
                      </a:cubicBezTo>
                      <a:cubicBezTo>
                        <a:pt x="769" y="1447"/>
                        <a:pt x="858" y="1440"/>
                        <a:pt x="954" y="1440"/>
                      </a:cubicBezTo>
                      <a:cubicBezTo>
                        <a:pt x="1060" y="1440"/>
                        <a:pt x="1147" y="1398"/>
                        <a:pt x="1222" y="1324"/>
                      </a:cubicBezTo>
                      <a:cubicBezTo>
                        <a:pt x="1281" y="1267"/>
                        <a:pt x="1330" y="1199"/>
                        <a:pt x="1397" y="1150"/>
                      </a:cubicBezTo>
                      <a:cubicBezTo>
                        <a:pt x="1470" y="1097"/>
                        <a:pt x="1554" y="1074"/>
                        <a:pt x="1643" y="1065"/>
                      </a:cubicBezTo>
                      <a:cubicBezTo>
                        <a:pt x="1688" y="1061"/>
                        <a:pt x="1731" y="1048"/>
                        <a:pt x="1770" y="1026"/>
                      </a:cubicBezTo>
                      <a:cubicBezTo>
                        <a:pt x="1783" y="1018"/>
                        <a:pt x="1795" y="1010"/>
                        <a:pt x="1806" y="1001"/>
                      </a:cubicBezTo>
                      <a:cubicBezTo>
                        <a:pt x="1850" y="967"/>
                        <a:pt x="1873" y="916"/>
                        <a:pt x="1900" y="869"/>
                      </a:cubicBezTo>
                      <a:cubicBezTo>
                        <a:pt x="1949" y="785"/>
                        <a:pt x="2041" y="730"/>
                        <a:pt x="2118" y="675"/>
                      </a:cubicBezTo>
                      <a:cubicBezTo>
                        <a:pt x="2399" y="475"/>
                        <a:pt x="2542" y="309"/>
                        <a:pt x="2718" y="0"/>
                      </a:cubicBezTo>
                      <a:cubicBezTo>
                        <a:pt x="2795" y="43"/>
                        <a:pt x="2818" y="139"/>
                        <a:pt x="2841" y="236"/>
                      </a:cubicBezTo>
                      <a:cubicBezTo>
                        <a:pt x="2883" y="205"/>
                        <a:pt x="2952" y="193"/>
                        <a:pt x="2989" y="138"/>
                      </a:cubicBezTo>
                      <a:cubicBezTo>
                        <a:pt x="3094" y="345"/>
                        <a:pt x="3295" y="608"/>
                        <a:pt x="3486" y="309"/>
                      </a:cubicBezTo>
                      <a:cubicBezTo>
                        <a:pt x="3658" y="653"/>
                        <a:pt x="3924" y="556"/>
                        <a:pt x="4175" y="733"/>
                      </a:cubicBezTo>
                      <a:cubicBezTo>
                        <a:pt x="4246" y="783"/>
                        <a:pt x="4312" y="786"/>
                        <a:pt x="4381" y="730"/>
                      </a:cubicBezTo>
                      <a:cubicBezTo>
                        <a:pt x="4381" y="729"/>
                        <a:pt x="4382" y="729"/>
                        <a:pt x="4382" y="728"/>
                      </a:cubicBezTo>
                      <a:cubicBezTo>
                        <a:pt x="4384" y="728"/>
                        <a:pt x="4385" y="727"/>
                        <a:pt x="4387" y="727"/>
                      </a:cubicBezTo>
                      <a:cubicBezTo>
                        <a:pt x="4388" y="727"/>
                        <a:pt x="4390" y="728"/>
                        <a:pt x="4391" y="728"/>
                      </a:cubicBezTo>
                      <a:lnTo>
                        <a:pt x="5498" y="1313"/>
                      </a:lnTo>
                      <a:lnTo>
                        <a:pt x="5552" y="1341"/>
                      </a:lnTo>
                      <a:cubicBezTo>
                        <a:pt x="5553" y="1342"/>
                        <a:pt x="5554" y="1343"/>
                        <a:pt x="5555" y="1344"/>
                      </a:cubicBezTo>
                      <a:cubicBezTo>
                        <a:pt x="5556" y="1346"/>
                        <a:pt x="5556" y="1347"/>
                        <a:pt x="5556" y="1349"/>
                      </a:cubicBezTo>
                      <a:cubicBezTo>
                        <a:pt x="5556" y="1350"/>
                        <a:pt x="5556" y="1352"/>
                        <a:pt x="5555" y="1353"/>
                      </a:cubicBezTo>
                      <a:lnTo>
                        <a:pt x="5555" y="1353"/>
                      </a:lnTo>
                      <a:cubicBezTo>
                        <a:pt x="5329" y="1707"/>
                        <a:pt x="5100" y="2058"/>
                        <a:pt x="4863" y="2405"/>
                      </a:cubicBezTo>
                      <a:cubicBezTo>
                        <a:pt x="4794" y="2506"/>
                        <a:pt x="4724" y="2607"/>
                        <a:pt x="4651" y="2707"/>
                      </a:cubicBezTo>
                      <a:cubicBezTo>
                        <a:pt x="4609" y="2769"/>
                        <a:pt x="4562" y="2828"/>
                        <a:pt x="4511" y="2884"/>
                      </a:cubicBezTo>
                      <a:cubicBezTo>
                        <a:pt x="4505" y="2890"/>
                        <a:pt x="4498" y="2896"/>
                        <a:pt x="4490" y="2900"/>
                      </a:cubicBezTo>
                      <a:cubicBezTo>
                        <a:pt x="4477" y="2907"/>
                        <a:pt x="4463" y="2912"/>
                        <a:pt x="4448" y="2912"/>
                      </a:cubicBezTo>
                      <a:cubicBezTo>
                        <a:pt x="4399" y="2919"/>
                        <a:pt x="4350" y="2928"/>
                        <a:pt x="4302" y="2936"/>
                      </a:cubicBezTo>
                      <a:cubicBezTo>
                        <a:pt x="3839" y="3016"/>
                        <a:pt x="3378" y="3104"/>
                        <a:pt x="2917" y="3190"/>
                      </a:cubicBezTo>
                      <a:cubicBezTo>
                        <a:pt x="2393" y="3287"/>
                        <a:pt x="1870" y="3387"/>
                        <a:pt x="1348" y="3487"/>
                      </a:cubicBezTo>
                      <a:cubicBezTo>
                        <a:pt x="1215" y="3513"/>
                        <a:pt x="1082" y="3537"/>
                        <a:pt x="950" y="3567"/>
                      </a:cubicBezTo>
                      <a:cubicBezTo>
                        <a:pt x="918" y="3574"/>
                        <a:pt x="902" y="3576"/>
                        <a:pt x="873" y="3553"/>
                      </a:cubicBezTo>
                      <a:cubicBezTo>
                        <a:pt x="805" y="3499"/>
                        <a:pt x="750" y="3425"/>
                        <a:pt x="697" y="3358"/>
                      </a:cubicBezTo>
                      <a:cubicBezTo>
                        <a:pt x="447" y="3042"/>
                        <a:pt x="222" y="2704"/>
                        <a:pt x="1" y="2366"/>
                      </a:cubicBezTo>
                      <a:lnTo>
                        <a:pt x="1" y="2366"/>
                      </a:lnTo>
                      <a:cubicBezTo>
                        <a:pt x="0" y="2365"/>
                        <a:pt x="0" y="2363"/>
                        <a:pt x="0" y="2361"/>
                      </a:cubicBezTo>
                      <a:cubicBezTo>
                        <a:pt x="0" y="2360"/>
                        <a:pt x="0" y="2358"/>
                        <a:pt x="1" y="2357"/>
                      </a:cubicBezTo>
                      <a:cubicBezTo>
                        <a:pt x="2" y="2356"/>
                        <a:pt x="2" y="2356"/>
                        <a:pt x="3" y="2355"/>
                      </a:cubicBezTo>
                      <a:cubicBezTo>
                        <a:pt x="172" y="2168"/>
                        <a:pt x="324" y="1967"/>
                        <a:pt x="484" y="17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3" name="Google Shape;283;p18"/>
              <p:cNvSpPr/>
              <p:nvPr/>
            </p:nvSpPr>
            <p:spPr>
              <a:xfrm flipH="1">
                <a:off x="-376177" y="4048819"/>
                <a:ext cx="845271" cy="121271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496" extrusionOk="0">
                    <a:moveTo>
                      <a:pt x="2755" y="340"/>
                    </a:moveTo>
                    <a:lnTo>
                      <a:pt x="2755" y="340"/>
                    </a:lnTo>
                    <a:cubicBezTo>
                      <a:pt x="2786" y="330"/>
                      <a:pt x="2819" y="325"/>
                      <a:pt x="2852" y="325"/>
                    </a:cubicBezTo>
                    <a:cubicBezTo>
                      <a:pt x="2853" y="325"/>
                      <a:pt x="2854" y="325"/>
                      <a:pt x="2855" y="325"/>
                    </a:cubicBezTo>
                    <a:cubicBezTo>
                      <a:pt x="2885" y="328"/>
                      <a:pt x="2913" y="345"/>
                      <a:pt x="2941" y="358"/>
                    </a:cubicBezTo>
                    <a:lnTo>
                      <a:pt x="2941" y="358"/>
                    </a:lnTo>
                    <a:cubicBezTo>
                      <a:pt x="2994" y="379"/>
                      <a:pt x="3050" y="394"/>
                      <a:pt x="3107" y="402"/>
                    </a:cubicBezTo>
                    <a:cubicBezTo>
                      <a:pt x="3221" y="422"/>
                      <a:pt x="3347" y="431"/>
                      <a:pt x="3457" y="473"/>
                    </a:cubicBezTo>
                    <a:cubicBezTo>
                      <a:pt x="2708" y="489"/>
                      <a:pt x="1968" y="478"/>
                      <a:pt x="1220" y="494"/>
                    </a:cubicBezTo>
                    <a:cubicBezTo>
                      <a:pt x="814" y="502"/>
                      <a:pt x="405" y="491"/>
                      <a:pt x="0" y="464"/>
                    </a:cubicBezTo>
                    <a:cubicBezTo>
                      <a:pt x="210" y="412"/>
                      <a:pt x="416" y="375"/>
                      <a:pt x="627" y="335"/>
                    </a:cubicBezTo>
                    <a:lnTo>
                      <a:pt x="627" y="335"/>
                    </a:lnTo>
                    <a:cubicBezTo>
                      <a:pt x="646" y="333"/>
                      <a:pt x="663" y="327"/>
                      <a:pt x="679" y="318"/>
                    </a:cubicBezTo>
                    <a:cubicBezTo>
                      <a:pt x="682" y="316"/>
                      <a:pt x="684" y="315"/>
                      <a:pt x="687" y="313"/>
                    </a:cubicBezTo>
                    <a:lnTo>
                      <a:pt x="687" y="313"/>
                    </a:lnTo>
                    <a:cubicBezTo>
                      <a:pt x="702" y="298"/>
                      <a:pt x="715" y="281"/>
                      <a:pt x="726" y="262"/>
                    </a:cubicBezTo>
                    <a:lnTo>
                      <a:pt x="726" y="262"/>
                    </a:lnTo>
                    <a:cubicBezTo>
                      <a:pt x="736" y="250"/>
                      <a:pt x="748" y="239"/>
                      <a:pt x="763" y="231"/>
                    </a:cubicBezTo>
                    <a:cubicBezTo>
                      <a:pt x="783" y="219"/>
                      <a:pt x="806" y="213"/>
                      <a:pt x="829" y="213"/>
                    </a:cubicBezTo>
                    <a:cubicBezTo>
                      <a:pt x="845" y="213"/>
                      <a:pt x="861" y="216"/>
                      <a:pt x="877" y="222"/>
                    </a:cubicBezTo>
                    <a:lnTo>
                      <a:pt x="877" y="222"/>
                    </a:lnTo>
                    <a:cubicBezTo>
                      <a:pt x="923" y="170"/>
                      <a:pt x="978" y="125"/>
                      <a:pt x="1039" y="90"/>
                    </a:cubicBezTo>
                    <a:cubicBezTo>
                      <a:pt x="1141" y="31"/>
                      <a:pt x="1257" y="0"/>
                      <a:pt x="1374" y="0"/>
                    </a:cubicBezTo>
                    <a:cubicBezTo>
                      <a:pt x="1390" y="0"/>
                      <a:pt x="1405" y="1"/>
                      <a:pt x="1421" y="2"/>
                    </a:cubicBezTo>
                    <a:cubicBezTo>
                      <a:pt x="1559" y="13"/>
                      <a:pt x="1709" y="85"/>
                      <a:pt x="1747" y="218"/>
                    </a:cubicBezTo>
                    <a:lnTo>
                      <a:pt x="1747" y="218"/>
                    </a:lnTo>
                    <a:cubicBezTo>
                      <a:pt x="1794" y="205"/>
                      <a:pt x="1842" y="199"/>
                      <a:pt x="1891" y="199"/>
                    </a:cubicBezTo>
                    <a:cubicBezTo>
                      <a:pt x="1952" y="199"/>
                      <a:pt x="2012" y="209"/>
                      <a:pt x="2069" y="229"/>
                    </a:cubicBezTo>
                    <a:lnTo>
                      <a:pt x="2069" y="229"/>
                    </a:lnTo>
                    <a:cubicBezTo>
                      <a:pt x="2104" y="244"/>
                      <a:pt x="2140" y="256"/>
                      <a:pt x="2177" y="264"/>
                    </a:cubicBezTo>
                    <a:cubicBezTo>
                      <a:pt x="2309" y="284"/>
                      <a:pt x="2410" y="218"/>
                      <a:pt x="2543" y="271"/>
                    </a:cubicBezTo>
                    <a:cubicBezTo>
                      <a:pt x="2588" y="288"/>
                      <a:pt x="2631" y="332"/>
                      <a:pt x="2677" y="342"/>
                    </a:cubicBezTo>
                    <a:lnTo>
                      <a:pt x="2677" y="342"/>
                    </a:lnTo>
                    <a:cubicBezTo>
                      <a:pt x="2688" y="344"/>
                      <a:pt x="2699" y="345"/>
                      <a:pt x="2710" y="345"/>
                    </a:cubicBezTo>
                    <a:cubicBezTo>
                      <a:pt x="2725" y="345"/>
                      <a:pt x="2740" y="344"/>
                      <a:pt x="2755" y="3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531000" y="4850384"/>
                <a:ext cx="1055332" cy="325974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1280" extrusionOk="0">
                    <a:moveTo>
                      <a:pt x="3983" y="1257"/>
                    </a:moveTo>
                    <a:cubicBezTo>
                      <a:pt x="4017" y="1257"/>
                      <a:pt x="3880" y="1167"/>
                      <a:pt x="3790" y="1172"/>
                    </a:cubicBezTo>
                    <a:lnTo>
                      <a:pt x="4144" y="1160"/>
                    </a:lnTo>
                    <a:lnTo>
                      <a:pt x="4144" y="1160"/>
                    </a:lnTo>
                    <a:cubicBezTo>
                      <a:pt x="4049" y="1126"/>
                      <a:pt x="3952" y="1101"/>
                      <a:pt x="3853" y="1086"/>
                    </a:cubicBezTo>
                    <a:cubicBezTo>
                      <a:pt x="3911" y="1077"/>
                      <a:pt x="3969" y="1065"/>
                      <a:pt x="4027" y="1050"/>
                    </a:cubicBezTo>
                    <a:cubicBezTo>
                      <a:pt x="4043" y="1046"/>
                      <a:pt x="4063" y="1039"/>
                      <a:pt x="4067" y="1021"/>
                    </a:cubicBezTo>
                    <a:cubicBezTo>
                      <a:pt x="4073" y="994"/>
                      <a:pt x="4040" y="978"/>
                      <a:pt x="4016" y="975"/>
                    </a:cubicBezTo>
                    <a:lnTo>
                      <a:pt x="4016" y="975"/>
                    </a:lnTo>
                    <a:cubicBezTo>
                      <a:pt x="3996" y="972"/>
                      <a:pt x="3976" y="971"/>
                      <a:pt x="3956" y="971"/>
                    </a:cubicBezTo>
                    <a:cubicBezTo>
                      <a:pt x="3901" y="971"/>
                      <a:pt x="3846" y="981"/>
                      <a:pt x="3795" y="1001"/>
                    </a:cubicBezTo>
                    <a:lnTo>
                      <a:pt x="3795" y="1001"/>
                    </a:lnTo>
                    <a:cubicBezTo>
                      <a:pt x="3832" y="988"/>
                      <a:pt x="3868" y="971"/>
                      <a:pt x="3903" y="951"/>
                    </a:cubicBezTo>
                    <a:cubicBezTo>
                      <a:pt x="3926" y="938"/>
                      <a:pt x="3949" y="922"/>
                      <a:pt x="3971" y="906"/>
                    </a:cubicBezTo>
                    <a:cubicBezTo>
                      <a:pt x="3992" y="890"/>
                      <a:pt x="4011" y="856"/>
                      <a:pt x="3991" y="841"/>
                    </a:cubicBezTo>
                    <a:lnTo>
                      <a:pt x="3991" y="841"/>
                    </a:lnTo>
                    <a:cubicBezTo>
                      <a:pt x="3985" y="838"/>
                      <a:pt x="3979" y="837"/>
                      <a:pt x="3974" y="837"/>
                    </a:cubicBezTo>
                    <a:cubicBezTo>
                      <a:pt x="3970" y="837"/>
                      <a:pt x="3967" y="837"/>
                      <a:pt x="3964" y="838"/>
                    </a:cubicBezTo>
                    <a:lnTo>
                      <a:pt x="3964" y="838"/>
                    </a:lnTo>
                    <a:cubicBezTo>
                      <a:pt x="3887" y="851"/>
                      <a:pt x="3813" y="875"/>
                      <a:pt x="3743" y="911"/>
                    </a:cubicBezTo>
                    <a:lnTo>
                      <a:pt x="3743" y="911"/>
                    </a:lnTo>
                    <a:cubicBezTo>
                      <a:pt x="3748" y="908"/>
                      <a:pt x="3752" y="906"/>
                      <a:pt x="3756" y="903"/>
                    </a:cubicBezTo>
                    <a:cubicBezTo>
                      <a:pt x="3836" y="858"/>
                      <a:pt x="3903" y="792"/>
                      <a:pt x="3948" y="712"/>
                    </a:cubicBezTo>
                    <a:cubicBezTo>
                      <a:pt x="3965" y="683"/>
                      <a:pt x="3979" y="652"/>
                      <a:pt x="3990" y="620"/>
                    </a:cubicBezTo>
                    <a:lnTo>
                      <a:pt x="3990" y="620"/>
                    </a:lnTo>
                    <a:cubicBezTo>
                      <a:pt x="3939" y="683"/>
                      <a:pt x="3877" y="737"/>
                      <a:pt x="3806" y="777"/>
                    </a:cubicBezTo>
                    <a:cubicBezTo>
                      <a:pt x="3738" y="817"/>
                      <a:pt x="3661" y="843"/>
                      <a:pt x="3583" y="856"/>
                    </a:cubicBezTo>
                    <a:cubicBezTo>
                      <a:pt x="3648" y="816"/>
                      <a:pt x="3712" y="773"/>
                      <a:pt x="3774" y="728"/>
                    </a:cubicBezTo>
                    <a:lnTo>
                      <a:pt x="3774" y="728"/>
                    </a:lnTo>
                    <a:lnTo>
                      <a:pt x="3774" y="727"/>
                    </a:lnTo>
                    <a:cubicBezTo>
                      <a:pt x="3782" y="723"/>
                      <a:pt x="3789" y="716"/>
                      <a:pt x="3794" y="708"/>
                    </a:cubicBezTo>
                    <a:cubicBezTo>
                      <a:pt x="3796" y="704"/>
                      <a:pt x="3798" y="700"/>
                      <a:pt x="3799" y="696"/>
                    </a:cubicBezTo>
                    <a:cubicBezTo>
                      <a:pt x="3803" y="666"/>
                      <a:pt x="3765" y="653"/>
                      <a:pt x="3737" y="654"/>
                    </a:cubicBezTo>
                    <a:lnTo>
                      <a:pt x="3737" y="654"/>
                    </a:lnTo>
                    <a:cubicBezTo>
                      <a:pt x="3660" y="658"/>
                      <a:pt x="3586" y="679"/>
                      <a:pt x="3519" y="715"/>
                    </a:cubicBezTo>
                    <a:lnTo>
                      <a:pt x="3519" y="715"/>
                    </a:lnTo>
                    <a:cubicBezTo>
                      <a:pt x="3539" y="706"/>
                      <a:pt x="3559" y="697"/>
                      <a:pt x="3577" y="686"/>
                    </a:cubicBezTo>
                    <a:cubicBezTo>
                      <a:pt x="3654" y="641"/>
                      <a:pt x="3718" y="578"/>
                      <a:pt x="3762" y="501"/>
                    </a:cubicBezTo>
                    <a:cubicBezTo>
                      <a:pt x="3777" y="475"/>
                      <a:pt x="3790" y="448"/>
                      <a:pt x="3800" y="420"/>
                    </a:cubicBezTo>
                    <a:lnTo>
                      <a:pt x="3800" y="420"/>
                    </a:lnTo>
                    <a:cubicBezTo>
                      <a:pt x="3730" y="423"/>
                      <a:pt x="3663" y="443"/>
                      <a:pt x="3603" y="477"/>
                    </a:cubicBezTo>
                    <a:cubicBezTo>
                      <a:pt x="3537" y="515"/>
                      <a:pt x="3483" y="570"/>
                      <a:pt x="3445" y="635"/>
                    </a:cubicBezTo>
                    <a:cubicBezTo>
                      <a:pt x="3443" y="638"/>
                      <a:pt x="3442" y="641"/>
                      <a:pt x="3440" y="644"/>
                    </a:cubicBezTo>
                    <a:cubicBezTo>
                      <a:pt x="3453" y="609"/>
                      <a:pt x="3483" y="586"/>
                      <a:pt x="3499" y="552"/>
                    </a:cubicBezTo>
                    <a:cubicBezTo>
                      <a:pt x="3515" y="519"/>
                      <a:pt x="3503" y="464"/>
                      <a:pt x="3468" y="465"/>
                    </a:cubicBezTo>
                    <a:lnTo>
                      <a:pt x="3468" y="465"/>
                    </a:lnTo>
                    <a:cubicBezTo>
                      <a:pt x="3460" y="466"/>
                      <a:pt x="3453" y="468"/>
                      <a:pt x="3446" y="472"/>
                    </a:cubicBezTo>
                    <a:cubicBezTo>
                      <a:pt x="3443" y="474"/>
                      <a:pt x="3441" y="475"/>
                      <a:pt x="3439" y="477"/>
                    </a:cubicBezTo>
                    <a:lnTo>
                      <a:pt x="3439" y="477"/>
                    </a:lnTo>
                    <a:cubicBezTo>
                      <a:pt x="3412" y="495"/>
                      <a:pt x="3388" y="519"/>
                      <a:pt x="3370" y="546"/>
                    </a:cubicBezTo>
                    <a:lnTo>
                      <a:pt x="3370" y="546"/>
                    </a:lnTo>
                    <a:cubicBezTo>
                      <a:pt x="3399" y="484"/>
                      <a:pt x="3414" y="416"/>
                      <a:pt x="3414" y="347"/>
                    </a:cubicBezTo>
                    <a:cubicBezTo>
                      <a:pt x="3414" y="339"/>
                      <a:pt x="3414" y="332"/>
                      <a:pt x="3414" y="324"/>
                    </a:cubicBezTo>
                    <a:cubicBezTo>
                      <a:pt x="3274" y="385"/>
                      <a:pt x="3176" y="540"/>
                      <a:pt x="3174" y="702"/>
                    </a:cubicBezTo>
                    <a:lnTo>
                      <a:pt x="3174" y="702"/>
                    </a:lnTo>
                    <a:cubicBezTo>
                      <a:pt x="3174" y="695"/>
                      <a:pt x="3174" y="688"/>
                      <a:pt x="3174" y="681"/>
                    </a:cubicBezTo>
                    <a:cubicBezTo>
                      <a:pt x="3174" y="603"/>
                      <a:pt x="3155" y="526"/>
                      <a:pt x="3117" y="458"/>
                    </a:cubicBezTo>
                    <a:cubicBezTo>
                      <a:pt x="3064" y="602"/>
                      <a:pt x="3038" y="780"/>
                      <a:pt x="2893" y="848"/>
                    </a:cubicBezTo>
                    <a:lnTo>
                      <a:pt x="2893" y="848"/>
                    </a:lnTo>
                    <a:cubicBezTo>
                      <a:pt x="2897" y="846"/>
                      <a:pt x="2900" y="845"/>
                      <a:pt x="2903" y="843"/>
                    </a:cubicBezTo>
                    <a:cubicBezTo>
                      <a:pt x="2927" y="829"/>
                      <a:pt x="2947" y="809"/>
                      <a:pt x="2961" y="785"/>
                    </a:cubicBezTo>
                    <a:cubicBezTo>
                      <a:pt x="2965" y="778"/>
                      <a:pt x="2969" y="771"/>
                      <a:pt x="2971" y="763"/>
                    </a:cubicBezTo>
                    <a:lnTo>
                      <a:pt x="2971" y="763"/>
                    </a:lnTo>
                    <a:cubicBezTo>
                      <a:pt x="2905" y="769"/>
                      <a:pt x="2840" y="787"/>
                      <a:pt x="2780" y="816"/>
                    </a:cubicBezTo>
                    <a:lnTo>
                      <a:pt x="2780" y="816"/>
                    </a:lnTo>
                    <a:cubicBezTo>
                      <a:pt x="2788" y="812"/>
                      <a:pt x="2796" y="808"/>
                      <a:pt x="2804" y="803"/>
                    </a:cubicBezTo>
                    <a:cubicBezTo>
                      <a:pt x="2882" y="758"/>
                      <a:pt x="2949" y="695"/>
                      <a:pt x="3000" y="619"/>
                    </a:cubicBezTo>
                    <a:cubicBezTo>
                      <a:pt x="2894" y="607"/>
                      <a:pt x="2796" y="671"/>
                      <a:pt x="2707" y="732"/>
                    </a:cubicBezTo>
                    <a:lnTo>
                      <a:pt x="2707" y="732"/>
                    </a:lnTo>
                    <a:cubicBezTo>
                      <a:pt x="2750" y="702"/>
                      <a:pt x="2786" y="662"/>
                      <a:pt x="2812" y="616"/>
                    </a:cubicBezTo>
                    <a:cubicBezTo>
                      <a:pt x="2829" y="587"/>
                      <a:pt x="2842" y="555"/>
                      <a:pt x="2850" y="522"/>
                    </a:cubicBezTo>
                    <a:cubicBezTo>
                      <a:pt x="2855" y="503"/>
                      <a:pt x="2854" y="474"/>
                      <a:pt x="2835" y="469"/>
                    </a:cubicBezTo>
                    <a:lnTo>
                      <a:pt x="2835" y="469"/>
                    </a:lnTo>
                    <a:cubicBezTo>
                      <a:pt x="2835" y="469"/>
                      <a:pt x="2834" y="469"/>
                      <a:pt x="2833" y="469"/>
                    </a:cubicBezTo>
                    <a:cubicBezTo>
                      <a:pt x="2827" y="469"/>
                      <a:pt x="2821" y="471"/>
                      <a:pt x="2816" y="474"/>
                    </a:cubicBezTo>
                    <a:cubicBezTo>
                      <a:pt x="2814" y="475"/>
                      <a:pt x="2812" y="476"/>
                      <a:pt x="2811" y="478"/>
                    </a:cubicBezTo>
                    <a:lnTo>
                      <a:pt x="2811" y="478"/>
                    </a:lnTo>
                    <a:cubicBezTo>
                      <a:pt x="2756" y="515"/>
                      <a:pt x="2708" y="561"/>
                      <a:pt x="2669" y="614"/>
                    </a:cubicBezTo>
                    <a:lnTo>
                      <a:pt x="2669" y="614"/>
                    </a:lnTo>
                    <a:cubicBezTo>
                      <a:pt x="2693" y="588"/>
                      <a:pt x="2714" y="559"/>
                      <a:pt x="2731" y="528"/>
                    </a:cubicBezTo>
                    <a:cubicBezTo>
                      <a:pt x="2776" y="451"/>
                      <a:pt x="2800" y="364"/>
                      <a:pt x="2800" y="275"/>
                    </a:cubicBezTo>
                    <a:cubicBezTo>
                      <a:pt x="2800" y="268"/>
                      <a:pt x="2799" y="262"/>
                      <a:pt x="2799" y="256"/>
                    </a:cubicBezTo>
                    <a:lnTo>
                      <a:pt x="2799" y="256"/>
                    </a:lnTo>
                    <a:cubicBezTo>
                      <a:pt x="2787" y="284"/>
                      <a:pt x="2773" y="311"/>
                      <a:pt x="2758" y="338"/>
                    </a:cubicBezTo>
                    <a:cubicBezTo>
                      <a:pt x="2690" y="456"/>
                      <a:pt x="2592" y="554"/>
                      <a:pt x="2474" y="622"/>
                    </a:cubicBezTo>
                    <a:cubicBezTo>
                      <a:pt x="2468" y="626"/>
                      <a:pt x="2461" y="629"/>
                      <a:pt x="2455" y="632"/>
                    </a:cubicBezTo>
                    <a:lnTo>
                      <a:pt x="2455" y="632"/>
                    </a:lnTo>
                    <a:cubicBezTo>
                      <a:pt x="2521" y="582"/>
                      <a:pt x="2576" y="520"/>
                      <a:pt x="2617" y="448"/>
                    </a:cubicBezTo>
                    <a:cubicBezTo>
                      <a:pt x="2631" y="424"/>
                      <a:pt x="2643" y="400"/>
                      <a:pt x="2654" y="374"/>
                    </a:cubicBezTo>
                    <a:cubicBezTo>
                      <a:pt x="2665" y="348"/>
                      <a:pt x="2669" y="309"/>
                      <a:pt x="2644" y="299"/>
                    </a:cubicBezTo>
                    <a:lnTo>
                      <a:pt x="2644" y="299"/>
                    </a:lnTo>
                    <a:cubicBezTo>
                      <a:pt x="2640" y="298"/>
                      <a:pt x="2636" y="297"/>
                      <a:pt x="2632" y="297"/>
                    </a:cubicBezTo>
                    <a:cubicBezTo>
                      <a:pt x="2624" y="297"/>
                      <a:pt x="2617" y="299"/>
                      <a:pt x="2610" y="303"/>
                    </a:cubicBezTo>
                    <a:lnTo>
                      <a:pt x="2610" y="303"/>
                    </a:lnTo>
                    <a:cubicBezTo>
                      <a:pt x="2579" y="314"/>
                      <a:pt x="2550" y="329"/>
                      <a:pt x="2521" y="345"/>
                    </a:cubicBezTo>
                    <a:cubicBezTo>
                      <a:pt x="2515" y="348"/>
                      <a:pt x="2510" y="352"/>
                      <a:pt x="2504" y="355"/>
                    </a:cubicBezTo>
                    <a:lnTo>
                      <a:pt x="2504" y="355"/>
                    </a:lnTo>
                    <a:cubicBezTo>
                      <a:pt x="2570" y="284"/>
                      <a:pt x="2629" y="204"/>
                      <a:pt x="2678" y="120"/>
                    </a:cubicBezTo>
                    <a:cubicBezTo>
                      <a:pt x="2686" y="106"/>
                      <a:pt x="2694" y="91"/>
                      <a:pt x="2701" y="77"/>
                    </a:cubicBezTo>
                    <a:lnTo>
                      <a:pt x="2701" y="77"/>
                    </a:lnTo>
                    <a:cubicBezTo>
                      <a:pt x="2702" y="76"/>
                      <a:pt x="2703" y="74"/>
                      <a:pt x="2704" y="73"/>
                    </a:cubicBezTo>
                    <a:cubicBezTo>
                      <a:pt x="2708" y="66"/>
                      <a:pt x="2710" y="58"/>
                      <a:pt x="2710" y="49"/>
                    </a:cubicBezTo>
                    <a:cubicBezTo>
                      <a:pt x="2710" y="46"/>
                      <a:pt x="2710" y="42"/>
                      <a:pt x="2709" y="38"/>
                    </a:cubicBezTo>
                    <a:cubicBezTo>
                      <a:pt x="2700" y="16"/>
                      <a:pt x="2668" y="23"/>
                      <a:pt x="2649" y="35"/>
                    </a:cubicBezTo>
                    <a:lnTo>
                      <a:pt x="2649" y="35"/>
                    </a:lnTo>
                    <a:cubicBezTo>
                      <a:pt x="2528" y="110"/>
                      <a:pt x="2428" y="213"/>
                      <a:pt x="2357" y="335"/>
                    </a:cubicBezTo>
                    <a:cubicBezTo>
                      <a:pt x="2333" y="376"/>
                      <a:pt x="2313" y="419"/>
                      <a:pt x="2296" y="464"/>
                    </a:cubicBezTo>
                    <a:lnTo>
                      <a:pt x="2353" y="202"/>
                    </a:lnTo>
                    <a:cubicBezTo>
                      <a:pt x="2195" y="315"/>
                      <a:pt x="2124" y="527"/>
                      <a:pt x="2080" y="716"/>
                    </a:cubicBezTo>
                    <a:cubicBezTo>
                      <a:pt x="2053" y="665"/>
                      <a:pt x="2059" y="603"/>
                      <a:pt x="2051" y="545"/>
                    </a:cubicBezTo>
                    <a:cubicBezTo>
                      <a:pt x="2043" y="487"/>
                      <a:pt x="2004" y="423"/>
                      <a:pt x="1950" y="429"/>
                    </a:cubicBezTo>
                    <a:cubicBezTo>
                      <a:pt x="1911" y="434"/>
                      <a:pt x="1883" y="474"/>
                      <a:pt x="1871" y="514"/>
                    </a:cubicBezTo>
                    <a:lnTo>
                      <a:pt x="1871" y="514"/>
                    </a:lnTo>
                    <a:cubicBezTo>
                      <a:pt x="1861" y="555"/>
                      <a:pt x="1847" y="595"/>
                      <a:pt x="1829" y="633"/>
                    </a:cubicBezTo>
                    <a:lnTo>
                      <a:pt x="1721" y="284"/>
                    </a:lnTo>
                    <a:lnTo>
                      <a:pt x="1721" y="284"/>
                    </a:lnTo>
                    <a:cubicBezTo>
                      <a:pt x="1682" y="423"/>
                      <a:pt x="1627" y="556"/>
                      <a:pt x="1554" y="681"/>
                    </a:cubicBezTo>
                    <a:cubicBezTo>
                      <a:pt x="1538" y="710"/>
                      <a:pt x="1520" y="738"/>
                      <a:pt x="1502" y="766"/>
                    </a:cubicBezTo>
                    <a:cubicBezTo>
                      <a:pt x="1469" y="749"/>
                      <a:pt x="1496" y="697"/>
                      <a:pt x="1498" y="659"/>
                    </a:cubicBezTo>
                    <a:lnTo>
                      <a:pt x="1498" y="659"/>
                    </a:lnTo>
                    <a:cubicBezTo>
                      <a:pt x="1498" y="644"/>
                      <a:pt x="1494" y="630"/>
                      <a:pt x="1486" y="617"/>
                    </a:cubicBezTo>
                    <a:cubicBezTo>
                      <a:pt x="1478" y="604"/>
                      <a:pt x="1467" y="592"/>
                      <a:pt x="1453" y="584"/>
                    </a:cubicBezTo>
                    <a:cubicBezTo>
                      <a:pt x="1441" y="577"/>
                      <a:pt x="1426" y="573"/>
                      <a:pt x="1411" y="572"/>
                    </a:cubicBezTo>
                    <a:lnTo>
                      <a:pt x="1411" y="572"/>
                    </a:lnTo>
                    <a:cubicBezTo>
                      <a:pt x="1373" y="574"/>
                      <a:pt x="1335" y="585"/>
                      <a:pt x="1301" y="604"/>
                    </a:cubicBezTo>
                    <a:cubicBezTo>
                      <a:pt x="1296" y="607"/>
                      <a:pt x="1292" y="610"/>
                      <a:pt x="1287" y="613"/>
                    </a:cubicBezTo>
                    <a:lnTo>
                      <a:pt x="1287" y="613"/>
                    </a:lnTo>
                    <a:cubicBezTo>
                      <a:pt x="1366" y="537"/>
                      <a:pt x="1437" y="453"/>
                      <a:pt x="1499" y="363"/>
                    </a:cubicBezTo>
                    <a:lnTo>
                      <a:pt x="1499" y="363"/>
                    </a:lnTo>
                    <a:cubicBezTo>
                      <a:pt x="1501" y="360"/>
                      <a:pt x="1504" y="357"/>
                      <a:pt x="1505" y="354"/>
                    </a:cubicBezTo>
                    <a:cubicBezTo>
                      <a:pt x="1511" y="345"/>
                      <a:pt x="1513" y="335"/>
                      <a:pt x="1513" y="325"/>
                    </a:cubicBezTo>
                    <a:cubicBezTo>
                      <a:pt x="1513" y="323"/>
                      <a:pt x="1513" y="321"/>
                      <a:pt x="1513" y="320"/>
                    </a:cubicBezTo>
                    <a:cubicBezTo>
                      <a:pt x="1508" y="296"/>
                      <a:pt x="1478" y="291"/>
                      <a:pt x="1454" y="294"/>
                    </a:cubicBezTo>
                    <a:lnTo>
                      <a:pt x="1454" y="294"/>
                    </a:lnTo>
                    <a:cubicBezTo>
                      <a:pt x="1368" y="300"/>
                      <a:pt x="1284" y="327"/>
                      <a:pt x="1210" y="369"/>
                    </a:cubicBezTo>
                    <a:cubicBezTo>
                      <a:pt x="1192" y="380"/>
                      <a:pt x="1175" y="390"/>
                      <a:pt x="1159" y="402"/>
                    </a:cubicBezTo>
                    <a:cubicBezTo>
                      <a:pt x="1245" y="319"/>
                      <a:pt x="1336" y="227"/>
                      <a:pt x="1355" y="105"/>
                    </a:cubicBezTo>
                    <a:cubicBezTo>
                      <a:pt x="1362" y="65"/>
                      <a:pt x="1353" y="13"/>
                      <a:pt x="1317" y="2"/>
                    </a:cubicBezTo>
                    <a:lnTo>
                      <a:pt x="1317" y="2"/>
                    </a:lnTo>
                    <a:cubicBezTo>
                      <a:pt x="1311" y="0"/>
                      <a:pt x="1305" y="0"/>
                      <a:pt x="1299" y="0"/>
                    </a:cubicBezTo>
                    <a:cubicBezTo>
                      <a:pt x="1288" y="0"/>
                      <a:pt x="1277" y="2"/>
                      <a:pt x="1267" y="6"/>
                    </a:cubicBezTo>
                    <a:cubicBezTo>
                      <a:pt x="1073" y="70"/>
                      <a:pt x="970" y="220"/>
                      <a:pt x="876" y="400"/>
                    </a:cubicBezTo>
                    <a:cubicBezTo>
                      <a:pt x="828" y="312"/>
                      <a:pt x="815" y="221"/>
                      <a:pt x="732" y="153"/>
                    </a:cubicBezTo>
                    <a:lnTo>
                      <a:pt x="738" y="575"/>
                    </a:lnTo>
                    <a:lnTo>
                      <a:pt x="738" y="575"/>
                    </a:lnTo>
                    <a:cubicBezTo>
                      <a:pt x="732" y="563"/>
                      <a:pt x="726" y="551"/>
                      <a:pt x="719" y="539"/>
                    </a:cubicBezTo>
                    <a:cubicBezTo>
                      <a:pt x="660" y="438"/>
                      <a:pt x="584" y="348"/>
                      <a:pt x="493" y="274"/>
                    </a:cubicBezTo>
                    <a:cubicBezTo>
                      <a:pt x="466" y="254"/>
                      <a:pt x="425" y="239"/>
                      <a:pt x="410" y="268"/>
                    </a:cubicBezTo>
                    <a:lnTo>
                      <a:pt x="410" y="268"/>
                    </a:lnTo>
                    <a:cubicBezTo>
                      <a:pt x="409" y="274"/>
                      <a:pt x="408" y="280"/>
                      <a:pt x="408" y="286"/>
                    </a:cubicBezTo>
                    <a:cubicBezTo>
                      <a:pt x="408" y="298"/>
                      <a:pt x="412" y="309"/>
                      <a:pt x="417" y="319"/>
                    </a:cubicBezTo>
                    <a:cubicBezTo>
                      <a:pt x="419" y="322"/>
                      <a:pt x="420" y="325"/>
                      <a:pt x="423" y="328"/>
                    </a:cubicBezTo>
                    <a:lnTo>
                      <a:pt x="639" y="690"/>
                    </a:lnTo>
                    <a:lnTo>
                      <a:pt x="639" y="690"/>
                    </a:lnTo>
                    <a:cubicBezTo>
                      <a:pt x="609" y="666"/>
                      <a:pt x="578" y="645"/>
                      <a:pt x="545" y="626"/>
                    </a:cubicBezTo>
                    <a:cubicBezTo>
                      <a:pt x="509" y="605"/>
                      <a:pt x="471" y="587"/>
                      <a:pt x="431" y="572"/>
                    </a:cubicBezTo>
                    <a:lnTo>
                      <a:pt x="605" y="840"/>
                    </a:lnTo>
                    <a:lnTo>
                      <a:pt x="605" y="840"/>
                    </a:lnTo>
                    <a:cubicBezTo>
                      <a:pt x="598" y="835"/>
                      <a:pt x="591" y="830"/>
                      <a:pt x="584" y="826"/>
                    </a:cubicBezTo>
                    <a:cubicBezTo>
                      <a:pt x="528" y="794"/>
                      <a:pt x="465" y="777"/>
                      <a:pt x="401" y="777"/>
                    </a:cubicBezTo>
                    <a:cubicBezTo>
                      <a:pt x="356" y="777"/>
                      <a:pt x="311" y="786"/>
                      <a:pt x="269" y="802"/>
                    </a:cubicBezTo>
                    <a:lnTo>
                      <a:pt x="511" y="912"/>
                    </a:lnTo>
                    <a:lnTo>
                      <a:pt x="511" y="912"/>
                    </a:lnTo>
                    <a:cubicBezTo>
                      <a:pt x="502" y="911"/>
                      <a:pt x="494" y="911"/>
                      <a:pt x="486" y="911"/>
                    </a:cubicBezTo>
                    <a:cubicBezTo>
                      <a:pt x="402" y="911"/>
                      <a:pt x="319" y="927"/>
                      <a:pt x="242" y="958"/>
                    </a:cubicBezTo>
                    <a:lnTo>
                      <a:pt x="447" y="1063"/>
                    </a:lnTo>
                    <a:cubicBezTo>
                      <a:pt x="372" y="1150"/>
                      <a:pt x="229" y="1101"/>
                      <a:pt x="135" y="1164"/>
                    </a:cubicBezTo>
                    <a:lnTo>
                      <a:pt x="298" y="1213"/>
                    </a:lnTo>
                    <a:lnTo>
                      <a:pt x="0" y="1258"/>
                    </a:lnTo>
                    <a:cubicBezTo>
                      <a:pt x="232" y="1303"/>
                      <a:pt x="3766" y="1264"/>
                      <a:pt x="3983" y="125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 flipH="1">
                <a:off x="391343" y="3854263"/>
                <a:ext cx="17460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50" extrusionOk="0">
                    <a:moveTo>
                      <a:pt x="278" y="263"/>
                    </a:moveTo>
                    <a:lnTo>
                      <a:pt x="278" y="263"/>
                    </a:lnTo>
                    <a:cubicBezTo>
                      <a:pt x="279" y="267"/>
                      <a:pt x="280" y="271"/>
                      <a:pt x="281" y="275"/>
                    </a:cubicBezTo>
                    <a:lnTo>
                      <a:pt x="281" y="275"/>
                    </a:lnTo>
                    <a:cubicBezTo>
                      <a:pt x="283" y="290"/>
                      <a:pt x="289" y="305"/>
                      <a:pt x="296" y="318"/>
                    </a:cubicBezTo>
                    <a:cubicBezTo>
                      <a:pt x="302" y="328"/>
                      <a:pt x="309" y="337"/>
                      <a:pt x="317" y="345"/>
                    </a:cubicBezTo>
                    <a:lnTo>
                      <a:pt x="317" y="345"/>
                    </a:lnTo>
                    <a:cubicBezTo>
                      <a:pt x="317" y="343"/>
                      <a:pt x="317" y="340"/>
                      <a:pt x="317" y="338"/>
                    </a:cubicBezTo>
                    <a:cubicBezTo>
                      <a:pt x="317" y="331"/>
                      <a:pt x="316" y="324"/>
                      <a:pt x="314" y="318"/>
                    </a:cubicBezTo>
                    <a:lnTo>
                      <a:pt x="314" y="318"/>
                    </a:lnTo>
                    <a:cubicBezTo>
                      <a:pt x="319" y="325"/>
                      <a:pt x="325" y="331"/>
                      <a:pt x="331" y="336"/>
                    </a:cubicBezTo>
                    <a:lnTo>
                      <a:pt x="331" y="336"/>
                    </a:lnTo>
                    <a:cubicBezTo>
                      <a:pt x="332" y="336"/>
                      <a:pt x="332" y="337"/>
                      <a:pt x="332" y="337"/>
                    </a:cubicBezTo>
                    <a:cubicBezTo>
                      <a:pt x="333" y="337"/>
                      <a:pt x="334" y="338"/>
                      <a:pt x="334" y="338"/>
                    </a:cubicBezTo>
                    <a:cubicBezTo>
                      <a:pt x="338" y="338"/>
                      <a:pt x="339" y="333"/>
                      <a:pt x="338" y="330"/>
                    </a:cubicBezTo>
                    <a:lnTo>
                      <a:pt x="338" y="330"/>
                    </a:lnTo>
                    <a:cubicBezTo>
                      <a:pt x="336" y="327"/>
                      <a:pt x="335" y="324"/>
                      <a:pt x="335" y="320"/>
                    </a:cubicBezTo>
                    <a:lnTo>
                      <a:pt x="335" y="320"/>
                    </a:lnTo>
                    <a:cubicBezTo>
                      <a:pt x="343" y="330"/>
                      <a:pt x="352" y="340"/>
                      <a:pt x="362" y="347"/>
                    </a:cubicBezTo>
                    <a:cubicBezTo>
                      <a:pt x="365" y="350"/>
                      <a:pt x="369" y="352"/>
                      <a:pt x="372" y="349"/>
                    </a:cubicBezTo>
                    <a:lnTo>
                      <a:pt x="372" y="349"/>
                    </a:lnTo>
                    <a:cubicBezTo>
                      <a:pt x="372" y="348"/>
                      <a:pt x="372" y="346"/>
                      <a:pt x="372" y="345"/>
                    </a:cubicBezTo>
                    <a:cubicBezTo>
                      <a:pt x="372" y="343"/>
                      <a:pt x="372" y="343"/>
                      <a:pt x="372" y="342"/>
                    </a:cubicBezTo>
                    <a:lnTo>
                      <a:pt x="372" y="342"/>
                    </a:lnTo>
                    <a:cubicBezTo>
                      <a:pt x="368" y="328"/>
                      <a:pt x="363" y="315"/>
                      <a:pt x="357" y="302"/>
                    </a:cubicBezTo>
                    <a:lnTo>
                      <a:pt x="357" y="302"/>
                    </a:lnTo>
                    <a:cubicBezTo>
                      <a:pt x="361" y="306"/>
                      <a:pt x="365" y="310"/>
                      <a:pt x="370" y="313"/>
                    </a:cubicBezTo>
                    <a:cubicBezTo>
                      <a:pt x="377" y="317"/>
                      <a:pt x="384" y="319"/>
                      <a:pt x="392" y="319"/>
                    </a:cubicBezTo>
                    <a:lnTo>
                      <a:pt x="392" y="319"/>
                    </a:lnTo>
                    <a:cubicBezTo>
                      <a:pt x="391" y="315"/>
                      <a:pt x="390" y="311"/>
                      <a:pt x="388" y="307"/>
                    </a:cubicBezTo>
                    <a:cubicBezTo>
                      <a:pt x="385" y="302"/>
                      <a:pt x="380" y="297"/>
                      <a:pt x="375" y="294"/>
                    </a:cubicBezTo>
                    <a:lnTo>
                      <a:pt x="375" y="294"/>
                    </a:lnTo>
                    <a:lnTo>
                      <a:pt x="375" y="294"/>
                    </a:lnTo>
                    <a:cubicBezTo>
                      <a:pt x="376" y="295"/>
                      <a:pt x="378" y="296"/>
                      <a:pt x="379" y="297"/>
                    </a:cubicBezTo>
                    <a:cubicBezTo>
                      <a:pt x="385" y="300"/>
                      <a:pt x="392" y="302"/>
                      <a:pt x="398" y="302"/>
                    </a:cubicBezTo>
                    <a:cubicBezTo>
                      <a:pt x="405" y="302"/>
                      <a:pt x="411" y="300"/>
                      <a:pt x="417" y="297"/>
                    </a:cubicBezTo>
                    <a:cubicBezTo>
                      <a:pt x="418" y="297"/>
                      <a:pt x="418" y="297"/>
                      <a:pt x="418" y="297"/>
                    </a:cubicBezTo>
                    <a:lnTo>
                      <a:pt x="418" y="297"/>
                    </a:lnTo>
                    <a:cubicBezTo>
                      <a:pt x="413" y="292"/>
                      <a:pt x="407" y="288"/>
                      <a:pt x="401" y="284"/>
                    </a:cubicBezTo>
                    <a:cubicBezTo>
                      <a:pt x="394" y="280"/>
                      <a:pt x="386" y="277"/>
                      <a:pt x="378" y="275"/>
                    </a:cubicBezTo>
                    <a:lnTo>
                      <a:pt x="399" y="269"/>
                    </a:lnTo>
                    <a:cubicBezTo>
                      <a:pt x="384" y="266"/>
                      <a:pt x="368" y="263"/>
                      <a:pt x="354" y="259"/>
                    </a:cubicBezTo>
                    <a:lnTo>
                      <a:pt x="354" y="259"/>
                    </a:lnTo>
                    <a:cubicBezTo>
                      <a:pt x="345" y="257"/>
                      <a:pt x="337" y="254"/>
                      <a:pt x="329" y="249"/>
                    </a:cubicBezTo>
                    <a:cubicBezTo>
                      <a:pt x="324" y="246"/>
                      <a:pt x="318" y="241"/>
                      <a:pt x="313" y="237"/>
                    </a:cubicBezTo>
                    <a:cubicBezTo>
                      <a:pt x="306" y="225"/>
                      <a:pt x="332" y="226"/>
                      <a:pt x="340" y="221"/>
                    </a:cubicBezTo>
                    <a:lnTo>
                      <a:pt x="340" y="221"/>
                    </a:lnTo>
                    <a:lnTo>
                      <a:pt x="340" y="221"/>
                    </a:lnTo>
                    <a:cubicBezTo>
                      <a:pt x="333" y="217"/>
                      <a:pt x="328" y="211"/>
                      <a:pt x="323" y="205"/>
                    </a:cubicBezTo>
                    <a:cubicBezTo>
                      <a:pt x="326" y="209"/>
                      <a:pt x="355" y="200"/>
                      <a:pt x="359" y="199"/>
                    </a:cubicBezTo>
                    <a:cubicBezTo>
                      <a:pt x="363" y="197"/>
                      <a:pt x="363" y="197"/>
                      <a:pt x="363" y="195"/>
                    </a:cubicBezTo>
                    <a:lnTo>
                      <a:pt x="363" y="195"/>
                    </a:lnTo>
                    <a:cubicBezTo>
                      <a:pt x="363" y="195"/>
                      <a:pt x="363" y="194"/>
                      <a:pt x="362" y="193"/>
                    </a:cubicBezTo>
                    <a:lnTo>
                      <a:pt x="361" y="192"/>
                    </a:lnTo>
                    <a:lnTo>
                      <a:pt x="361" y="192"/>
                    </a:lnTo>
                    <a:cubicBezTo>
                      <a:pt x="357" y="188"/>
                      <a:pt x="353" y="185"/>
                      <a:pt x="348" y="182"/>
                    </a:cubicBezTo>
                    <a:cubicBezTo>
                      <a:pt x="347" y="181"/>
                      <a:pt x="345" y="180"/>
                      <a:pt x="343" y="179"/>
                    </a:cubicBezTo>
                    <a:lnTo>
                      <a:pt x="343" y="179"/>
                    </a:lnTo>
                    <a:cubicBezTo>
                      <a:pt x="357" y="179"/>
                      <a:pt x="370" y="175"/>
                      <a:pt x="382" y="168"/>
                    </a:cubicBezTo>
                    <a:cubicBezTo>
                      <a:pt x="387" y="165"/>
                      <a:pt x="392" y="162"/>
                      <a:pt x="396" y="158"/>
                    </a:cubicBezTo>
                    <a:lnTo>
                      <a:pt x="396" y="158"/>
                    </a:lnTo>
                    <a:cubicBezTo>
                      <a:pt x="390" y="157"/>
                      <a:pt x="384" y="156"/>
                      <a:pt x="378" y="156"/>
                    </a:cubicBezTo>
                    <a:cubicBezTo>
                      <a:pt x="377" y="156"/>
                      <a:pt x="377" y="156"/>
                      <a:pt x="376" y="156"/>
                    </a:cubicBezTo>
                    <a:cubicBezTo>
                      <a:pt x="386" y="156"/>
                      <a:pt x="441" y="141"/>
                      <a:pt x="424" y="125"/>
                    </a:cubicBezTo>
                    <a:lnTo>
                      <a:pt x="424" y="125"/>
                    </a:lnTo>
                    <a:cubicBezTo>
                      <a:pt x="423" y="125"/>
                      <a:pt x="423" y="124"/>
                      <a:pt x="421" y="123"/>
                    </a:cubicBezTo>
                    <a:cubicBezTo>
                      <a:pt x="418" y="122"/>
                      <a:pt x="415" y="121"/>
                      <a:pt x="412" y="120"/>
                    </a:cubicBezTo>
                    <a:lnTo>
                      <a:pt x="450" y="109"/>
                    </a:lnTo>
                    <a:lnTo>
                      <a:pt x="450" y="109"/>
                    </a:lnTo>
                    <a:cubicBezTo>
                      <a:pt x="452" y="109"/>
                      <a:pt x="453" y="108"/>
                      <a:pt x="454" y="107"/>
                    </a:cubicBezTo>
                    <a:lnTo>
                      <a:pt x="455" y="107"/>
                    </a:lnTo>
                    <a:lnTo>
                      <a:pt x="455" y="107"/>
                    </a:lnTo>
                    <a:cubicBezTo>
                      <a:pt x="456" y="106"/>
                      <a:pt x="456" y="106"/>
                      <a:pt x="456" y="106"/>
                    </a:cubicBezTo>
                    <a:cubicBezTo>
                      <a:pt x="457" y="104"/>
                      <a:pt x="457" y="102"/>
                      <a:pt x="457" y="101"/>
                    </a:cubicBezTo>
                    <a:cubicBezTo>
                      <a:pt x="457" y="99"/>
                      <a:pt x="457" y="98"/>
                      <a:pt x="456" y="97"/>
                    </a:cubicBezTo>
                    <a:cubicBezTo>
                      <a:pt x="455" y="95"/>
                      <a:pt x="454" y="94"/>
                      <a:pt x="453" y="94"/>
                    </a:cubicBezTo>
                    <a:lnTo>
                      <a:pt x="453" y="94"/>
                    </a:lnTo>
                    <a:cubicBezTo>
                      <a:pt x="450" y="92"/>
                      <a:pt x="446" y="91"/>
                      <a:pt x="442" y="91"/>
                    </a:cubicBezTo>
                    <a:cubicBezTo>
                      <a:pt x="441" y="91"/>
                      <a:pt x="440" y="91"/>
                      <a:pt x="440" y="91"/>
                    </a:cubicBezTo>
                    <a:lnTo>
                      <a:pt x="440" y="91"/>
                    </a:lnTo>
                    <a:cubicBezTo>
                      <a:pt x="447" y="89"/>
                      <a:pt x="454" y="86"/>
                      <a:pt x="460" y="82"/>
                    </a:cubicBezTo>
                    <a:cubicBezTo>
                      <a:pt x="466" y="79"/>
                      <a:pt x="471" y="75"/>
                      <a:pt x="476" y="70"/>
                    </a:cubicBezTo>
                    <a:lnTo>
                      <a:pt x="476" y="70"/>
                    </a:lnTo>
                    <a:cubicBezTo>
                      <a:pt x="467" y="66"/>
                      <a:pt x="458" y="63"/>
                      <a:pt x="448" y="63"/>
                    </a:cubicBezTo>
                    <a:lnTo>
                      <a:pt x="448" y="63"/>
                    </a:lnTo>
                    <a:cubicBezTo>
                      <a:pt x="450" y="62"/>
                      <a:pt x="451" y="61"/>
                      <a:pt x="453" y="60"/>
                    </a:cubicBezTo>
                    <a:cubicBezTo>
                      <a:pt x="465" y="53"/>
                      <a:pt x="475" y="44"/>
                      <a:pt x="481" y="33"/>
                    </a:cubicBezTo>
                    <a:cubicBezTo>
                      <a:pt x="483" y="30"/>
                      <a:pt x="484" y="27"/>
                      <a:pt x="485" y="24"/>
                    </a:cubicBezTo>
                    <a:lnTo>
                      <a:pt x="485" y="24"/>
                    </a:lnTo>
                    <a:cubicBezTo>
                      <a:pt x="474" y="29"/>
                      <a:pt x="462" y="32"/>
                      <a:pt x="450" y="35"/>
                    </a:cubicBezTo>
                    <a:lnTo>
                      <a:pt x="450" y="35"/>
                    </a:lnTo>
                    <a:cubicBezTo>
                      <a:pt x="463" y="25"/>
                      <a:pt x="474" y="14"/>
                      <a:pt x="484" y="0"/>
                    </a:cubicBezTo>
                    <a:lnTo>
                      <a:pt x="484" y="0"/>
                    </a:lnTo>
                    <a:cubicBezTo>
                      <a:pt x="457" y="9"/>
                      <a:pt x="430" y="21"/>
                      <a:pt x="405" y="35"/>
                    </a:cubicBezTo>
                    <a:cubicBezTo>
                      <a:pt x="397" y="40"/>
                      <a:pt x="388" y="45"/>
                      <a:pt x="380" y="51"/>
                    </a:cubicBezTo>
                    <a:lnTo>
                      <a:pt x="380" y="51"/>
                    </a:lnTo>
                    <a:lnTo>
                      <a:pt x="379" y="51"/>
                    </a:lnTo>
                    <a:cubicBezTo>
                      <a:pt x="368" y="58"/>
                      <a:pt x="358" y="65"/>
                      <a:pt x="348" y="74"/>
                    </a:cubicBezTo>
                    <a:lnTo>
                      <a:pt x="348" y="74"/>
                    </a:lnTo>
                    <a:cubicBezTo>
                      <a:pt x="336" y="87"/>
                      <a:pt x="325" y="101"/>
                      <a:pt x="317" y="116"/>
                    </a:cubicBezTo>
                    <a:cubicBezTo>
                      <a:pt x="313" y="123"/>
                      <a:pt x="309" y="130"/>
                      <a:pt x="306" y="137"/>
                    </a:cubicBezTo>
                    <a:cubicBezTo>
                      <a:pt x="297" y="155"/>
                      <a:pt x="296" y="184"/>
                      <a:pt x="274" y="190"/>
                    </a:cubicBezTo>
                    <a:lnTo>
                      <a:pt x="274" y="190"/>
                    </a:lnTo>
                    <a:cubicBezTo>
                      <a:pt x="272" y="190"/>
                      <a:pt x="270" y="190"/>
                      <a:pt x="268" y="190"/>
                    </a:cubicBezTo>
                    <a:cubicBezTo>
                      <a:pt x="260" y="190"/>
                      <a:pt x="252" y="188"/>
                      <a:pt x="245" y="184"/>
                    </a:cubicBezTo>
                    <a:cubicBezTo>
                      <a:pt x="243" y="183"/>
                      <a:pt x="242" y="182"/>
                      <a:pt x="240" y="181"/>
                    </a:cubicBezTo>
                    <a:cubicBezTo>
                      <a:pt x="205" y="161"/>
                      <a:pt x="174" y="122"/>
                      <a:pt x="134" y="116"/>
                    </a:cubicBezTo>
                    <a:cubicBezTo>
                      <a:pt x="94" y="110"/>
                      <a:pt x="51" y="101"/>
                      <a:pt x="8" y="98"/>
                    </a:cubicBezTo>
                    <a:cubicBezTo>
                      <a:pt x="5" y="98"/>
                      <a:pt x="0" y="98"/>
                      <a:pt x="0" y="103"/>
                    </a:cubicBezTo>
                    <a:lnTo>
                      <a:pt x="0" y="103"/>
                    </a:lnTo>
                    <a:cubicBezTo>
                      <a:pt x="0" y="104"/>
                      <a:pt x="0" y="105"/>
                      <a:pt x="1" y="106"/>
                    </a:cubicBezTo>
                    <a:lnTo>
                      <a:pt x="1" y="106"/>
                    </a:lnTo>
                    <a:lnTo>
                      <a:pt x="1" y="106"/>
                    </a:lnTo>
                    <a:cubicBezTo>
                      <a:pt x="5" y="112"/>
                      <a:pt x="10" y="116"/>
                      <a:pt x="16" y="120"/>
                    </a:cubicBezTo>
                    <a:cubicBezTo>
                      <a:pt x="19" y="121"/>
                      <a:pt x="22" y="123"/>
                      <a:pt x="25" y="124"/>
                    </a:cubicBezTo>
                    <a:cubicBezTo>
                      <a:pt x="34" y="127"/>
                      <a:pt x="44" y="130"/>
                      <a:pt x="53" y="134"/>
                    </a:cubicBezTo>
                    <a:lnTo>
                      <a:pt x="19" y="141"/>
                    </a:lnTo>
                    <a:cubicBezTo>
                      <a:pt x="18" y="141"/>
                      <a:pt x="17" y="142"/>
                      <a:pt x="17" y="143"/>
                    </a:cubicBezTo>
                    <a:lnTo>
                      <a:pt x="17" y="143"/>
                    </a:lnTo>
                    <a:lnTo>
                      <a:pt x="17" y="143"/>
                    </a:lnTo>
                    <a:cubicBezTo>
                      <a:pt x="27" y="149"/>
                      <a:pt x="38" y="153"/>
                      <a:pt x="50" y="154"/>
                    </a:cubicBezTo>
                    <a:cubicBezTo>
                      <a:pt x="57" y="155"/>
                      <a:pt x="65" y="154"/>
                      <a:pt x="69" y="162"/>
                    </a:cubicBezTo>
                    <a:cubicBezTo>
                      <a:pt x="60" y="167"/>
                      <a:pt x="49" y="167"/>
                      <a:pt x="39" y="171"/>
                    </a:cubicBezTo>
                    <a:lnTo>
                      <a:pt x="39" y="171"/>
                    </a:lnTo>
                    <a:lnTo>
                      <a:pt x="38" y="172"/>
                    </a:lnTo>
                    <a:lnTo>
                      <a:pt x="37" y="173"/>
                    </a:lnTo>
                    <a:lnTo>
                      <a:pt x="37" y="173"/>
                    </a:lnTo>
                    <a:cubicBezTo>
                      <a:pt x="36" y="174"/>
                      <a:pt x="36" y="174"/>
                      <a:pt x="36" y="174"/>
                    </a:cubicBezTo>
                    <a:cubicBezTo>
                      <a:pt x="36" y="175"/>
                      <a:pt x="37" y="176"/>
                      <a:pt x="37" y="177"/>
                    </a:cubicBezTo>
                    <a:lnTo>
                      <a:pt x="38" y="178"/>
                    </a:lnTo>
                    <a:lnTo>
                      <a:pt x="38" y="178"/>
                    </a:lnTo>
                    <a:cubicBezTo>
                      <a:pt x="40" y="180"/>
                      <a:pt x="41" y="181"/>
                      <a:pt x="43" y="182"/>
                    </a:cubicBezTo>
                    <a:cubicBezTo>
                      <a:pt x="48" y="185"/>
                      <a:pt x="53" y="186"/>
                      <a:pt x="58" y="186"/>
                    </a:cubicBezTo>
                    <a:lnTo>
                      <a:pt x="58" y="186"/>
                    </a:lnTo>
                    <a:lnTo>
                      <a:pt x="58" y="186"/>
                    </a:lnTo>
                    <a:cubicBezTo>
                      <a:pt x="62" y="186"/>
                      <a:pt x="66" y="186"/>
                      <a:pt x="70" y="186"/>
                    </a:cubicBezTo>
                    <a:cubicBezTo>
                      <a:pt x="78" y="186"/>
                      <a:pt x="85" y="186"/>
                      <a:pt x="93" y="184"/>
                    </a:cubicBezTo>
                    <a:cubicBezTo>
                      <a:pt x="98" y="184"/>
                      <a:pt x="116" y="181"/>
                      <a:pt x="119" y="177"/>
                    </a:cubicBezTo>
                    <a:lnTo>
                      <a:pt x="100" y="206"/>
                    </a:lnTo>
                    <a:lnTo>
                      <a:pt x="100" y="206"/>
                    </a:lnTo>
                    <a:cubicBezTo>
                      <a:pt x="102" y="206"/>
                      <a:pt x="104" y="207"/>
                      <a:pt x="106" y="207"/>
                    </a:cubicBezTo>
                    <a:cubicBezTo>
                      <a:pt x="116" y="207"/>
                      <a:pt x="125" y="204"/>
                      <a:pt x="133" y="200"/>
                    </a:cubicBezTo>
                    <a:cubicBezTo>
                      <a:pt x="133" y="199"/>
                      <a:pt x="134" y="199"/>
                      <a:pt x="135" y="198"/>
                    </a:cubicBezTo>
                    <a:lnTo>
                      <a:pt x="128" y="216"/>
                    </a:lnTo>
                    <a:lnTo>
                      <a:pt x="128" y="216"/>
                    </a:lnTo>
                    <a:cubicBezTo>
                      <a:pt x="127" y="217"/>
                      <a:pt x="127" y="219"/>
                      <a:pt x="127" y="221"/>
                    </a:cubicBezTo>
                    <a:cubicBezTo>
                      <a:pt x="127" y="222"/>
                      <a:pt x="127" y="223"/>
                      <a:pt x="127" y="224"/>
                    </a:cubicBezTo>
                    <a:cubicBezTo>
                      <a:pt x="129" y="230"/>
                      <a:pt x="139" y="228"/>
                      <a:pt x="143" y="224"/>
                    </a:cubicBezTo>
                    <a:cubicBezTo>
                      <a:pt x="147" y="219"/>
                      <a:pt x="151" y="212"/>
                      <a:pt x="157" y="210"/>
                    </a:cubicBezTo>
                    <a:lnTo>
                      <a:pt x="157" y="210"/>
                    </a:lnTo>
                    <a:cubicBezTo>
                      <a:pt x="157" y="211"/>
                      <a:pt x="157" y="211"/>
                      <a:pt x="157" y="212"/>
                    </a:cubicBezTo>
                    <a:cubicBezTo>
                      <a:pt x="157" y="215"/>
                      <a:pt x="156" y="219"/>
                      <a:pt x="155" y="222"/>
                    </a:cubicBezTo>
                    <a:cubicBezTo>
                      <a:pt x="155" y="226"/>
                      <a:pt x="157" y="231"/>
                      <a:pt x="161" y="230"/>
                    </a:cubicBezTo>
                    <a:lnTo>
                      <a:pt x="161" y="230"/>
                    </a:lnTo>
                    <a:cubicBezTo>
                      <a:pt x="161" y="230"/>
                      <a:pt x="163" y="231"/>
                      <a:pt x="163" y="230"/>
                    </a:cubicBezTo>
                    <a:cubicBezTo>
                      <a:pt x="164" y="229"/>
                      <a:pt x="164" y="229"/>
                      <a:pt x="164" y="228"/>
                    </a:cubicBezTo>
                    <a:lnTo>
                      <a:pt x="182" y="214"/>
                    </a:lnTo>
                    <a:cubicBezTo>
                      <a:pt x="180" y="215"/>
                      <a:pt x="195" y="237"/>
                      <a:pt x="197" y="238"/>
                    </a:cubicBezTo>
                    <a:lnTo>
                      <a:pt x="197" y="238"/>
                    </a:lnTo>
                    <a:cubicBezTo>
                      <a:pt x="197" y="239"/>
                      <a:pt x="198" y="240"/>
                      <a:pt x="200" y="241"/>
                    </a:cubicBezTo>
                    <a:cubicBezTo>
                      <a:pt x="200" y="241"/>
                      <a:pt x="201" y="242"/>
                      <a:pt x="202" y="242"/>
                    </a:cubicBezTo>
                    <a:cubicBezTo>
                      <a:pt x="205" y="242"/>
                      <a:pt x="209" y="238"/>
                      <a:pt x="209" y="234"/>
                    </a:cubicBezTo>
                    <a:lnTo>
                      <a:pt x="209" y="234"/>
                    </a:lnTo>
                    <a:cubicBezTo>
                      <a:pt x="209" y="231"/>
                      <a:pt x="208" y="228"/>
                      <a:pt x="206" y="225"/>
                    </a:cubicBezTo>
                    <a:cubicBezTo>
                      <a:pt x="206" y="224"/>
                      <a:pt x="205" y="224"/>
                      <a:pt x="205" y="223"/>
                    </a:cubicBezTo>
                    <a:lnTo>
                      <a:pt x="205" y="223"/>
                    </a:lnTo>
                    <a:cubicBezTo>
                      <a:pt x="211" y="229"/>
                      <a:pt x="217" y="233"/>
                      <a:pt x="224" y="237"/>
                    </a:cubicBezTo>
                    <a:cubicBezTo>
                      <a:pt x="227" y="239"/>
                      <a:pt x="231" y="241"/>
                      <a:pt x="235" y="243"/>
                    </a:cubicBezTo>
                    <a:lnTo>
                      <a:pt x="235" y="243"/>
                    </a:lnTo>
                    <a:cubicBezTo>
                      <a:pt x="235" y="240"/>
                      <a:pt x="234" y="238"/>
                      <a:pt x="233" y="236"/>
                    </a:cubicBezTo>
                    <a:cubicBezTo>
                      <a:pt x="231" y="233"/>
                      <a:pt x="229" y="231"/>
                      <a:pt x="226" y="229"/>
                    </a:cubicBezTo>
                    <a:lnTo>
                      <a:pt x="248" y="241"/>
                    </a:lnTo>
                    <a:cubicBezTo>
                      <a:pt x="250" y="241"/>
                      <a:pt x="252" y="242"/>
                      <a:pt x="253" y="241"/>
                    </a:cubicBezTo>
                    <a:cubicBezTo>
                      <a:pt x="255" y="240"/>
                      <a:pt x="253" y="237"/>
                      <a:pt x="251" y="238"/>
                    </a:cubicBezTo>
                    <a:cubicBezTo>
                      <a:pt x="258" y="247"/>
                      <a:pt x="271" y="250"/>
                      <a:pt x="276" y="260"/>
                    </a:cubicBezTo>
                    <a:lnTo>
                      <a:pt x="278" y="2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23"/>
          <p:cNvSpPr txBox="1">
            <a:spLocks noGrp="1"/>
          </p:cNvSpPr>
          <p:nvPr>
            <p:ph type="subTitle" idx="1"/>
          </p:nvPr>
        </p:nvSpPr>
        <p:spPr>
          <a:xfrm>
            <a:off x="1018950" y="1602941"/>
            <a:ext cx="71061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3"/>
          <p:cNvSpPr txBox="1">
            <a:spLocks noGrp="1"/>
          </p:cNvSpPr>
          <p:nvPr>
            <p:ph type="subTitle" idx="2"/>
          </p:nvPr>
        </p:nvSpPr>
        <p:spPr>
          <a:xfrm>
            <a:off x="1018950" y="2731127"/>
            <a:ext cx="7106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3"/>
          <p:cNvSpPr txBox="1">
            <a:spLocks noGrp="1"/>
          </p:cNvSpPr>
          <p:nvPr>
            <p:ph type="subTitle" idx="3"/>
          </p:nvPr>
        </p:nvSpPr>
        <p:spPr>
          <a:xfrm>
            <a:off x="1018950" y="3851625"/>
            <a:ext cx="7106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3"/>
          <p:cNvSpPr txBox="1">
            <a:spLocks noGrp="1"/>
          </p:cNvSpPr>
          <p:nvPr>
            <p:ph type="subTitle" idx="4"/>
          </p:nvPr>
        </p:nvSpPr>
        <p:spPr>
          <a:xfrm>
            <a:off x="1018950" y="1227643"/>
            <a:ext cx="7106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Kumbh Sans"/>
                <a:ea typeface="Kumbh Sans"/>
                <a:cs typeface="Kumbh Sans"/>
                <a:sym typeface="Kumbh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36" name="Google Shape;336;p23"/>
          <p:cNvSpPr txBox="1">
            <a:spLocks noGrp="1"/>
          </p:cNvSpPr>
          <p:nvPr>
            <p:ph type="subTitle" idx="5"/>
          </p:nvPr>
        </p:nvSpPr>
        <p:spPr>
          <a:xfrm>
            <a:off x="1018950" y="2350127"/>
            <a:ext cx="7106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Kumbh Sans"/>
                <a:ea typeface="Kumbh Sans"/>
                <a:cs typeface="Kumbh Sans"/>
                <a:sym typeface="Kumbh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37" name="Google Shape;337;p23"/>
          <p:cNvSpPr txBox="1">
            <a:spLocks noGrp="1"/>
          </p:cNvSpPr>
          <p:nvPr>
            <p:ph type="subTitle" idx="6"/>
          </p:nvPr>
        </p:nvSpPr>
        <p:spPr>
          <a:xfrm>
            <a:off x="1018950" y="3470626"/>
            <a:ext cx="7106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Kumbh Sans"/>
                <a:ea typeface="Kumbh Sans"/>
                <a:cs typeface="Kumbh Sans"/>
                <a:sym typeface="Kumbh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338" name="Google Shape;338;p23"/>
          <p:cNvGrpSpPr/>
          <p:nvPr/>
        </p:nvGrpSpPr>
        <p:grpSpPr>
          <a:xfrm>
            <a:off x="-93350" y="4172308"/>
            <a:ext cx="9706518" cy="1482469"/>
            <a:chOff x="-93350" y="4172308"/>
            <a:chExt cx="9706518" cy="1482469"/>
          </a:xfrm>
        </p:grpSpPr>
        <p:grpSp>
          <p:nvGrpSpPr>
            <p:cNvPr id="339" name="Google Shape;339;p23"/>
            <p:cNvGrpSpPr/>
            <p:nvPr/>
          </p:nvGrpSpPr>
          <p:grpSpPr>
            <a:xfrm>
              <a:off x="-93350" y="4651600"/>
              <a:ext cx="9706518" cy="1003177"/>
              <a:chOff x="-93350" y="4651600"/>
              <a:chExt cx="9706518" cy="1003177"/>
            </a:xfrm>
          </p:grpSpPr>
          <p:grpSp>
            <p:nvGrpSpPr>
              <p:cNvPr id="340" name="Google Shape;340;p23"/>
              <p:cNvGrpSpPr/>
              <p:nvPr/>
            </p:nvGrpSpPr>
            <p:grpSpPr>
              <a:xfrm>
                <a:off x="-93350" y="4651600"/>
                <a:ext cx="9706518" cy="1003177"/>
                <a:chOff x="-93350" y="4575400"/>
                <a:chExt cx="9706518" cy="1003177"/>
              </a:xfrm>
            </p:grpSpPr>
            <p:sp>
              <p:nvSpPr>
                <p:cNvPr id="341" name="Google Shape;341;p23"/>
                <p:cNvSpPr/>
                <p:nvPr/>
              </p:nvSpPr>
              <p:spPr>
                <a:xfrm>
                  <a:off x="1805901" y="4575400"/>
                  <a:ext cx="3155629" cy="840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1657" extrusionOk="0">
                      <a:moveTo>
                        <a:pt x="6219" y="1594"/>
                      </a:moveTo>
                      <a:lnTo>
                        <a:pt x="8" y="1657"/>
                      </a:lnTo>
                      <a:lnTo>
                        <a:pt x="0" y="546"/>
                      </a:lnTo>
                      <a:cubicBezTo>
                        <a:pt x="104" y="528"/>
                        <a:pt x="208" y="520"/>
                        <a:pt x="311" y="502"/>
                      </a:cubicBezTo>
                      <a:cubicBezTo>
                        <a:pt x="461" y="477"/>
                        <a:pt x="604" y="554"/>
                        <a:pt x="752" y="606"/>
                      </a:cubicBezTo>
                      <a:cubicBezTo>
                        <a:pt x="941" y="674"/>
                        <a:pt x="1084" y="661"/>
                        <a:pt x="1269" y="594"/>
                      </a:cubicBezTo>
                      <a:lnTo>
                        <a:pt x="1269" y="594"/>
                      </a:lnTo>
                      <a:cubicBezTo>
                        <a:pt x="1294" y="583"/>
                        <a:pt x="1318" y="571"/>
                        <a:pt x="1341" y="557"/>
                      </a:cubicBezTo>
                      <a:cubicBezTo>
                        <a:pt x="1368" y="542"/>
                        <a:pt x="1393" y="525"/>
                        <a:pt x="1418" y="506"/>
                      </a:cubicBezTo>
                      <a:cubicBezTo>
                        <a:pt x="1617" y="368"/>
                        <a:pt x="1819" y="307"/>
                        <a:pt x="2021" y="201"/>
                      </a:cubicBezTo>
                      <a:cubicBezTo>
                        <a:pt x="2254" y="79"/>
                        <a:pt x="2493" y="-37"/>
                        <a:pt x="2743" y="10"/>
                      </a:cubicBezTo>
                      <a:lnTo>
                        <a:pt x="2743" y="10"/>
                      </a:lnTo>
                      <a:cubicBezTo>
                        <a:pt x="2842" y="33"/>
                        <a:pt x="2937" y="69"/>
                        <a:pt x="3027" y="116"/>
                      </a:cubicBezTo>
                      <a:cubicBezTo>
                        <a:pt x="3302" y="250"/>
                        <a:pt x="3571" y="411"/>
                        <a:pt x="3852" y="513"/>
                      </a:cubicBezTo>
                      <a:cubicBezTo>
                        <a:pt x="4132" y="615"/>
                        <a:pt x="4428" y="658"/>
                        <a:pt x="4706" y="550"/>
                      </a:cubicBezTo>
                      <a:cubicBezTo>
                        <a:pt x="4838" y="499"/>
                        <a:pt x="4967" y="415"/>
                        <a:pt x="5103" y="418"/>
                      </a:cubicBezTo>
                      <a:cubicBezTo>
                        <a:pt x="5170" y="418"/>
                        <a:pt x="5235" y="440"/>
                        <a:pt x="5303" y="440"/>
                      </a:cubicBezTo>
                      <a:cubicBezTo>
                        <a:pt x="5379" y="440"/>
                        <a:pt x="5454" y="412"/>
                        <a:pt x="5529" y="399"/>
                      </a:cubicBezTo>
                      <a:lnTo>
                        <a:pt x="5529" y="399"/>
                      </a:lnTo>
                      <a:cubicBezTo>
                        <a:pt x="5566" y="392"/>
                        <a:pt x="5604" y="389"/>
                        <a:pt x="5641" y="389"/>
                      </a:cubicBezTo>
                      <a:cubicBezTo>
                        <a:pt x="5727" y="389"/>
                        <a:pt x="5812" y="406"/>
                        <a:pt x="5891" y="440"/>
                      </a:cubicBezTo>
                      <a:cubicBezTo>
                        <a:pt x="5946" y="463"/>
                        <a:pt x="6000" y="512"/>
                        <a:pt x="6056" y="528"/>
                      </a:cubicBezTo>
                      <a:cubicBezTo>
                        <a:pt x="6107" y="544"/>
                        <a:pt x="6161" y="519"/>
                        <a:pt x="6211" y="551"/>
                      </a:cubicBezTo>
                      <a:lnTo>
                        <a:pt x="6219" y="159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23"/>
                <p:cNvSpPr/>
                <p:nvPr/>
              </p:nvSpPr>
              <p:spPr>
                <a:xfrm flipH="1">
                  <a:off x="4205871" y="4591125"/>
                  <a:ext cx="3706151" cy="9874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1657" extrusionOk="0">
                      <a:moveTo>
                        <a:pt x="6219" y="1594"/>
                      </a:moveTo>
                      <a:lnTo>
                        <a:pt x="8" y="1657"/>
                      </a:lnTo>
                      <a:lnTo>
                        <a:pt x="0" y="546"/>
                      </a:lnTo>
                      <a:cubicBezTo>
                        <a:pt x="104" y="528"/>
                        <a:pt x="208" y="520"/>
                        <a:pt x="311" y="502"/>
                      </a:cubicBezTo>
                      <a:cubicBezTo>
                        <a:pt x="461" y="477"/>
                        <a:pt x="604" y="554"/>
                        <a:pt x="752" y="606"/>
                      </a:cubicBezTo>
                      <a:cubicBezTo>
                        <a:pt x="941" y="674"/>
                        <a:pt x="1084" y="661"/>
                        <a:pt x="1269" y="594"/>
                      </a:cubicBezTo>
                      <a:lnTo>
                        <a:pt x="1269" y="594"/>
                      </a:lnTo>
                      <a:cubicBezTo>
                        <a:pt x="1294" y="583"/>
                        <a:pt x="1318" y="571"/>
                        <a:pt x="1341" y="557"/>
                      </a:cubicBezTo>
                      <a:cubicBezTo>
                        <a:pt x="1368" y="542"/>
                        <a:pt x="1393" y="525"/>
                        <a:pt x="1418" y="506"/>
                      </a:cubicBezTo>
                      <a:cubicBezTo>
                        <a:pt x="1617" y="368"/>
                        <a:pt x="1819" y="307"/>
                        <a:pt x="2021" y="201"/>
                      </a:cubicBezTo>
                      <a:cubicBezTo>
                        <a:pt x="2254" y="79"/>
                        <a:pt x="2493" y="-37"/>
                        <a:pt x="2743" y="10"/>
                      </a:cubicBezTo>
                      <a:lnTo>
                        <a:pt x="2743" y="10"/>
                      </a:lnTo>
                      <a:cubicBezTo>
                        <a:pt x="2842" y="33"/>
                        <a:pt x="2937" y="69"/>
                        <a:pt x="3027" y="116"/>
                      </a:cubicBezTo>
                      <a:cubicBezTo>
                        <a:pt x="3302" y="250"/>
                        <a:pt x="3571" y="411"/>
                        <a:pt x="3852" y="513"/>
                      </a:cubicBezTo>
                      <a:cubicBezTo>
                        <a:pt x="4132" y="615"/>
                        <a:pt x="4428" y="658"/>
                        <a:pt x="4706" y="550"/>
                      </a:cubicBezTo>
                      <a:cubicBezTo>
                        <a:pt x="4838" y="499"/>
                        <a:pt x="4967" y="415"/>
                        <a:pt x="5103" y="418"/>
                      </a:cubicBezTo>
                      <a:cubicBezTo>
                        <a:pt x="5170" y="418"/>
                        <a:pt x="5235" y="440"/>
                        <a:pt x="5303" y="440"/>
                      </a:cubicBezTo>
                      <a:cubicBezTo>
                        <a:pt x="5379" y="440"/>
                        <a:pt x="5454" y="412"/>
                        <a:pt x="5529" y="399"/>
                      </a:cubicBezTo>
                      <a:lnTo>
                        <a:pt x="5529" y="399"/>
                      </a:lnTo>
                      <a:cubicBezTo>
                        <a:pt x="5566" y="392"/>
                        <a:pt x="5604" y="389"/>
                        <a:pt x="5641" y="389"/>
                      </a:cubicBezTo>
                      <a:cubicBezTo>
                        <a:pt x="5727" y="389"/>
                        <a:pt x="5812" y="406"/>
                        <a:pt x="5891" y="440"/>
                      </a:cubicBezTo>
                      <a:cubicBezTo>
                        <a:pt x="5946" y="463"/>
                        <a:pt x="6000" y="512"/>
                        <a:pt x="6056" y="528"/>
                      </a:cubicBezTo>
                      <a:cubicBezTo>
                        <a:pt x="6107" y="544"/>
                        <a:pt x="6161" y="519"/>
                        <a:pt x="6211" y="551"/>
                      </a:cubicBezTo>
                      <a:lnTo>
                        <a:pt x="6219" y="159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23"/>
                <p:cNvSpPr/>
                <p:nvPr/>
              </p:nvSpPr>
              <p:spPr>
                <a:xfrm>
                  <a:off x="-93350" y="4684850"/>
                  <a:ext cx="2334053" cy="621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1657" extrusionOk="0">
                      <a:moveTo>
                        <a:pt x="6219" y="1594"/>
                      </a:moveTo>
                      <a:lnTo>
                        <a:pt x="8" y="1657"/>
                      </a:lnTo>
                      <a:lnTo>
                        <a:pt x="0" y="546"/>
                      </a:lnTo>
                      <a:cubicBezTo>
                        <a:pt x="104" y="528"/>
                        <a:pt x="208" y="520"/>
                        <a:pt x="311" y="502"/>
                      </a:cubicBezTo>
                      <a:cubicBezTo>
                        <a:pt x="461" y="477"/>
                        <a:pt x="604" y="554"/>
                        <a:pt x="752" y="606"/>
                      </a:cubicBezTo>
                      <a:cubicBezTo>
                        <a:pt x="941" y="674"/>
                        <a:pt x="1084" y="661"/>
                        <a:pt x="1269" y="594"/>
                      </a:cubicBezTo>
                      <a:lnTo>
                        <a:pt x="1269" y="594"/>
                      </a:lnTo>
                      <a:cubicBezTo>
                        <a:pt x="1294" y="583"/>
                        <a:pt x="1318" y="571"/>
                        <a:pt x="1341" y="557"/>
                      </a:cubicBezTo>
                      <a:cubicBezTo>
                        <a:pt x="1368" y="542"/>
                        <a:pt x="1393" y="525"/>
                        <a:pt x="1418" y="506"/>
                      </a:cubicBezTo>
                      <a:cubicBezTo>
                        <a:pt x="1617" y="368"/>
                        <a:pt x="1819" y="307"/>
                        <a:pt x="2021" y="201"/>
                      </a:cubicBezTo>
                      <a:cubicBezTo>
                        <a:pt x="2254" y="79"/>
                        <a:pt x="2493" y="-37"/>
                        <a:pt x="2743" y="10"/>
                      </a:cubicBezTo>
                      <a:lnTo>
                        <a:pt x="2743" y="10"/>
                      </a:lnTo>
                      <a:cubicBezTo>
                        <a:pt x="2842" y="33"/>
                        <a:pt x="2937" y="69"/>
                        <a:pt x="3027" y="116"/>
                      </a:cubicBezTo>
                      <a:cubicBezTo>
                        <a:pt x="3302" y="250"/>
                        <a:pt x="3571" y="411"/>
                        <a:pt x="3852" y="513"/>
                      </a:cubicBezTo>
                      <a:cubicBezTo>
                        <a:pt x="4132" y="615"/>
                        <a:pt x="4428" y="658"/>
                        <a:pt x="4706" y="550"/>
                      </a:cubicBezTo>
                      <a:cubicBezTo>
                        <a:pt x="4838" y="499"/>
                        <a:pt x="4967" y="415"/>
                        <a:pt x="5103" y="418"/>
                      </a:cubicBezTo>
                      <a:cubicBezTo>
                        <a:pt x="5170" y="418"/>
                        <a:pt x="5235" y="440"/>
                        <a:pt x="5303" y="440"/>
                      </a:cubicBezTo>
                      <a:cubicBezTo>
                        <a:pt x="5379" y="440"/>
                        <a:pt x="5454" y="412"/>
                        <a:pt x="5529" y="399"/>
                      </a:cubicBezTo>
                      <a:lnTo>
                        <a:pt x="5529" y="399"/>
                      </a:lnTo>
                      <a:cubicBezTo>
                        <a:pt x="5566" y="392"/>
                        <a:pt x="5604" y="389"/>
                        <a:pt x="5641" y="389"/>
                      </a:cubicBezTo>
                      <a:cubicBezTo>
                        <a:pt x="5727" y="389"/>
                        <a:pt x="5812" y="406"/>
                        <a:pt x="5891" y="440"/>
                      </a:cubicBezTo>
                      <a:cubicBezTo>
                        <a:pt x="5946" y="463"/>
                        <a:pt x="6000" y="512"/>
                        <a:pt x="6056" y="528"/>
                      </a:cubicBezTo>
                      <a:cubicBezTo>
                        <a:pt x="6107" y="544"/>
                        <a:pt x="6161" y="519"/>
                        <a:pt x="6211" y="551"/>
                      </a:cubicBezTo>
                      <a:lnTo>
                        <a:pt x="6219" y="159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23"/>
                <p:cNvSpPr/>
                <p:nvPr/>
              </p:nvSpPr>
              <p:spPr>
                <a:xfrm>
                  <a:off x="7632587" y="4715929"/>
                  <a:ext cx="1980580" cy="527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1657" extrusionOk="0">
                      <a:moveTo>
                        <a:pt x="6219" y="1594"/>
                      </a:moveTo>
                      <a:lnTo>
                        <a:pt x="8" y="1657"/>
                      </a:lnTo>
                      <a:lnTo>
                        <a:pt x="0" y="546"/>
                      </a:lnTo>
                      <a:cubicBezTo>
                        <a:pt x="104" y="528"/>
                        <a:pt x="208" y="520"/>
                        <a:pt x="311" y="502"/>
                      </a:cubicBezTo>
                      <a:cubicBezTo>
                        <a:pt x="461" y="477"/>
                        <a:pt x="604" y="554"/>
                        <a:pt x="752" y="606"/>
                      </a:cubicBezTo>
                      <a:cubicBezTo>
                        <a:pt x="941" y="674"/>
                        <a:pt x="1084" y="661"/>
                        <a:pt x="1269" y="594"/>
                      </a:cubicBezTo>
                      <a:lnTo>
                        <a:pt x="1269" y="594"/>
                      </a:lnTo>
                      <a:cubicBezTo>
                        <a:pt x="1294" y="583"/>
                        <a:pt x="1318" y="571"/>
                        <a:pt x="1341" y="557"/>
                      </a:cubicBezTo>
                      <a:cubicBezTo>
                        <a:pt x="1368" y="542"/>
                        <a:pt x="1393" y="525"/>
                        <a:pt x="1418" y="506"/>
                      </a:cubicBezTo>
                      <a:cubicBezTo>
                        <a:pt x="1617" y="368"/>
                        <a:pt x="1819" y="307"/>
                        <a:pt x="2021" y="201"/>
                      </a:cubicBezTo>
                      <a:cubicBezTo>
                        <a:pt x="2254" y="79"/>
                        <a:pt x="2493" y="-37"/>
                        <a:pt x="2743" y="10"/>
                      </a:cubicBezTo>
                      <a:lnTo>
                        <a:pt x="2743" y="10"/>
                      </a:lnTo>
                      <a:cubicBezTo>
                        <a:pt x="2842" y="33"/>
                        <a:pt x="2937" y="69"/>
                        <a:pt x="3027" y="116"/>
                      </a:cubicBezTo>
                      <a:cubicBezTo>
                        <a:pt x="3302" y="250"/>
                        <a:pt x="3571" y="411"/>
                        <a:pt x="3852" y="513"/>
                      </a:cubicBezTo>
                      <a:cubicBezTo>
                        <a:pt x="4132" y="615"/>
                        <a:pt x="4428" y="658"/>
                        <a:pt x="4706" y="550"/>
                      </a:cubicBezTo>
                      <a:cubicBezTo>
                        <a:pt x="4838" y="499"/>
                        <a:pt x="4967" y="415"/>
                        <a:pt x="5103" y="418"/>
                      </a:cubicBezTo>
                      <a:cubicBezTo>
                        <a:pt x="5170" y="418"/>
                        <a:pt x="5235" y="440"/>
                        <a:pt x="5303" y="440"/>
                      </a:cubicBezTo>
                      <a:cubicBezTo>
                        <a:pt x="5379" y="440"/>
                        <a:pt x="5454" y="412"/>
                        <a:pt x="5529" y="399"/>
                      </a:cubicBezTo>
                      <a:lnTo>
                        <a:pt x="5529" y="399"/>
                      </a:lnTo>
                      <a:cubicBezTo>
                        <a:pt x="5566" y="392"/>
                        <a:pt x="5604" y="389"/>
                        <a:pt x="5641" y="389"/>
                      </a:cubicBezTo>
                      <a:cubicBezTo>
                        <a:pt x="5727" y="389"/>
                        <a:pt x="5812" y="406"/>
                        <a:pt x="5891" y="440"/>
                      </a:cubicBezTo>
                      <a:cubicBezTo>
                        <a:pt x="5946" y="463"/>
                        <a:pt x="6000" y="512"/>
                        <a:pt x="6056" y="528"/>
                      </a:cubicBezTo>
                      <a:cubicBezTo>
                        <a:pt x="6107" y="544"/>
                        <a:pt x="6161" y="519"/>
                        <a:pt x="6211" y="551"/>
                      </a:cubicBezTo>
                      <a:lnTo>
                        <a:pt x="6219" y="159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5" name="Google Shape;345;p23"/>
              <p:cNvSpPr/>
              <p:nvPr/>
            </p:nvSpPr>
            <p:spPr>
              <a:xfrm>
                <a:off x="0" y="4877373"/>
                <a:ext cx="1598175" cy="271950"/>
              </a:xfrm>
              <a:custGeom>
                <a:avLst/>
                <a:gdLst/>
                <a:ahLst/>
                <a:cxnLst/>
                <a:rect l="l" t="t" r="r" b="b"/>
                <a:pathLst>
                  <a:path w="3291" h="560" extrusionOk="0">
                    <a:moveTo>
                      <a:pt x="3025" y="557"/>
                    </a:moveTo>
                    <a:cubicBezTo>
                      <a:pt x="3102" y="557"/>
                      <a:pt x="3192" y="570"/>
                      <a:pt x="3265" y="543"/>
                    </a:cubicBezTo>
                    <a:lnTo>
                      <a:pt x="3265" y="543"/>
                    </a:lnTo>
                    <a:cubicBezTo>
                      <a:pt x="3269" y="542"/>
                      <a:pt x="3271" y="541"/>
                      <a:pt x="3275" y="539"/>
                    </a:cubicBezTo>
                    <a:cubicBezTo>
                      <a:pt x="3278" y="537"/>
                      <a:pt x="3283" y="534"/>
                      <a:pt x="3286" y="531"/>
                    </a:cubicBezTo>
                    <a:lnTo>
                      <a:pt x="3286" y="531"/>
                    </a:lnTo>
                    <a:cubicBezTo>
                      <a:pt x="3287" y="530"/>
                      <a:pt x="3288" y="528"/>
                      <a:pt x="3289" y="527"/>
                    </a:cubicBezTo>
                    <a:cubicBezTo>
                      <a:pt x="3290" y="524"/>
                      <a:pt x="3291" y="521"/>
                      <a:pt x="3291" y="517"/>
                    </a:cubicBezTo>
                    <a:cubicBezTo>
                      <a:pt x="3291" y="514"/>
                      <a:pt x="3290" y="511"/>
                      <a:pt x="3289" y="508"/>
                    </a:cubicBezTo>
                    <a:lnTo>
                      <a:pt x="3289" y="508"/>
                    </a:lnTo>
                    <a:cubicBezTo>
                      <a:pt x="3287" y="505"/>
                      <a:pt x="3284" y="503"/>
                      <a:pt x="3281" y="501"/>
                    </a:cubicBezTo>
                    <a:cubicBezTo>
                      <a:pt x="3278" y="500"/>
                      <a:pt x="3275" y="498"/>
                      <a:pt x="3273" y="498"/>
                    </a:cubicBezTo>
                    <a:lnTo>
                      <a:pt x="3190" y="469"/>
                    </a:lnTo>
                    <a:lnTo>
                      <a:pt x="3190" y="469"/>
                    </a:lnTo>
                    <a:cubicBezTo>
                      <a:pt x="3202" y="466"/>
                      <a:pt x="3214" y="461"/>
                      <a:pt x="3226" y="454"/>
                    </a:cubicBezTo>
                    <a:cubicBezTo>
                      <a:pt x="3238" y="447"/>
                      <a:pt x="3251" y="437"/>
                      <a:pt x="3261" y="426"/>
                    </a:cubicBezTo>
                    <a:lnTo>
                      <a:pt x="3261" y="426"/>
                    </a:lnTo>
                    <a:cubicBezTo>
                      <a:pt x="3248" y="421"/>
                      <a:pt x="3234" y="418"/>
                      <a:pt x="3221" y="418"/>
                    </a:cubicBezTo>
                    <a:cubicBezTo>
                      <a:pt x="3207" y="418"/>
                      <a:pt x="3195" y="421"/>
                      <a:pt x="3182" y="426"/>
                    </a:cubicBezTo>
                    <a:lnTo>
                      <a:pt x="3182" y="426"/>
                    </a:lnTo>
                    <a:cubicBezTo>
                      <a:pt x="3184" y="425"/>
                      <a:pt x="3185" y="424"/>
                      <a:pt x="3187" y="423"/>
                    </a:cubicBezTo>
                    <a:cubicBezTo>
                      <a:pt x="3198" y="417"/>
                      <a:pt x="3207" y="408"/>
                      <a:pt x="3213" y="397"/>
                    </a:cubicBezTo>
                    <a:lnTo>
                      <a:pt x="3213" y="397"/>
                    </a:lnTo>
                    <a:cubicBezTo>
                      <a:pt x="3219" y="383"/>
                      <a:pt x="3213" y="364"/>
                      <a:pt x="3198" y="362"/>
                    </a:cubicBezTo>
                    <a:cubicBezTo>
                      <a:pt x="3187" y="360"/>
                      <a:pt x="3178" y="369"/>
                      <a:pt x="3170" y="377"/>
                    </a:cubicBezTo>
                    <a:cubicBezTo>
                      <a:pt x="3153" y="394"/>
                      <a:pt x="3127" y="425"/>
                      <a:pt x="3099" y="418"/>
                    </a:cubicBezTo>
                    <a:lnTo>
                      <a:pt x="3099" y="418"/>
                    </a:lnTo>
                    <a:cubicBezTo>
                      <a:pt x="3106" y="388"/>
                      <a:pt x="3116" y="358"/>
                      <a:pt x="3130" y="331"/>
                    </a:cubicBezTo>
                    <a:lnTo>
                      <a:pt x="3130" y="331"/>
                    </a:lnTo>
                    <a:cubicBezTo>
                      <a:pt x="3121" y="329"/>
                      <a:pt x="3112" y="328"/>
                      <a:pt x="3103" y="328"/>
                    </a:cubicBezTo>
                    <a:cubicBezTo>
                      <a:pt x="3087" y="328"/>
                      <a:pt x="3070" y="331"/>
                      <a:pt x="3055" y="335"/>
                    </a:cubicBezTo>
                    <a:lnTo>
                      <a:pt x="3055" y="335"/>
                    </a:lnTo>
                    <a:cubicBezTo>
                      <a:pt x="3078" y="320"/>
                      <a:pt x="3098" y="302"/>
                      <a:pt x="3116" y="281"/>
                    </a:cubicBezTo>
                    <a:cubicBezTo>
                      <a:pt x="3125" y="270"/>
                      <a:pt x="3132" y="251"/>
                      <a:pt x="3120" y="243"/>
                    </a:cubicBezTo>
                    <a:lnTo>
                      <a:pt x="3120" y="243"/>
                    </a:lnTo>
                    <a:cubicBezTo>
                      <a:pt x="3117" y="241"/>
                      <a:pt x="3113" y="240"/>
                      <a:pt x="3109" y="240"/>
                    </a:cubicBezTo>
                    <a:cubicBezTo>
                      <a:pt x="3107" y="240"/>
                      <a:pt x="3105" y="241"/>
                      <a:pt x="3103" y="241"/>
                    </a:cubicBezTo>
                    <a:lnTo>
                      <a:pt x="3103" y="241"/>
                    </a:lnTo>
                    <a:cubicBezTo>
                      <a:pt x="3072" y="246"/>
                      <a:pt x="3041" y="256"/>
                      <a:pt x="3014" y="272"/>
                    </a:cubicBezTo>
                    <a:lnTo>
                      <a:pt x="3014" y="272"/>
                    </a:lnTo>
                    <a:cubicBezTo>
                      <a:pt x="3027" y="265"/>
                      <a:pt x="3037" y="254"/>
                      <a:pt x="3045" y="242"/>
                    </a:cubicBezTo>
                    <a:lnTo>
                      <a:pt x="3045" y="242"/>
                    </a:lnTo>
                    <a:lnTo>
                      <a:pt x="3045" y="241"/>
                    </a:lnTo>
                    <a:cubicBezTo>
                      <a:pt x="3048" y="237"/>
                      <a:pt x="3050" y="231"/>
                      <a:pt x="3050" y="225"/>
                    </a:cubicBezTo>
                    <a:cubicBezTo>
                      <a:pt x="3050" y="220"/>
                      <a:pt x="3047" y="214"/>
                      <a:pt x="3045" y="209"/>
                    </a:cubicBezTo>
                    <a:cubicBezTo>
                      <a:pt x="3043" y="207"/>
                      <a:pt x="3042" y="204"/>
                      <a:pt x="3040" y="202"/>
                    </a:cubicBezTo>
                    <a:lnTo>
                      <a:pt x="3040" y="202"/>
                    </a:lnTo>
                    <a:cubicBezTo>
                      <a:pt x="3039" y="202"/>
                      <a:pt x="3037" y="202"/>
                      <a:pt x="3037" y="201"/>
                    </a:cubicBezTo>
                    <a:cubicBezTo>
                      <a:pt x="3032" y="198"/>
                      <a:pt x="3028" y="197"/>
                      <a:pt x="3023" y="196"/>
                    </a:cubicBezTo>
                    <a:lnTo>
                      <a:pt x="3023" y="196"/>
                    </a:lnTo>
                    <a:cubicBezTo>
                      <a:pt x="3022" y="196"/>
                      <a:pt x="3021" y="196"/>
                      <a:pt x="3020" y="196"/>
                    </a:cubicBezTo>
                    <a:cubicBezTo>
                      <a:pt x="3006" y="196"/>
                      <a:pt x="2993" y="200"/>
                      <a:pt x="2981" y="207"/>
                    </a:cubicBezTo>
                    <a:cubicBezTo>
                      <a:pt x="2972" y="212"/>
                      <a:pt x="2964" y="219"/>
                      <a:pt x="2958" y="228"/>
                    </a:cubicBezTo>
                    <a:lnTo>
                      <a:pt x="2958" y="228"/>
                    </a:lnTo>
                    <a:cubicBezTo>
                      <a:pt x="2953" y="234"/>
                      <a:pt x="2948" y="241"/>
                      <a:pt x="2945" y="247"/>
                    </a:cubicBezTo>
                    <a:cubicBezTo>
                      <a:pt x="2935" y="262"/>
                      <a:pt x="2929" y="279"/>
                      <a:pt x="2924" y="295"/>
                    </a:cubicBezTo>
                    <a:lnTo>
                      <a:pt x="2924" y="295"/>
                    </a:lnTo>
                    <a:cubicBezTo>
                      <a:pt x="2915" y="273"/>
                      <a:pt x="2910" y="249"/>
                      <a:pt x="2910" y="224"/>
                    </a:cubicBezTo>
                    <a:cubicBezTo>
                      <a:pt x="2910" y="216"/>
                      <a:pt x="2911" y="209"/>
                      <a:pt x="2912" y="201"/>
                    </a:cubicBezTo>
                    <a:lnTo>
                      <a:pt x="2846" y="328"/>
                    </a:lnTo>
                    <a:lnTo>
                      <a:pt x="2846" y="328"/>
                    </a:lnTo>
                    <a:cubicBezTo>
                      <a:pt x="2845" y="330"/>
                      <a:pt x="2843" y="331"/>
                      <a:pt x="2843" y="333"/>
                    </a:cubicBezTo>
                    <a:cubicBezTo>
                      <a:pt x="2840" y="338"/>
                      <a:pt x="2837" y="342"/>
                      <a:pt x="2832" y="345"/>
                    </a:cubicBezTo>
                    <a:cubicBezTo>
                      <a:pt x="2817" y="352"/>
                      <a:pt x="2800" y="336"/>
                      <a:pt x="2801" y="320"/>
                    </a:cubicBezTo>
                    <a:lnTo>
                      <a:pt x="2801" y="320"/>
                    </a:lnTo>
                    <a:cubicBezTo>
                      <a:pt x="2802" y="310"/>
                      <a:pt x="2805" y="302"/>
                      <a:pt x="2810" y="294"/>
                    </a:cubicBezTo>
                    <a:cubicBezTo>
                      <a:pt x="2813" y="288"/>
                      <a:pt x="2818" y="282"/>
                      <a:pt x="2823" y="277"/>
                    </a:cubicBezTo>
                    <a:lnTo>
                      <a:pt x="2870" y="221"/>
                    </a:lnTo>
                    <a:lnTo>
                      <a:pt x="2870" y="221"/>
                    </a:lnTo>
                    <a:cubicBezTo>
                      <a:pt x="2861" y="217"/>
                      <a:pt x="2851" y="214"/>
                      <a:pt x="2840" y="214"/>
                    </a:cubicBezTo>
                    <a:cubicBezTo>
                      <a:pt x="2828" y="214"/>
                      <a:pt x="2817" y="217"/>
                      <a:pt x="2807" y="223"/>
                    </a:cubicBezTo>
                    <a:cubicBezTo>
                      <a:pt x="2802" y="226"/>
                      <a:pt x="2799" y="228"/>
                      <a:pt x="2795" y="232"/>
                    </a:cubicBezTo>
                    <a:lnTo>
                      <a:pt x="2795" y="232"/>
                    </a:lnTo>
                    <a:cubicBezTo>
                      <a:pt x="2800" y="230"/>
                      <a:pt x="2805" y="228"/>
                      <a:pt x="2810" y="225"/>
                    </a:cubicBezTo>
                    <a:cubicBezTo>
                      <a:pt x="2820" y="219"/>
                      <a:pt x="2829" y="210"/>
                      <a:pt x="2836" y="199"/>
                    </a:cubicBezTo>
                    <a:cubicBezTo>
                      <a:pt x="2841" y="189"/>
                      <a:pt x="2845" y="177"/>
                      <a:pt x="2845" y="165"/>
                    </a:cubicBezTo>
                    <a:lnTo>
                      <a:pt x="2845" y="165"/>
                    </a:lnTo>
                    <a:lnTo>
                      <a:pt x="2845" y="164"/>
                    </a:lnTo>
                    <a:cubicBezTo>
                      <a:pt x="2845" y="158"/>
                      <a:pt x="2844" y="152"/>
                      <a:pt x="2841" y="147"/>
                    </a:cubicBezTo>
                    <a:cubicBezTo>
                      <a:pt x="2840" y="146"/>
                      <a:pt x="2839" y="144"/>
                      <a:pt x="2839" y="143"/>
                    </a:cubicBezTo>
                    <a:cubicBezTo>
                      <a:pt x="2825" y="127"/>
                      <a:pt x="2798" y="137"/>
                      <a:pt x="2782" y="150"/>
                    </a:cubicBezTo>
                    <a:lnTo>
                      <a:pt x="2782" y="150"/>
                    </a:lnTo>
                    <a:cubicBezTo>
                      <a:pt x="2767" y="163"/>
                      <a:pt x="2754" y="178"/>
                      <a:pt x="2745" y="195"/>
                    </a:cubicBezTo>
                    <a:cubicBezTo>
                      <a:pt x="2738" y="206"/>
                      <a:pt x="2733" y="218"/>
                      <a:pt x="2730" y="230"/>
                    </a:cubicBezTo>
                    <a:lnTo>
                      <a:pt x="2730" y="230"/>
                    </a:lnTo>
                    <a:cubicBezTo>
                      <a:pt x="2733" y="219"/>
                      <a:pt x="2734" y="208"/>
                      <a:pt x="2734" y="197"/>
                    </a:cubicBezTo>
                    <a:cubicBezTo>
                      <a:pt x="2734" y="178"/>
                      <a:pt x="2730" y="159"/>
                      <a:pt x="2720" y="142"/>
                    </a:cubicBezTo>
                    <a:lnTo>
                      <a:pt x="2720" y="142"/>
                    </a:lnTo>
                    <a:cubicBezTo>
                      <a:pt x="2689" y="197"/>
                      <a:pt x="2662" y="254"/>
                      <a:pt x="2638" y="313"/>
                    </a:cubicBezTo>
                    <a:cubicBezTo>
                      <a:pt x="2653" y="295"/>
                      <a:pt x="2636" y="263"/>
                      <a:pt x="2612" y="261"/>
                    </a:cubicBezTo>
                    <a:lnTo>
                      <a:pt x="2612" y="261"/>
                    </a:lnTo>
                    <a:cubicBezTo>
                      <a:pt x="2605" y="262"/>
                      <a:pt x="2596" y="264"/>
                      <a:pt x="2591" y="267"/>
                    </a:cubicBezTo>
                    <a:cubicBezTo>
                      <a:pt x="2583" y="272"/>
                      <a:pt x="2577" y="277"/>
                      <a:pt x="2574" y="284"/>
                    </a:cubicBezTo>
                    <a:cubicBezTo>
                      <a:pt x="2570" y="290"/>
                      <a:pt x="2568" y="297"/>
                      <a:pt x="2568" y="304"/>
                    </a:cubicBezTo>
                    <a:cubicBezTo>
                      <a:pt x="2563" y="285"/>
                      <a:pt x="2559" y="265"/>
                      <a:pt x="2552" y="246"/>
                    </a:cubicBezTo>
                    <a:cubicBezTo>
                      <a:pt x="2523" y="298"/>
                      <a:pt x="2449" y="327"/>
                      <a:pt x="2390" y="329"/>
                    </a:cubicBezTo>
                    <a:cubicBezTo>
                      <a:pt x="2395" y="311"/>
                      <a:pt x="2404" y="294"/>
                      <a:pt x="2409" y="276"/>
                    </a:cubicBezTo>
                    <a:lnTo>
                      <a:pt x="2409" y="276"/>
                    </a:lnTo>
                    <a:cubicBezTo>
                      <a:pt x="2405" y="275"/>
                      <a:pt x="2401" y="275"/>
                      <a:pt x="2398" y="275"/>
                    </a:cubicBezTo>
                    <a:cubicBezTo>
                      <a:pt x="2384" y="275"/>
                      <a:pt x="2370" y="279"/>
                      <a:pt x="2360" y="285"/>
                    </a:cubicBezTo>
                    <a:cubicBezTo>
                      <a:pt x="2355" y="288"/>
                      <a:pt x="2352" y="290"/>
                      <a:pt x="2348" y="294"/>
                    </a:cubicBezTo>
                    <a:lnTo>
                      <a:pt x="2348" y="294"/>
                    </a:lnTo>
                    <a:cubicBezTo>
                      <a:pt x="2361" y="286"/>
                      <a:pt x="2371" y="275"/>
                      <a:pt x="2380" y="261"/>
                    </a:cubicBezTo>
                    <a:cubicBezTo>
                      <a:pt x="2387" y="248"/>
                      <a:pt x="2392" y="232"/>
                      <a:pt x="2392" y="216"/>
                    </a:cubicBezTo>
                    <a:lnTo>
                      <a:pt x="2392" y="215"/>
                    </a:lnTo>
                    <a:lnTo>
                      <a:pt x="2392" y="215"/>
                    </a:lnTo>
                    <a:cubicBezTo>
                      <a:pt x="2392" y="215"/>
                      <a:pt x="2392" y="214"/>
                      <a:pt x="2392" y="213"/>
                    </a:cubicBezTo>
                    <a:cubicBezTo>
                      <a:pt x="2392" y="208"/>
                      <a:pt x="2391" y="204"/>
                      <a:pt x="2389" y="200"/>
                    </a:cubicBezTo>
                    <a:cubicBezTo>
                      <a:pt x="2387" y="197"/>
                      <a:pt x="2384" y="194"/>
                      <a:pt x="2382" y="192"/>
                    </a:cubicBezTo>
                    <a:lnTo>
                      <a:pt x="2382" y="192"/>
                    </a:lnTo>
                    <a:cubicBezTo>
                      <a:pt x="2379" y="191"/>
                      <a:pt x="2376" y="191"/>
                      <a:pt x="2373" y="191"/>
                    </a:cubicBezTo>
                    <a:cubicBezTo>
                      <a:pt x="2368" y="191"/>
                      <a:pt x="2362" y="192"/>
                      <a:pt x="2359" y="194"/>
                    </a:cubicBezTo>
                    <a:cubicBezTo>
                      <a:pt x="2356" y="196"/>
                      <a:pt x="2355" y="197"/>
                      <a:pt x="2353" y="199"/>
                    </a:cubicBezTo>
                    <a:lnTo>
                      <a:pt x="2353" y="199"/>
                    </a:lnTo>
                    <a:cubicBezTo>
                      <a:pt x="2337" y="211"/>
                      <a:pt x="2322" y="227"/>
                      <a:pt x="2313" y="244"/>
                    </a:cubicBezTo>
                    <a:cubicBezTo>
                      <a:pt x="2299" y="267"/>
                      <a:pt x="2293" y="293"/>
                      <a:pt x="2292" y="319"/>
                    </a:cubicBezTo>
                    <a:lnTo>
                      <a:pt x="2292" y="319"/>
                    </a:lnTo>
                    <a:cubicBezTo>
                      <a:pt x="2283" y="297"/>
                      <a:pt x="2272" y="276"/>
                      <a:pt x="2260" y="256"/>
                    </a:cubicBezTo>
                    <a:cubicBezTo>
                      <a:pt x="2252" y="242"/>
                      <a:pt x="2244" y="229"/>
                      <a:pt x="2235" y="215"/>
                    </a:cubicBezTo>
                    <a:lnTo>
                      <a:pt x="2235" y="215"/>
                    </a:lnTo>
                    <a:cubicBezTo>
                      <a:pt x="2223" y="241"/>
                      <a:pt x="2216" y="268"/>
                      <a:pt x="2214" y="296"/>
                    </a:cubicBezTo>
                    <a:lnTo>
                      <a:pt x="2214" y="296"/>
                    </a:lnTo>
                    <a:cubicBezTo>
                      <a:pt x="2213" y="312"/>
                      <a:pt x="2208" y="329"/>
                      <a:pt x="2200" y="344"/>
                    </a:cubicBezTo>
                    <a:cubicBezTo>
                      <a:pt x="2194" y="353"/>
                      <a:pt x="2187" y="362"/>
                      <a:pt x="2179" y="369"/>
                    </a:cubicBezTo>
                    <a:cubicBezTo>
                      <a:pt x="2158" y="387"/>
                      <a:pt x="2119" y="384"/>
                      <a:pt x="2109" y="358"/>
                    </a:cubicBezTo>
                    <a:cubicBezTo>
                      <a:pt x="2106" y="349"/>
                      <a:pt x="2106" y="339"/>
                      <a:pt x="2102" y="330"/>
                    </a:cubicBezTo>
                    <a:lnTo>
                      <a:pt x="2102" y="330"/>
                    </a:lnTo>
                    <a:lnTo>
                      <a:pt x="2101" y="329"/>
                    </a:lnTo>
                    <a:cubicBezTo>
                      <a:pt x="2097" y="322"/>
                      <a:pt x="2091" y="317"/>
                      <a:pt x="2084" y="312"/>
                    </a:cubicBezTo>
                    <a:cubicBezTo>
                      <a:pt x="2076" y="308"/>
                      <a:pt x="2068" y="305"/>
                      <a:pt x="2060" y="305"/>
                    </a:cubicBezTo>
                    <a:cubicBezTo>
                      <a:pt x="2055" y="305"/>
                      <a:pt x="2050" y="306"/>
                      <a:pt x="2045" y="307"/>
                    </a:cubicBezTo>
                    <a:lnTo>
                      <a:pt x="2045" y="307"/>
                    </a:lnTo>
                    <a:cubicBezTo>
                      <a:pt x="2037" y="310"/>
                      <a:pt x="2028" y="314"/>
                      <a:pt x="2020" y="319"/>
                    </a:cubicBezTo>
                    <a:cubicBezTo>
                      <a:pt x="2009" y="325"/>
                      <a:pt x="1999" y="333"/>
                      <a:pt x="1990" y="342"/>
                    </a:cubicBezTo>
                    <a:lnTo>
                      <a:pt x="2003" y="261"/>
                    </a:lnTo>
                    <a:lnTo>
                      <a:pt x="2003" y="261"/>
                    </a:lnTo>
                    <a:cubicBezTo>
                      <a:pt x="2004" y="259"/>
                      <a:pt x="2004" y="258"/>
                      <a:pt x="2004" y="256"/>
                    </a:cubicBezTo>
                    <a:cubicBezTo>
                      <a:pt x="2004" y="253"/>
                      <a:pt x="2003" y="250"/>
                      <a:pt x="2002" y="248"/>
                    </a:cubicBezTo>
                    <a:cubicBezTo>
                      <a:pt x="1998" y="242"/>
                      <a:pt x="1991" y="242"/>
                      <a:pt x="1984" y="243"/>
                    </a:cubicBezTo>
                    <a:lnTo>
                      <a:pt x="1929" y="249"/>
                    </a:lnTo>
                    <a:cubicBezTo>
                      <a:pt x="1934" y="224"/>
                      <a:pt x="1960" y="211"/>
                      <a:pt x="1976" y="191"/>
                    </a:cubicBezTo>
                    <a:cubicBezTo>
                      <a:pt x="1992" y="172"/>
                      <a:pt x="1992" y="132"/>
                      <a:pt x="1967" y="130"/>
                    </a:cubicBezTo>
                    <a:cubicBezTo>
                      <a:pt x="1952" y="129"/>
                      <a:pt x="1933" y="142"/>
                      <a:pt x="1925" y="130"/>
                    </a:cubicBezTo>
                    <a:lnTo>
                      <a:pt x="1925" y="130"/>
                    </a:lnTo>
                    <a:cubicBezTo>
                      <a:pt x="1934" y="123"/>
                      <a:pt x="1941" y="115"/>
                      <a:pt x="1948" y="104"/>
                    </a:cubicBezTo>
                    <a:cubicBezTo>
                      <a:pt x="1949" y="101"/>
                      <a:pt x="1952" y="97"/>
                      <a:pt x="1954" y="93"/>
                    </a:cubicBezTo>
                    <a:lnTo>
                      <a:pt x="1954" y="93"/>
                    </a:lnTo>
                    <a:cubicBezTo>
                      <a:pt x="1955" y="90"/>
                      <a:pt x="1955" y="87"/>
                      <a:pt x="1955" y="84"/>
                    </a:cubicBezTo>
                    <a:cubicBezTo>
                      <a:pt x="1955" y="79"/>
                      <a:pt x="1953" y="73"/>
                      <a:pt x="1951" y="69"/>
                    </a:cubicBezTo>
                    <a:cubicBezTo>
                      <a:pt x="1948" y="65"/>
                      <a:pt x="1945" y="61"/>
                      <a:pt x="1940" y="58"/>
                    </a:cubicBezTo>
                    <a:cubicBezTo>
                      <a:pt x="1938" y="57"/>
                      <a:pt x="1936" y="56"/>
                      <a:pt x="1934" y="56"/>
                    </a:cubicBezTo>
                    <a:lnTo>
                      <a:pt x="1934" y="56"/>
                    </a:lnTo>
                    <a:cubicBezTo>
                      <a:pt x="1933" y="56"/>
                      <a:pt x="1932" y="56"/>
                      <a:pt x="1932" y="56"/>
                    </a:cubicBezTo>
                    <a:cubicBezTo>
                      <a:pt x="1925" y="56"/>
                      <a:pt x="1919" y="57"/>
                      <a:pt x="1914" y="60"/>
                    </a:cubicBezTo>
                    <a:cubicBezTo>
                      <a:pt x="1843" y="91"/>
                      <a:pt x="1804" y="168"/>
                      <a:pt x="1782" y="242"/>
                    </a:cubicBezTo>
                    <a:lnTo>
                      <a:pt x="1782" y="242"/>
                    </a:lnTo>
                    <a:cubicBezTo>
                      <a:pt x="1781" y="207"/>
                      <a:pt x="1771" y="173"/>
                      <a:pt x="1754" y="143"/>
                    </a:cubicBezTo>
                    <a:cubicBezTo>
                      <a:pt x="1752" y="140"/>
                      <a:pt x="1750" y="138"/>
                      <a:pt x="1749" y="135"/>
                    </a:cubicBezTo>
                    <a:lnTo>
                      <a:pt x="1749" y="135"/>
                    </a:lnTo>
                    <a:cubicBezTo>
                      <a:pt x="1741" y="144"/>
                      <a:pt x="1733" y="155"/>
                      <a:pt x="1728" y="165"/>
                    </a:cubicBezTo>
                    <a:cubicBezTo>
                      <a:pt x="1706" y="201"/>
                      <a:pt x="1696" y="242"/>
                      <a:pt x="1696" y="284"/>
                    </a:cubicBezTo>
                    <a:lnTo>
                      <a:pt x="1696" y="284"/>
                    </a:lnTo>
                    <a:lnTo>
                      <a:pt x="1668" y="203"/>
                    </a:lnTo>
                    <a:lnTo>
                      <a:pt x="1668" y="203"/>
                    </a:lnTo>
                    <a:cubicBezTo>
                      <a:pt x="1667" y="227"/>
                      <a:pt x="1660" y="250"/>
                      <a:pt x="1649" y="270"/>
                    </a:cubicBezTo>
                    <a:cubicBezTo>
                      <a:pt x="1643" y="279"/>
                      <a:pt x="1638" y="287"/>
                      <a:pt x="1631" y="295"/>
                    </a:cubicBezTo>
                    <a:lnTo>
                      <a:pt x="1631" y="295"/>
                    </a:lnTo>
                    <a:cubicBezTo>
                      <a:pt x="1628" y="286"/>
                      <a:pt x="1626" y="277"/>
                      <a:pt x="1626" y="268"/>
                    </a:cubicBezTo>
                    <a:cubicBezTo>
                      <a:pt x="1626" y="255"/>
                      <a:pt x="1629" y="242"/>
                      <a:pt x="1636" y="231"/>
                    </a:cubicBezTo>
                    <a:cubicBezTo>
                      <a:pt x="1640" y="224"/>
                      <a:pt x="1645" y="218"/>
                      <a:pt x="1651" y="213"/>
                    </a:cubicBezTo>
                    <a:lnTo>
                      <a:pt x="1651" y="213"/>
                    </a:lnTo>
                    <a:cubicBezTo>
                      <a:pt x="1642" y="210"/>
                      <a:pt x="1633" y="208"/>
                      <a:pt x="1624" y="208"/>
                    </a:cubicBezTo>
                    <a:cubicBezTo>
                      <a:pt x="1612" y="208"/>
                      <a:pt x="1600" y="211"/>
                      <a:pt x="1589" y="217"/>
                    </a:cubicBezTo>
                    <a:cubicBezTo>
                      <a:pt x="1588" y="218"/>
                      <a:pt x="1587" y="218"/>
                      <a:pt x="1586" y="219"/>
                    </a:cubicBezTo>
                    <a:lnTo>
                      <a:pt x="1586" y="219"/>
                    </a:lnTo>
                    <a:cubicBezTo>
                      <a:pt x="1594" y="210"/>
                      <a:pt x="1600" y="200"/>
                      <a:pt x="1606" y="190"/>
                    </a:cubicBezTo>
                    <a:cubicBezTo>
                      <a:pt x="1613" y="178"/>
                      <a:pt x="1619" y="164"/>
                      <a:pt x="1624" y="151"/>
                    </a:cubicBezTo>
                    <a:lnTo>
                      <a:pt x="1624" y="151"/>
                    </a:lnTo>
                    <a:cubicBezTo>
                      <a:pt x="1626" y="147"/>
                      <a:pt x="1626" y="143"/>
                      <a:pt x="1626" y="139"/>
                    </a:cubicBezTo>
                    <a:cubicBezTo>
                      <a:pt x="1626" y="138"/>
                      <a:pt x="1626" y="136"/>
                      <a:pt x="1626" y="135"/>
                    </a:cubicBezTo>
                    <a:cubicBezTo>
                      <a:pt x="1623" y="123"/>
                      <a:pt x="1606" y="119"/>
                      <a:pt x="1595" y="126"/>
                    </a:cubicBezTo>
                    <a:lnTo>
                      <a:pt x="1595" y="126"/>
                    </a:lnTo>
                    <a:cubicBezTo>
                      <a:pt x="1589" y="131"/>
                      <a:pt x="1582" y="137"/>
                      <a:pt x="1579" y="144"/>
                    </a:cubicBezTo>
                    <a:cubicBezTo>
                      <a:pt x="1576" y="148"/>
                      <a:pt x="1575" y="152"/>
                      <a:pt x="1574" y="156"/>
                    </a:cubicBezTo>
                    <a:lnTo>
                      <a:pt x="1574" y="156"/>
                    </a:lnTo>
                    <a:cubicBezTo>
                      <a:pt x="1578" y="140"/>
                      <a:pt x="1580" y="123"/>
                      <a:pt x="1580" y="107"/>
                    </a:cubicBezTo>
                    <a:cubicBezTo>
                      <a:pt x="1580" y="72"/>
                      <a:pt x="1571" y="39"/>
                      <a:pt x="1554" y="9"/>
                    </a:cubicBezTo>
                    <a:cubicBezTo>
                      <a:pt x="1553" y="7"/>
                      <a:pt x="1552" y="5"/>
                      <a:pt x="1551" y="4"/>
                    </a:cubicBezTo>
                    <a:lnTo>
                      <a:pt x="1551" y="4"/>
                    </a:lnTo>
                    <a:cubicBezTo>
                      <a:pt x="1539" y="79"/>
                      <a:pt x="1516" y="152"/>
                      <a:pt x="1483" y="220"/>
                    </a:cubicBezTo>
                    <a:cubicBezTo>
                      <a:pt x="1460" y="206"/>
                      <a:pt x="1463" y="172"/>
                      <a:pt x="1476" y="148"/>
                    </a:cubicBezTo>
                    <a:cubicBezTo>
                      <a:pt x="1489" y="125"/>
                      <a:pt x="1510" y="104"/>
                      <a:pt x="1516" y="78"/>
                    </a:cubicBezTo>
                    <a:lnTo>
                      <a:pt x="1516" y="78"/>
                    </a:lnTo>
                    <a:cubicBezTo>
                      <a:pt x="1495" y="78"/>
                      <a:pt x="1473" y="85"/>
                      <a:pt x="1455" y="95"/>
                    </a:cubicBezTo>
                    <a:cubicBezTo>
                      <a:pt x="1441" y="103"/>
                      <a:pt x="1430" y="113"/>
                      <a:pt x="1420" y="124"/>
                    </a:cubicBezTo>
                    <a:lnTo>
                      <a:pt x="1420" y="124"/>
                    </a:lnTo>
                    <a:cubicBezTo>
                      <a:pt x="1405" y="142"/>
                      <a:pt x="1392" y="162"/>
                      <a:pt x="1380" y="182"/>
                    </a:cubicBezTo>
                    <a:cubicBezTo>
                      <a:pt x="1373" y="193"/>
                      <a:pt x="1367" y="205"/>
                      <a:pt x="1362" y="217"/>
                    </a:cubicBezTo>
                    <a:lnTo>
                      <a:pt x="1362" y="217"/>
                    </a:lnTo>
                    <a:cubicBezTo>
                      <a:pt x="1359" y="214"/>
                      <a:pt x="1356" y="211"/>
                      <a:pt x="1354" y="207"/>
                    </a:cubicBezTo>
                    <a:cubicBezTo>
                      <a:pt x="1350" y="200"/>
                      <a:pt x="1348" y="193"/>
                      <a:pt x="1348" y="185"/>
                    </a:cubicBezTo>
                    <a:cubicBezTo>
                      <a:pt x="1348" y="177"/>
                      <a:pt x="1350" y="169"/>
                      <a:pt x="1354" y="163"/>
                    </a:cubicBezTo>
                    <a:cubicBezTo>
                      <a:pt x="1354" y="162"/>
                      <a:pt x="1354" y="162"/>
                      <a:pt x="1354" y="162"/>
                    </a:cubicBezTo>
                    <a:lnTo>
                      <a:pt x="1354" y="162"/>
                    </a:lnTo>
                    <a:cubicBezTo>
                      <a:pt x="1365" y="145"/>
                      <a:pt x="1376" y="128"/>
                      <a:pt x="1389" y="113"/>
                    </a:cubicBezTo>
                    <a:lnTo>
                      <a:pt x="1389" y="113"/>
                    </a:lnTo>
                    <a:cubicBezTo>
                      <a:pt x="1390" y="112"/>
                      <a:pt x="1390" y="111"/>
                      <a:pt x="1391" y="110"/>
                    </a:cubicBezTo>
                    <a:cubicBezTo>
                      <a:pt x="1393" y="105"/>
                      <a:pt x="1395" y="100"/>
                      <a:pt x="1395" y="95"/>
                    </a:cubicBezTo>
                    <a:lnTo>
                      <a:pt x="1395" y="95"/>
                    </a:lnTo>
                    <a:cubicBezTo>
                      <a:pt x="1395" y="91"/>
                      <a:pt x="1394" y="87"/>
                      <a:pt x="1392" y="83"/>
                    </a:cubicBezTo>
                    <a:cubicBezTo>
                      <a:pt x="1389" y="79"/>
                      <a:pt x="1385" y="75"/>
                      <a:pt x="1381" y="72"/>
                    </a:cubicBezTo>
                    <a:cubicBezTo>
                      <a:pt x="1376" y="70"/>
                      <a:pt x="1371" y="68"/>
                      <a:pt x="1366" y="68"/>
                    </a:cubicBezTo>
                    <a:cubicBezTo>
                      <a:pt x="1365" y="68"/>
                      <a:pt x="1364" y="68"/>
                      <a:pt x="1364" y="68"/>
                    </a:cubicBezTo>
                    <a:lnTo>
                      <a:pt x="1364" y="68"/>
                    </a:lnTo>
                    <a:cubicBezTo>
                      <a:pt x="1352" y="70"/>
                      <a:pt x="1340" y="74"/>
                      <a:pt x="1331" y="79"/>
                    </a:cubicBezTo>
                    <a:cubicBezTo>
                      <a:pt x="1327" y="81"/>
                      <a:pt x="1324" y="84"/>
                      <a:pt x="1321" y="86"/>
                    </a:cubicBezTo>
                    <a:lnTo>
                      <a:pt x="1321" y="86"/>
                    </a:lnTo>
                    <a:cubicBezTo>
                      <a:pt x="1329" y="79"/>
                      <a:pt x="1335" y="71"/>
                      <a:pt x="1341" y="61"/>
                    </a:cubicBezTo>
                    <a:cubicBezTo>
                      <a:pt x="1343" y="56"/>
                      <a:pt x="1347" y="50"/>
                      <a:pt x="1349" y="43"/>
                    </a:cubicBezTo>
                    <a:lnTo>
                      <a:pt x="1349" y="43"/>
                    </a:lnTo>
                    <a:cubicBezTo>
                      <a:pt x="1350" y="40"/>
                      <a:pt x="1351" y="37"/>
                      <a:pt x="1351" y="33"/>
                    </a:cubicBezTo>
                    <a:cubicBezTo>
                      <a:pt x="1351" y="27"/>
                      <a:pt x="1349" y="22"/>
                      <a:pt x="1346" y="16"/>
                    </a:cubicBezTo>
                    <a:cubicBezTo>
                      <a:pt x="1343" y="11"/>
                      <a:pt x="1338" y="6"/>
                      <a:pt x="1333" y="3"/>
                    </a:cubicBezTo>
                    <a:cubicBezTo>
                      <a:pt x="1331" y="2"/>
                      <a:pt x="1331" y="2"/>
                      <a:pt x="1330" y="1"/>
                    </a:cubicBezTo>
                    <a:lnTo>
                      <a:pt x="1330" y="1"/>
                    </a:lnTo>
                    <a:cubicBezTo>
                      <a:pt x="1327" y="0"/>
                      <a:pt x="1324" y="0"/>
                      <a:pt x="1321" y="0"/>
                    </a:cubicBezTo>
                    <a:cubicBezTo>
                      <a:pt x="1315" y="0"/>
                      <a:pt x="1308" y="1"/>
                      <a:pt x="1303" y="4"/>
                    </a:cubicBezTo>
                    <a:cubicBezTo>
                      <a:pt x="1226" y="31"/>
                      <a:pt x="1178" y="112"/>
                      <a:pt x="1165" y="193"/>
                    </a:cubicBezTo>
                    <a:lnTo>
                      <a:pt x="1165" y="193"/>
                    </a:lnTo>
                    <a:cubicBezTo>
                      <a:pt x="1164" y="191"/>
                      <a:pt x="1163" y="190"/>
                      <a:pt x="1162" y="188"/>
                    </a:cubicBezTo>
                    <a:cubicBezTo>
                      <a:pt x="1157" y="179"/>
                      <a:pt x="1150" y="172"/>
                      <a:pt x="1141" y="167"/>
                    </a:cubicBezTo>
                    <a:cubicBezTo>
                      <a:pt x="1136" y="164"/>
                      <a:pt x="1130" y="162"/>
                      <a:pt x="1124" y="161"/>
                    </a:cubicBezTo>
                    <a:lnTo>
                      <a:pt x="1124" y="161"/>
                    </a:lnTo>
                    <a:cubicBezTo>
                      <a:pt x="1119" y="184"/>
                      <a:pt x="1116" y="208"/>
                      <a:pt x="1116" y="232"/>
                    </a:cubicBezTo>
                    <a:cubicBezTo>
                      <a:pt x="1116" y="243"/>
                      <a:pt x="1117" y="254"/>
                      <a:pt x="1118" y="266"/>
                    </a:cubicBezTo>
                    <a:lnTo>
                      <a:pt x="1060" y="222"/>
                    </a:lnTo>
                    <a:cubicBezTo>
                      <a:pt x="1059" y="239"/>
                      <a:pt x="1086" y="323"/>
                      <a:pt x="1036" y="302"/>
                    </a:cubicBezTo>
                    <a:lnTo>
                      <a:pt x="1036" y="302"/>
                    </a:lnTo>
                    <a:cubicBezTo>
                      <a:pt x="1029" y="298"/>
                      <a:pt x="1023" y="291"/>
                      <a:pt x="1019" y="284"/>
                    </a:cubicBezTo>
                    <a:cubicBezTo>
                      <a:pt x="1016" y="279"/>
                      <a:pt x="1014" y="274"/>
                      <a:pt x="1013" y="268"/>
                    </a:cubicBezTo>
                    <a:lnTo>
                      <a:pt x="1013" y="268"/>
                    </a:lnTo>
                    <a:cubicBezTo>
                      <a:pt x="1001" y="233"/>
                      <a:pt x="995" y="196"/>
                      <a:pt x="995" y="159"/>
                    </a:cubicBezTo>
                    <a:cubicBezTo>
                      <a:pt x="995" y="154"/>
                      <a:pt x="995" y="149"/>
                      <a:pt x="995" y="144"/>
                    </a:cubicBezTo>
                    <a:lnTo>
                      <a:pt x="995" y="144"/>
                    </a:lnTo>
                    <a:cubicBezTo>
                      <a:pt x="991" y="173"/>
                      <a:pt x="981" y="200"/>
                      <a:pt x="967" y="225"/>
                    </a:cubicBezTo>
                    <a:cubicBezTo>
                      <a:pt x="965" y="228"/>
                      <a:pt x="963" y="231"/>
                      <a:pt x="961" y="234"/>
                    </a:cubicBezTo>
                    <a:lnTo>
                      <a:pt x="941" y="119"/>
                    </a:lnTo>
                    <a:lnTo>
                      <a:pt x="941" y="119"/>
                    </a:lnTo>
                    <a:cubicBezTo>
                      <a:pt x="930" y="146"/>
                      <a:pt x="923" y="174"/>
                      <a:pt x="921" y="203"/>
                    </a:cubicBezTo>
                    <a:lnTo>
                      <a:pt x="921" y="203"/>
                    </a:lnTo>
                    <a:cubicBezTo>
                      <a:pt x="919" y="190"/>
                      <a:pt x="914" y="177"/>
                      <a:pt x="907" y="165"/>
                    </a:cubicBezTo>
                    <a:cubicBezTo>
                      <a:pt x="896" y="146"/>
                      <a:pt x="880" y="130"/>
                      <a:pt x="860" y="118"/>
                    </a:cubicBezTo>
                    <a:cubicBezTo>
                      <a:pt x="854" y="115"/>
                      <a:pt x="847" y="111"/>
                      <a:pt x="840" y="109"/>
                    </a:cubicBezTo>
                    <a:lnTo>
                      <a:pt x="840" y="109"/>
                    </a:lnTo>
                    <a:cubicBezTo>
                      <a:pt x="841" y="127"/>
                      <a:pt x="847" y="146"/>
                      <a:pt x="857" y="162"/>
                    </a:cubicBezTo>
                    <a:cubicBezTo>
                      <a:pt x="860" y="167"/>
                      <a:pt x="863" y="173"/>
                      <a:pt x="867" y="177"/>
                    </a:cubicBezTo>
                    <a:lnTo>
                      <a:pt x="867" y="177"/>
                    </a:lnTo>
                    <a:cubicBezTo>
                      <a:pt x="863" y="174"/>
                      <a:pt x="858" y="171"/>
                      <a:pt x="853" y="168"/>
                    </a:cubicBezTo>
                    <a:cubicBezTo>
                      <a:pt x="832" y="156"/>
                      <a:pt x="809" y="150"/>
                      <a:pt x="785" y="150"/>
                    </a:cubicBezTo>
                    <a:cubicBezTo>
                      <a:pt x="778" y="150"/>
                      <a:pt x="771" y="150"/>
                      <a:pt x="764" y="151"/>
                    </a:cubicBezTo>
                    <a:lnTo>
                      <a:pt x="764" y="151"/>
                    </a:lnTo>
                    <a:cubicBezTo>
                      <a:pt x="766" y="157"/>
                      <a:pt x="768" y="162"/>
                      <a:pt x="772" y="168"/>
                    </a:cubicBezTo>
                    <a:cubicBezTo>
                      <a:pt x="781" y="185"/>
                      <a:pt x="796" y="200"/>
                      <a:pt x="813" y="211"/>
                    </a:cubicBezTo>
                    <a:lnTo>
                      <a:pt x="813" y="211"/>
                    </a:lnTo>
                    <a:cubicBezTo>
                      <a:pt x="803" y="208"/>
                      <a:pt x="793" y="207"/>
                      <a:pt x="783" y="207"/>
                    </a:cubicBezTo>
                    <a:cubicBezTo>
                      <a:pt x="769" y="207"/>
                      <a:pt x="756" y="210"/>
                      <a:pt x="743" y="216"/>
                    </a:cubicBezTo>
                    <a:lnTo>
                      <a:pt x="785" y="307"/>
                    </a:lnTo>
                    <a:lnTo>
                      <a:pt x="729" y="290"/>
                    </a:lnTo>
                    <a:lnTo>
                      <a:pt x="729" y="290"/>
                    </a:lnTo>
                    <a:cubicBezTo>
                      <a:pt x="728" y="295"/>
                      <a:pt x="728" y="301"/>
                      <a:pt x="728" y="306"/>
                    </a:cubicBezTo>
                    <a:cubicBezTo>
                      <a:pt x="728" y="311"/>
                      <a:pt x="728" y="317"/>
                      <a:pt x="729" y="322"/>
                    </a:cubicBezTo>
                    <a:cubicBezTo>
                      <a:pt x="711" y="300"/>
                      <a:pt x="680" y="319"/>
                      <a:pt x="656" y="329"/>
                    </a:cubicBezTo>
                    <a:cubicBezTo>
                      <a:pt x="631" y="340"/>
                      <a:pt x="593" y="321"/>
                      <a:pt x="604" y="291"/>
                    </a:cubicBezTo>
                    <a:lnTo>
                      <a:pt x="571" y="314"/>
                    </a:lnTo>
                    <a:lnTo>
                      <a:pt x="571" y="314"/>
                    </a:lnTo>
                    <a:cubicBezTo>
                      <a:pt x="561" y="283"/>
                      <a:pt x="556" y="250"/>
                      <a:pt x="556" y="217"/>
                    </a:cubicBezTo>
                    <a:cubicBezTo>
                      <a:pt x="556" y="203"/>
                      <a:pt x="557" y="188"/>
                      <a:pt x="559" y="174"/>
                    </a:cubicBezTo>
                    <a:lnTo>
                      <a:pt x="559" y="174"/>
                    </a:lnTo>
                    <a:cubicBezTo>
                      <a:pt x="556" y="180"/>
                      <a:pt x="553" y="186"/>
                      <a:pt x="550" y="192"/>
                    </a:cubicBezTo>
                    <a:cubicBezTo>
                      <a:pt x="540" y="208"/>
                      <a:pt x="528" y="223"/>
                      <a:pt x="513" y="234"/>
                    </a:cubicBezTo>
                    <a:lnTo>
                      <a:pt x="513" y="234"/>
                    </a:lnTo>
                    <a:cubicBezTo>
                      <a:pt x="504" y="200"/>
                      <a:pt x="489" y="167"/>
                      <a:pt x="472" y="136"/>
                    </a:cubicBezTo>
                    <a:cubicBezTo>
                      <a:pt x="461" y="117"/>
                      <a:pt x="450" y="100"/>
                      <a:pt x="436" y="83"/>
                    </a:cubicBezTo>
                    <a:lnTo>
                      <a:pt x="436" y="83"/>
                    </a:lnTo>
                    <a:cubicBezTo>
                      <a:pt x="434" y="86"/>
                      <a:pt x="432" y="88"/>
                      <a:pt x="431" y="91"/>
                    </a:cubicBezTo>
                    <a:cubicBezTo>
                      <a:pt x="425" y="101"/>
                      <a:pt x="422" y="111"/>
                      <a:pt x="422" y="122"/>
                    </a:cubicBezTo>
                    <a:cubicBezTo>
                      <a:pt x="422" y="133"/>
                      <a:pt x="425" y="144"/>
                      <a:pt x="430" y="153"/>
                    </a:cubicBezTo>
                    <a:lnTo>
                      <a:pt x="430" y="153"/>
                    </a:lnTo>
                    <a:cubicBezTo>
                      <a:pt x="425" y="148"/>
                      <a:pt x="418" y="144"/>
                      <a:pt x="412" y="140"/>
                    </a:cubicBezTo>
                    <a:cubicBezTo>
                      <a:pt x="396" y="131"/>
                      <a:pt x="378" y="125"/>
                      <a:pt x="359" y="124"/>
                    </a:cubicBezTo>
                    <a:lnTo>
                      <a:pt x="359" y="124"/>
                    </a:lnTo>
                    <a:cubicBezTo>
                      <a:pt x="360" y="147"/>
                      <a:pt x="366" y="169"/>
                      <a:pt x="378" y="189"/>
                    </a:cubicBezTo>
                    <a:cubicBezTo>
                      <a:pt x="381" y="194"/>
                      <a:pt x="383" y="198"/>
                      <a:pt x="386" y="202"/>
                    </a:cubicBezTo>
                    <a:lnTo>
                      <a:pt x="386" y="202"/>
                    </a:lnTo>
                    <a:cubicBezTo>
                      <a:pt x="373" y="197"/>
                      <a:pt x="359" y="194"/>
                      <a:pt x="345" y="194"/>
                    </a:cubicBezTo>
                    <a:cubicBezTo>
                      <a:pt x="333" y="194"/>
                      <a:pt x="320" y="196"/>
                      <a:pt x="309" y="200"/>
                    </a:cubicBezTo>
                    <a:lnTo>
                      <a:pt x="309" y="200"/>
                    </a:lnTo>
                    <a:cubicBezTo>
                      <a:pt x="313" y="214"/>
                      <a:pt x="318" y="227"/>
                      <a:pt x="326" y="240"/>
                    </a:cubicBezTo>
                    <a:cubicBezTo>
                      <a:pt x="333" y="253"/>
                      <a:pt x="343" y="265"/>
                      <a:pt x="353" y="276"/>
                    </a:cubicBezTo>
                    <a:lnTo>
                      <a:pt x="268" y="269"/>
                    </a:lnTo>
                    <a:lnTo>
                      <a:pt x="268" y="269"/>
                    </a:lnTo>
                    <a:cubicBezTo>
                      <a:pt x="276" y="283"/>
                      <a:pt x="280" y="300"/>
                      <a:pt x="280" y="317"/>
                    </a:cubicBezTo>
                    <a:cubicBezTo>
                      <a:pt x="280" y="325"/>
                      <a:pt x="279" y="333"/>
                      <a:pt x="277" y="342"/>
                    </a:cubicBezTo>
                    <a:lnTo>
                      <a:pt x="198" y="254"/>
                    </a:lnTo>
                    <a:lnTo>
                      <a:pt x="198" y="254"/>
                    </a:lnTo>
                    <a:cubicBezTo>
                      <a:pt x="200" y="267"/>
                      <a:pt x="201" y="280"/>
                      <a:pt x="201" y="292"/>
                    </a:cubicBezTo>
                    <a:cubicBezTo>
                      <a:pt x="201" y="307"/>
                      <a:pt x="199" y="322"/>
                      <a:pt x="197" y="337"/>
                    </a:cubicBezTo>
                    <a:lnTo>
                      <a:pt x="197" y="337"/>
                    </a:lnTo>
                    <a:cubicBezTo>
                      <a:pt x="196" y="336"/>
                      <a:pt x="196" y="335"/>
                      <a:pt x="195" y="334"/>
                    </a:cubicBezTo>
                    <a:cubicBezTo>
                      <a:pt x="180" y="308"/>
                      <a:pt x="161" y="285"/>
                      <a:pt x="138" y="266"/>
                    </a:cubicBezTo>
                    <a:lnTo>
                      <a:pt x="138" y="266"/>
                    </a:lnTo>
                    <a:cubicBezTo>
                      <a:pt x="137" y="273"/>
                      <a:pt x="136" y="280"/>
                      <a:pt x="136" y="287"/>
                    </a:cubicBezTo>
                    <a:cubicBezTo>
                      <a:pt x="136" y="306"/>
                      <a:pt x="141" y="325"/>
                      <a:pt x="151" y="342"/>
                    </a:cubicBezTo>
                    <a:cubicBezTo>
                      <a:pt x="152" y="345"/>
                      <a:pt x="154" y="347"/>
                      <a:pt x="156" y="349"/>
                    </a:cubicBezTo>
                    <a:cubicBezTo>
                      <a:pt x="157" y="352"/>
                      <a:pt x="10" y="340"/>
                      <a:pt x="0" y="340"/>
                    </a:cubicBezTo>
                    <a:lnTo>
                      <a:pt x="0" y="556"/>
                    </a:lnTo>
                    <a:lnTo>
                      <a:pt x="3025" y="556"/>
                    </a:lnTo>
                    <a:lnTo>
                      <a:pt x="3025" y="55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3"/>
              <p:cNvSpPr/>
              <p:nvPr/>
            </p:nvSpPr>
            <p:spPr>
              <a:xfrm>
                <a:off x="7886170" y="4972121"/>
                <a:ext cx="1257826" cy="177200"/>
              </a:xfrm>
              <a:custGeom>
                <a:avLst/>
                <a:gdLst/>
                <a:ahLst/>
                <a:cxnLst/>
                <a:rect l="l" t="t" r="r" b="b"/>
                <a:pathLst>
                  <a:path w="4117" h="580" extrusionOk="0">
                    <a:moveTo>
                      <a:pt x="4117" y="572"/>
                    </a:moveTo>
                    <a:lnTo>
                      <a:pt x="144" y="572"/>
                    </a:lnTo>
                    <a:cubicBezTo>
                      <a:pt x="107" y="572"/>
                      <a:pt x="33" y="589"/>
                      <a:pt x="0" y="572"/>
                    </a:cubicBezTo>
                    <a:lnTo>
                      <a:pt x="29" y="560"/>
                    </a:lnTo>
                    <a:lnTo>
                      <a:pt x="29" y="560"/>
                    </a:lnTo>
                    <a:cubicBezTo>
                      <a:pt x="26" y="556"/>
                      <a:pt x="24" y="552"/>
                      <a:pt x="21" y="548"/>
                    </a:cubicBezTo>
                    <a:cubicBezTo>
                      <a:pt x="18" y="541"/>
                      <a:pt x="14" y="534"/>
                      <a:pt x="12" y="527"/>
                    </a:cubicBezTo>
                    <a:cubicBezTo>
                      <a:pt x="43" y="513"/>
                      <a:pt x="80" y="548"/>
                      <a:pt x="110" y="534"/>
                    </a:cubicBezTo>
                    <a:lnTo>
                      <a:pt x="110" y="534"/>
                    </a:lnTo>
                    <a:cubicBezTo>
                      <a:pt x="120" y="528"/>
                      <a:pt x="128" y="520"/>
                      <a:pt x="134" y="510"/>
                    </a:cubicBezTo>
                    <a:cubicBezTo>
                      <a:pt x="148" y="491"/>
                      <a:pt x="163" y="468"/>
                      <a:pt x="158" y="444"/>
                    </a:cubicBezTo>
                    <a:cubicBezTo>
                      <a:pt x="156" y="433"/>
                      <a:pt x="149" y="422"/>
                      <a:pt x="146" y="411"/>
                    </a:cubicBezTo>
                    <a:lnTo>
                      <a:pt x="146" y="411"/>
                    </a:lnTo>
                    <a:cubicBezTo>
                      <a:pt x="144" y="408"/>
                      <a:pt x="144" y="404"/>
                      <a:pt x="144" y="401"/>
                    </a:cubicBezTo>
                    <a:cubicBezTo>
                      <a:pt x="144" y="396"/>
                      <a:pt x="145" y="392"/>
                      <a:pt x="147" y="388"/>
                    </a:cubicBezTo>
                    <a:cubicBezTo>
                      <a:pt x="149" y="384"/>
                      <a:pt x="152" y="382"/>
                      <a:pt x="155" y="379"/>
                    </a:cubicBezTo>
                    <a:lnTo>
                      <a:pt x="155" y="379"/>
                    </a:lnTo>
                    <a:cubicBezTo>
                      <a:pt x="159" y="378"/>
                      <a:pt x="163" y="377"/>
                      <a:pt x="167" y="377"/>
                    </a:cubicBezTo>
                    <a:cubicBezTo>
                      <a:pt x="168" y="377"/>
                      <a:pt x="170" y="377"/>
                      <a:pt x="172" y="378"/>
                    </a:cubicBezTo>
                    <a:lnTo>
                      <a:pt x="283" y="384"/>
                    </a:lnTo>
                    <a:lnTo>
                      <a:pt x="240" y="316"/>
                    </a:lnTo>
                    <a:lnTo>
                      <a:pt x="240" y="316"/>
                    </a:lnTo>
                    <a:cubicBezTo>
                      <a:pt x="239" y="315"/>
                      <a:pt x="239" y="314"/>
                      <a:pt x="238" y="313"/>
                    </a:cubicBezTo>
                    <a:cubicBezTo>
                      <a:pt x="236" y="309"/>
                      <a:pt x="235" y="305"/>
                      <a:pt x="234" y="301"/>
                    </a:cubicBezTo>
                    <a:cubicBezTo>
                      <a:pt x="234" y="284"/>
                      <a:pt x="259" y="282"/>
                      <a:pt x="276" y="286"/>
                    </a:cubicBezTo>
                    <a:cubicBezTo>
                      <a:pt x="338" y="302"/>
                      <a:pt x="449" y="353"/>
                      <a:pt x="510" y="338"/>
                    </a:cubicBezTo>
                    <a:lnTo>
                      <a:pt x="510" y="338"/>
                    </a:lnTo>
                    <a:cubicBezTo>
                      <a:pt x="493" y="311"/>
                      <a:pt x="473" y="286"/>
                      <a:pt x="451" y="264"/>
                    </a:cubicBezTo>
                    <a:lnTo>
                      <a:pt x="569" y="314"/>
                    </a:lnTo>
                    <a:lnTo>
                      <a:pt x="569" y="314"/>
                    </a:lnTo>
                    <a:cubicBezTo>
                      <a:pt x="556" y="291"/>
                      <a:pt x="550" y="265"/>
                      <a:pt x="550" y="239"/>
                    </a:cubicBezTo>
                    <a:cubicBezTo>
                      <a:pt x="550" y="219"/>
                      <a:pt x="554" y="199"/>
                      <a:pt x="561" y="181"/>
                    </a:cubicBezTo>
                    <a:lnTo>
                      <a:pt x="561" y="181"/>
                    </a:lnTo>
                    <a:cubicBezTo>
                      <a:pt x="583" y="197"/>
                      <a:pt x="601" y="217"/>
                      <a:pt x="615" y="241"/>
                    </a:cubicBezTo>
                    <a:cubicBezTo>
                      <a:pt x="615" y="242"/>
                      <a:pt x="616" y="243"/>
                      <a:pt x="616" y="243"/>
                    </a:cubicBezTo>
                    <a:lnTo>
                      <a:pt x="616" y="243"/>
                    </a:lnTo>
                    <a:cubicBezTo>
                      <a:pt x="617" y="215"/>
                      <a:pt x="626" y="188"/>
                      <a:pt x="639" y="163"/>
                    </a:cubicBezTo>
                    <a:cubicBezTo>
                      <a:pt x="646" y="152"/>
                      <a:pt x="653" y="142"/>
                      <a:pt x="661" y="133"/>
                    </a:cubicBezTo>
                    <a:lnTo>
                      <a:pt x="661" y="133"/>
                    </a:lnTo>
                    <a:cubicBezTo>
                      <a:pt x="665" y="128"/>
                      <a:pt x="671" y="123"/>
                      <a:pt x="676" y="120"/>
                    </a:cubicBezTo>
                    <a:cubicBezTo>
                      <a:pt x="680" y="118"/>
                      <a:pt x="683" y="116"/>
                      <a:pt x="686" y="115"/>
                    </a:cubicBezTo>
                    <a:cubicBezTo>
                      <a:pt x="710" y="110"/>
                      <a:pt x="730" y="136"/>
                      <a:pt x="729" y="160"/>
                    </a:cubicBezTo>
                    <a:lnTo>
                      <a:pt x="729" y="160"/>
                    </a:lnTo>
                    <a:cubicBezTo>
                      <a:pt x="726" y="174"/>
                      <a:pt x="721" y="188"/>
                      <a:pt x="714" y="200"/>
                    </a:cubicBezTo>
                    <a:cubicBezTo>
                      <a:pt x="710" y="208"/>
                      <a:pt x="704" y="216"/>
                      <a:pt x="697" y="223"/>
                    </a:cubicBezTo>
                    <a:lnTo>
                      <a:pt x="697" y="223"/>
                    </a:lnTo>
                    <a:cubicBezTo>
                      <a:pt x="698" y="223"/>
                      <a:pt x="699" y="223"/>
                      <a:pt x="699" y="222"/>
                    </a:cubicBezTo>
                    <a:cubicBezTo>
                      <a:pt x="711" y="215"/>
                      <a:pt x="723" y="212"/>
                      <a:pt x="736" y="212"/>
                    </a:cubicBezTo>
                    <a:cubicBezTo>
                      <a:pt x="740" y="212"/>
                      <a:pt x="745" y="212"/>
                      <a:pt x="749" y="213"/>
                    </a:cubicBezTo>
                    <a:lnTo>
                      <a:pt x="749" y="213"/>
                    </a:lnTo>
                    <a:cubicBezTo>
                      <a:pt x="744" y="225"/>
                      <a:pt x="742" y="238"/>
                      <a:pt x="742" y="251"/>
                    </a:cubicBezTo>
                    <a:cubicBezTo>
                      <a:pt x="742" y="270"/>
                      <a:pt x="748" y="289"/>
                      <a:pt x="757" y="306"/>
                    </a:cubicBezTo>
                    <a:cubicBezTo>
                      <a:pt x="765" y="320"/>
                      <a:pt x="775" y="331"/>
                      <a:pt x="787" y="340"/>
                    </a:cubicBezTo>
                    <a:lnTo>
                      <a:pt x="827" y="261"/>
                    </a:lnTo>
                    <a:lnTo>
                      <a:pt x="868" y="323"/>
                    </a:lnTo>
                    <a:lnTo>
                      <a:pt x="868" y="323"/>
                    </a:lnTo>
                    <a:cubicBezTo>
                      <a:pt x="869" y="308"/>
                      <a:pt x="874" y="294"/>
                      <a:pt x="881" y="281"/>
                    </a:cubicBezTo>
                    <a:cubicBezTo>
                      <a:pt x="889" y="268"/>
                      <a:pt x="899" y="256"/>
                      <a:pt x="912" y="248"/>
                    </a:cubicBezTo>
                    <a:lnTo>
                      <a:pt x="912" y="248"/>
                    </a:lnTo>
                    <a:cubicBezTo>
                      <a:pt x="921" y="265"/>
                      <a:pt x="926" y="284"/>
                      <a:pt x="926" y="304"/>
                    </a:cubicBezTo>
                    <a:cubicBezTo>
                      <a:pt x="926" y="310"/>
                      <a:pt x="925" y="316"/>
                      <a:pt x="924" y="322"/>
                    </a:cubicBezTo>
                    <a:lnTo>
                      <a:pt x="924" y="322"/>
                    </a:lnTo>
                    <a:cubicBezTo>
                      <a:pt x="929" y="315"/>
                      <a:pt x="936" y="309"/>
                      <a:pt x="944" y="304"/>
                    </a:cubicBezTo>
                    <a:cubicBezTo>
                      <a:pt x="953" y="299"/>
                      <a:pt x="964" y="296"/>
                      <a:pt x="975" y="296"/>
                    </a:cubicBezTo>
                    <a:cubicBezTo>
                      <a:pt x="980" y="296"/>
                      <a:pt x="985" y="297"/>
                      <a:pt x="989" y="298"/>
                    </a:cubicBezTo>
                    <a:cubicBezTo>
                      <a:pt x="1013" y="305"/>
                      <a:pt x="1026" y="339"/>
                      <a:pt x="1008" y="357"/>
                    </a:cubicBezTo>
                    <a:lnTo>
                      <a:pt x="1008" y="357"/>
                    </a:lnTo>
                    <a:cubicBezTo>
                      <a:pt x="1012" y="357"/>
                      <a:pt x="1015" y="357"/>
                      <a:pt x="1019" y="357"/>
                    </a:cubicBezTo>
                    <a:cubicBezTo>
                      <a:pt x="1035" y="357"/>
                      <a:pt x="1051" y="353"/>
                      <a:pt x="1064" y="345"/>
                    </a:cubicBezTo>
                    <a:cubicBezTo>
                      <a:pt x="1078" y="337"/>
                      <a:pt x="1090" y="326"/>
                      <a:pt x="1098" y="312"/>
                    </a:cubicBezTo>
                    <a:cubicBezTo>
                      <a:pt x="1100" y="309"/>
                      <a:pt x="1101" y="306"/>
                      <a:pt x="1102" y="302"/>
                    </a:cubicBezTo>
                    <a:lnTo>
                      <a:pt x="1102" y="302"/>
                    </a:lnTo>
                    <a:cubicBezTo>
                      <a:pt x="1103" y="303"/>
                      <a:pt x="1103" y="303"/>
                      <a:pt x="1103" y="304"/>
                    </a:cubicBezTo>
                    <a:cubicBezTo>
                      <a:pt x="1110" y="315"/>
                      <a:pt x="1120" y="325"/>
                      <a:pt x="1131" y="331"/>
                    </a:cubicBezTo>
                    <a:cubicBezTo>
                      <a:pt x="1143" y="338"/>
                      <a:pt x="1156" y="341"/>
                      <a:pt x="1169" y="341"/>
                    </a:cubicBezTo>
                    <a:cubicBezTo>
                      <a:pt x="1183" y="341"/>
                      <a:pt x="1195" y="337"/>
                      <a:pt x="1206" y="331"/>
                    </a:cubicBezTo>
                    <a:cubicBezTo>
                      <a:pt x="1213" y="327"/>
                      <a:pt x="1219" y="323"/>
                      <a:pt x="1224" y="318"/>
                    </a:cubicBezTo>
                    <a:lnTo>
                      <a:pt x="1284" y="348"/>
                    </a:lnTo>
                    <a:lnTo>
                      <a:pt x="1300" y="245"/>
                    </a:lnTo>
                    <a:lnTo>
                      <a:pt x="1325" y="305"/>
                    </a:lnTo>
                    <a:cubicBezTo>
                      <a:pt x="1343" y="281"/>
                      <a:pt x="1350" y="252"/>
                      <a:pt x="1364" y="226"/>
                    </a:cubicBezTo>
                    <a:cubicBezTo>
                      <a:pt x="1378" y="200"/>
                      <a:pt x="1405" y="177"/>
                      <a:pt x="1433" y="182"/>
                    </a:cubicBezTo>
                    <a:cubicBezTo>
                      <a:pt x="1462" y="187"/>
                      <a:pt x="1475" y="235"/>
                      <a:pt x="1448" y="245"/>
                    </a:cubicBezTo>
                    <a:lnTo>
                      <a:pt x="1448" y="245"/>
                    </a:lnTo>
                    <a:cubicBezTo>
                      <a:pt x="1451" y="243"/>
                      <a:pt x="1455" y="241"/>
                      <a:pt x="1458" y="239"/>
                    </a:cubicBezTo>
                    <a:cubicBezTo>
                      <a:pt x="1480" y="227"/>
                      <a:pt x="1504" y="220"/>
                      <a:pt x="1529" y="220"/>
                    </a:cubicBezTo>
                    <a:cubicBezTo>
                      <a:pt x="1540" y="220"/>
                      <a:pt x="1551" y="222"/>
                      <a:pt x="1561" y="224"/>
                    </a:cubicBezTo>
                    <a:lnTo>
                      <a:pt x="1536" y="321"/>
                    </a:lnTo>
                    <a:lnTo>
                      <a:pt x="1536" y="321"/>
                    </a:lnTo>
                    <a:cubicBezTo>
                      <a:pt x="1583" y="303"/>
                      <a:pt x="1631" y="288"/>
                      <a:pt x="1679" y="276"/>
                    </a:cubicBezTo>
                    <a:lnTo>
                      <a:pt x="1732" y="139"/>
                    </a:lnTo>
                    <a:lnTo>
                      <a:pt x="1732" y="139"/>
                    </a:lnTo>
                    <a:cubicBezTo>
                      <a:pt x="1743" y="174"/>
                      <a:pt x="1751" y="209"/>
                      <a:pt x="1756" y="245"/>
                    </a:cubicBezTo>
                    <a:cubicBezTo>
                      <a:pt x="1784" y="227"/>
                      <a:pt x="1789" y="184"/>
                      <a:pt x="1818" y="169"/>
                    </a:cubicBezTo>
                    <a:lnTo>
                      <a:pt x="1818" y="169"/>
                    </a:lnTo>
                    <a:cubicBezTo>
                      <a:pt x="1825" y="166"/>
                      <a:pt x="1832" y="164"/>
                      <a:pt x="1839" y="164"/>
                    </a:cubicBezTo>
                    <a:cubicBezTo>
                      <a:pt x="1846" y="164"/>
                      <a:pt x="1854" y="166"/>
                      <a:pt x="1860" y="170"/>
                    </a:cubicBezTo>
                    <a:cubicBezTo>
                      <a:pt x="1867" y="174"/>
                      <a:pt x="1872" y="180"/>
                      <a:pt x="1876" y="186"/>
                    </a:cubicBezTo>
                    <a:cubicBezTo>
                      <a:pt x="1880" y="193"/>
                      <a:pt x="1882" y="200"/>
                      <a:pt x="1882" y="207"/>
                    </a:cubicBezTo>
                    <a:cubicBezTo>
                      <a:pt x="1882" y="215"/>
                      <a:pt x="1880" y="222"/>
                      <a:pt x="1876" y="229"/>
                    </a:cubicBezTo>
                    <a:cubicBezTo>
                      <a:pt x="1872" y="236"/>
                      <a:pt x="1867" y="241"/>
                      <a:pt x="1860" y="245"/>
                    </a:cubicBezTo>
                    <a:cubicBezTo>
                      <a:pt x="1857" y="247"/>
                      <a:pt x="1853" y="248"/>
                      <a:pt x="1850" y="249"/>
                    </a:cubicBezTo>
                    <a:lnTo>
                      <a:pt x="1850" y="249"/>
                    </a:lnTo>
                    <a:cubicBezTo>
                      <a:pt x="1853" y="244"/>
                      <a:pt x="1858" y="239"/>
                      <a:pt x="1863" y="236"/>
                    </a:cubicBezTo>
                    <a:cubicBezTo>
                      <a:pt x="1869" y="233"/>
                      <a:pt x="1876" y="231"/>
                      <a:pt x="1882" y="231"/>
                    </a:cubicBezTo>
                    <a:cubicBezTo>
                      <a:pt x="1889" y="231"/>
                      <a:pt x="1896" y="233"/>
                      <a:pt x="1901" y="236"/>
                    </a:cubicBezTo>
                    <a:cubicBezTo>
                      <a:pt x="1907" y="239"/>
                      <a:pt x="1911" y="245"/>
                      <a:pt x="1914" y="250"/>
                    </a:cubicBezTo>
                    <a:cubicBezTo>
                      <a:pt x="1918" y="256"/>
                      <a:pt x="1919" y="262"/>
                      <a:pt x="1919" y="268"/>
                    </a:cubicBezTo>
                    <a:cubicBezTo>
                      <a:pt x="1919" y="275"/>
                      <a:pt x="1918" y="281"/>
                      <a:pt x="1914" y="287"/>
                    </a:cubicBezTo>
                    <a:cubicBezTo>
                      <a:pt x="1911" y="293"/>
                      <a:pt x="1907" y="298"/>
                      <a:pt x="1901" y="301"/>
                    </a:cubicBezTo>
                    <a:cubicBezTo>
                      <a:pt x="1901" y="301"/>
                      <a:pt x="1900" y="301"/>
                      <a:pt x="1899" y="302"/>
                    </a:cubicBezTo>
                    <a:lnTo>
                      <a:pt x="1899" y="302"/>
                    </a:lnTo>
                    <a:cubicBezTo>
                      <a:pt x="1906" y="298"/>
                      <a:pt x="1913" y="296"/>
                      <a:pt x="1921" y="296"/>
                    </a:cubicBezTo>
                    <a:cubicBezTo>
                      <a:pt x="1929" y="296"/>
                      <a:pt x="1937" y="298"/>
                      <a:pt x="1944" y="302"/>
                    </a:cubicBezTo>
                    <a:cubicBezTo>
                      <a:pt x="1951" y="306"/>
                      <a:pt x="1957" y="312"/>
                      <a:pt x="1961" y="319"/>
                    </a:cubicBezTo>
                    <a:cubicBezTo>
                      <a:pt x="1965" y="326"/>
                      <a:pt x="1967" y="333"/>
                      <a:pt x="1967" y="340"/>
                    </a:cubicBezTo>
                    <a:lnTo>
                      <a:pt x="1967" y="340"/>
                    </a:lnTo>
                    <a:cubicBezTo>
                      <a:pt x="1969" y="338"/>
                      <a:pt x="1972" y="337"/>
                      <a:pt x="1974" y="336"/>
                    </a:cubicBezTo>
                    <a:cubicBezTo>
                      <a:pt x="1987" y="328"/>
                      <a:pt x="2002" y="323"/>
                      <a:pt x="2017" y="322"/>
                    </a:cubicBezTo>
                    <a:lnTo>
                      <a:pt x="2017" y="322"/>
                    </a:lnTo>
                    <a:lnTo>
                      <a:pt x="2017" y="322"/>
                    </a:lnTo>
                    <a:cubicBezTo>
                      <a:pt x="2023" y="322"/>
                      <a:pt x="2030" y="324"/>
                      <a:pt x="2035" y="327"/>
                    </a:cubicBezTo>
                    <a:cubicBezTo>
                      <a:pt x="2041" y="330"/>
                      <a:pt x="2045" y="334"/>
                      <a:pt x="2048" y="340"/>
                    </a:cubicBezTo>
                    <a:cubicBezTo>
                      <a:pt x="2051" y="344"/>
                      <a:pt x="2052" y="349"/>
                      <a:pt x="2052" y="354"/>
                    </a:cubicBezTo>
                    <a:cubicBezTo>
                      <a:pt x="2107" y="328"/>
                      <a:pt x="2156" y="333"/>
                      <a:pt x="2213" y="341"/>
                    </a:cubicBezTo>
                    <a:cubicBezTo>
                      <a:pt x="2239" y="345"/>
                      <a:pt x="2404" y="385"/>
                      <a:pt x="2353" y="326"/>
                    </a:cubicBezTo>
                    <a:cubicBezTo>
                      <a:pt x="2431" y="343"/>
                      <a:pt x="2498" y="304"/>
                      <a:pt x="2444" y="224"/>
                    </a:cubicBezTo>
                    <a:cubicBezTo>
                      <a:pt x="2467" y="252"/>
                      <a:pt x="2491" y="280"/>
                      <a:pt x="2514" y="308"/>
                    </a:cubicBezTo>
                    <a:lnTo>
                      <a:pt x="2514" y="308"/>
                    </a:lnTo>
                    <a:cubicBezTo>
                      <a:pt x="2503" y="271"/>
                      <a:pt x="2498" y="232"/>
                      <a:pt x="2496" y="194"/>
                    </a:cubicBezTo>
                    <a:lnTo>
                      <a:pt x="2496" y="194"/>
                    </a:lnTo>
                    <a:cubicBezTo>
                      <a:pt x="2504" y="196"/>
                      <a:pt x="2513" y="198"/>
                      <a:pt x="2520" y="203"/>
                    </a:cubicBezTo>
                    <a:cubicBezTo>
                      <a:pt x="2535" y="212"/>
                      <a:pt x="2546" y="223"/>
                      <a:pt x="2554" y="237"/>
                    </a:cubicBezTo>
                    <a:lnTo>
                      <a:pt x="2554" y="237"/>
                    </a:lnTo>
                    <a:cubicBezTo>
                      <a:pt x="2553" y="229"/>
                      <a:pt x="2553" y="221"/>
                      <a:pt x="2553" y="213"/>
                    </a:cubicBezTo>
                    <a:cubicBezTo>
                      <a:pt x="2553" y="162"/>
                      <a:pt x="2567" y="112"/>
                      <a:pt x="2592" y="67"/>
                    </a:cubicBezTo>
                    <a:cubicBezTo>
                      <a:pt x="2607" y="42"/>
                      <a:pt x="2625" y="20"/>
                      <a:pt x="2646" y="0"/>
                    </a:cubicBezTo>
                    <a:lnTo>
                      <a:pt x="2646" y="0"/>
                    </a:lnTo>
                    <a:cubicBezTo>
                      <a:pt x="2652" y="16"/>
                      <a:pt x="2656" y="34"/>
                      <a:pt x="2656" y="52"/>
                    </a:cubicBezTo>
                    <a:cubicBezTo>
                      <a:pt x="2656" y="75"/>
                      <a:pt x="2650" y="99"/>
                      <a:pt x="2638" y="119"/>
                    </a:cubicBezTo>
                    <a:lnTo>
                      <a:pt x="2700" y="75"/>
                    </a:lnTo>
                    <a:cubicBezTo>
                      <a:pt x="2708" y="69"/>
                      <a:pt x="2719" y="63"/>
                      <a:pt x="2729" y="66"/>
                    </a:cubicBezTo>
                    <a:cubicBezTo>
                      <a:pt x="2744" y="73"/>
                      <a:pt x="2740" y="96"/>
                      <a:pt x="2731" y="110"/>
                    </a:cubicBezTo>
                    <a:lnTo>
                      <a:pt x="2731" y="110"/>
                    </a:lnTo>
                    <a:cubicBezTo>
                      <a:pt x="2716" y="137"/>
                      <a:pt x="2695" y="160"/>
                      <a:pt x="2670" y="178"/>
                    </a:cubicBezTo>
                    <a:lnTo>
                      <a:pt x="2670" y="178"/>
                    </a:lnTo>
                    <a:cubicBezTo>
                      <a:pt x="2672" y="177"/>
                      <a:pt x="2674" y="175"/>
                      <a:pt x="2677" y="174"/>
                    </a:cubicBezTo>
                    <a:cubicBezTo>
                      <a:pt x="2708" y="156"/>
                      <a:pt x="2743" y="146"/>
                      <a:pt x="2780" y="146"/>
                    </a:cubicBezTo>
                    <a:cubicBezTo>
                      <a:pt x="2783" y="146"/>
                      <a:pt x="2786" y="146"/>
                      <a:pt x="2789" y="147"/>
                    </a:cubicBezTo>
                    <a:lnTo>
                      <a:pt x="2789" y="147"/>
                    </a:lnTo>
                    <a:cubicBezTo>
                      <a:pt x="2785" y="159"/>
                      <a:pt x="2780" y="170"/>
                      <a:pt x="2773" y="181"/>
                    </a:cubicBezTo>
                    <a:cubicBezTo>
                      <a:pt x="2758" y="208"/>
                      <a:pt x="2737" y="231"/>
                      <a:pt x="2712" y="250"/>
                    </a:cubicBezTo>
                    <a:cubicBezTo>
                      <a:pt x="2758" y="241"/>
                      <a:pt x="2781" y="332"/>
                      <a:pt x="2826" y="317"/>
                    </a:cubicBezTo>
                    <a:lnTo>
                      <a:pt x="2826" y="317"/>
                    </a:lnTo>
                    <a:cubicBezTo>
                      <a:pt x="2827" y="317"/>
                      <a:pt x="2828" y="316"/>
                      <a:pt x="2830" y="315"/>
                    </a:cubicBezTo>
                    <a:cubicBezTo>
                      <a:pt x="2838" y="310"/>
                      <a:pt x="2845" y="303"/>
                      <a:pt x="2849" y="295"/>
                    </a:cubicBezTo>
                    <a:cubicBezTo>
                      <a:pt x="2852" y="291"/>
                      <a:pt x="2853" y="288"/>
                      <a:pt x="2854" y="283"/>
                    </a:cubicBezTo>
                    <a:lnTo>
                      <a:pt x="2854" y="283"/>
                    </a:lnTo>
                    <a:cubicBezTo>
                      <a:pt x="2869" y="249"/>
                      <a:pt x="2876" y="212"/>
                      <a:pt x="2876" y="174"/>
                    </a:cubicBezTo>
                    <a:cubicBezTo>
                      <a:pt x="2876" y="169"/>
                      <a:pt x="2876" y="164"/>
                      <a:pt x="2876" y="159"/>
                    </a:cubicBezTo>
                    <a:lnTo>
                      <a:pt x="2876" y="159"/>
                    </a:lnTo>
                    <a:cubicBezTo>
                      <a:pt x="2880" y="181"/>
                      <a:pt x="2889" y="202"/>
                      <a:pt x="2900" y="222"/>
                    </a:cubicBezTo>
                    <a:cubicBezTo>
                      <a:pt x="2906" y="231"/>
                      <a:pt x="2911" y="240"/>
                      <a:pt x="2918" y="249"/>
                    </a:cubicBezTo>
                    <a:lnTo>
                      <a:pt x="2944" y="134"/>
                    </a:lnTo>
                    <a:lnTo>
                      <a:pt x="2944" y="134"/>
                    </a:lnTo>
                    <a:cubicBezTo>
                      <a:pt x="2958" y="160"/>
                      <a:pt x="2966" y="188"/>
                      <a:pt x="2968" y="218"/>
                    </a:cubicBezTo>
                    <a:lnTo>
                      <a:pt x="2968" y="218"/>
                    </a:lnTo>
                    <a:cubicBezTo>
                      <a:pt x="2971" y="208"/>
                      <a:pt x="2976" y="199"/>
                      <a:pt x="2980" y="191"/>
                    </a:cubicBezTo>
                    <a:cubicBezTo>
                      <a:pt x="2994" y="169"/>
                      <a:pt x="3011" y="151"/>
                      <a:pt x="3032" y="139"/>
                    </a:cubicBezTo>
                    <a:cubicBezTo>
                      <a:pt x="3044" y="132"/>
                      <a:pt x="3057" y="127"/>
                      <a:pt x="3071" y="124"/>
                    </a:cubicBezTo>
                    <a:lnTo>
                      <a:pt x="3071" y="124"/>
                    </a:lnTo>
                    <a:cubicBezTo>
                      <a:pt x="3069" y="139"/>
                      <a:pt x="3065" y="153"/>
                      <a:pt x="3056" y="167"/>
                    </a:cubicBezTo>
                    <a:cubicBezTo>
                      <a:pt x="3051" y="176"/>
                      <a:pt x="3044" y="185"/>
                      <a:pt x="3036" y="192"/>
                    </a:cubicBezTo>
                    <a:lnTo>
                      <a:pt x="3036" y="192"/>
                    </a:lnTo>
                    <a:lnTo>
                      <a:pt x="3037" y="192"/>
                    </a:lnTo>
                    <a:cubicBezTo>
                      <a:pt x="3068" y="174"/>
                      <a:pt x="3103" y="165"/>
                      <a:pt x="3138" y="165"/>
                    </a:cubicBezTo>
                    <a:cubicBezTo>
                      <a:pt x="3147" y="165"/>
                      <a:pt x="3156" y="165"/>
                      <a:pt x="3165" y="166"/>
                    </a:cubicBezTo>
                    <a:lnTo>
                      <a:pt x="3165" y="166"/>
                    </a:lnTo>
                    <a:cubicBezTo>
                      <a:pt x="3164" y="168"/>
                      <a:pt x="3163" y="169"/>
                      <a:pt x="3162" y="171"/>
                    </a:cubicBezTo>
                    <a:cubicBezTo>
                      <a:pt x="3150" y="192"/>
                      <a:pt x="3132" y="210"/>
                      <a:pt x="3110" y="223"/>
                    </a:cubicBezTo>
                    <a:cubicBezTo>
                      <a:pt x="3108" y="224"/>
                      <a:pt x="3106" y="225"/>
                      <a:pt x="3103" y="226"/>
                    </a:cubicBezTo>
                    <a:lnTo>
                      <a:pt x="3103" y="226"/>
                    </a:lnTo>
                    <a:cubicBezTo>
                      <a:pt x="3115" y="223"/>
                      <a:pt x="3127" y="222"/>
                      <a:pt x="3140" y="222"/>
                    </a:cubicBezTo>
                    <a:cubicBezTo>
                      <a:pt x="3157" y="222"/>
                      <a:pt x="3174" y="225"/>
                      <a:pt x="3190" y="231"/>
                    </a:cubicBezTo>
                    <a:lnTo>
                      <a:pt x="3137" y="322"/>
                    </a:lnTo>
                    <a:lnTo>
                      <a:pt x="3208" y="305"/>
                    </a:lnTo>
                    <a:lnTo>
                      <a:pt x="3208" y="305"/>
                    </a:lnTo>
                    <a:cubicBezTo>
                      <a:pt x="3208" y="309"/>
                      <a:pt x="3209" y="314"/>
                      <a:pt x="3209" y="319"/>
                    </a:cubicBezTo>
                    <a:cubicBezTo>
                      <a:pt x="3209" y="325"/>
                      <a:pt x="3208" y="331"/>
                      <a:pt x="3206" y="337"/>
                    </a:cubicBezTo>
                    <a:cubicBezTo>
                      <a:pt x="3230" y="315"/>
                      <a:pt x="3268" y="334"/>
                      <a:pt x="3298" y="344"/>
                    </a:cubicBezTo>
                    <a:cubicBezTo>
                      <a:pt x="3329" y="355"/>
                      <a:pt x="3377" y="336"/>
                      <a:pt x="3364" y="306"/>
                    </a:cubicBezTo>
                    <a:lnTo>
                      <a:pt x="3404" y="329"/>
                    </a:lnTo>
                    <a:lnTo>
                      <a:pt x="3404" y="329"/>
                    </a:lnTo>
                    <a:cubicBezTo>
                      <a:pt x="3417" y="298"/>
                      <a:pt x="3423" y="266"/>
                      <a:pt x="3423" y="232"/>
                    </a:cubicBezTo>
                    <a:cubicBezTo>
                      <a:pt x="3423" y="218"/>
                      <a:pt x="3422" y="203"/>
                      <a:pt x="3419" y="189"/>
                    </a:cubicBezTo>
                    <a:lnTo>
                      <a:pt x="3419" y="189"/>
                    </a:lnTo>
                    <a:cubicBezTo>
                      <a:pt x="3420" y="191"/>
                      <a:pt x="3421" y="192"/>
                      <a:pt x="3422" y="194"/>
                    </a:cubicBezTo>
                    <a:cubicBezTo>
                      <a:pt x="3435" y="217"/>
                      <a:pt x="3454" y="236"/>
                      <a:pt x="3477" y="249"/>
                    </a:cubicBezTo>
                    <a:lnTo>
                      <a:pt x="3477" y="249"/>
                    </a:lnTo>
                    <a:cubicBezTo>
                      <a:pt x="3485" y="226"/>
                      <a:pt x="3495" y="203"/>
                      <a:pt x="3507" y="182"/>
                    </a:cubicBezTo>
                    <a:cubicBezTo>
                      <a:pt x="3525" y="151"/>
                      <a:pt x="3547" y="123"/>
                      <a:pt x="3573" y="98"/>
                    </a:cubicBezTo>
                    <a:lnTo>
                      <a:pt x="3573" y="98"/>
                    </a:lnTo>
                    <a:cubicBezTo>
                      <a:pt x="3577" y="102"/>
                      <a:pt x="3580" y="106"/>
                      <a:pt x="3583" y="111"/>
                    </a:cubicBezTo>
                    <a:cubicBezTo>
                      <a:pt x="3588" y="119"/>
                      <a:pt x="3590" y="128"/>
                      <a:pt x="3590" y="137"/>
                    </a:cubicBezTo>
                    <a:cubicBezTo>
                      <a:pt x="3590" y="146"/>
                      <a:pt x="3588" y="155"/>
                      <a:pt x="3583" y="163"/>
                    </a:cubicBezTo>
                    <a:cubicBezTo>
                      <a:pt x="3582" y="165"/>
                      <a:pt x="3581" y="167"/>
                      <a:pt x="3580" y="168"/>
                    </a:cubicBezTo>
                    <a:lnTo>
                      <a:pt x="3580" y="168"/>
                    </a:lnTo>
                    <a:cubicBezTo>
                      <a:pt x="3583" y="166"/>
                      <a:pt x="3586" y="164"/>
                      <a:pt x="3589" y="162"/>
                    </a:cubicBezTo>
                    <a:cubicBezTo>
                      <a:pt x="3614" y="148"/>
                      <a:pt x="3641" y="140"/>
                      <a:pt x="3669" y="139"/>
                    </a:cubicBezTo>
                    <a:lnTo>
                      <a:pt x="3669" y="139"/>
                    </a:lnTo>
                    <a:cubicBezTo>
                      <a:pt x="3668" y="158"/>
                      <a:pt x="3662" y="176"/>
                      <a:pt x="3652" y="193"/>
                    </a:cubicBezTo>
                    <a:cubicBezTo>
                      <a:pt x="3647" y="202"/>
                      <a:pt x="3641" y="210"/>
                      <a:pt x="3634" y="217"/>
                    </a:cubicBezTo>
                    <a:lnTo>
                      <a:pt x="3634" y="217"/>
                    </a:lnTo>
                    <a:cubicBezTo>
                      <a:pt x="3651" y="212"/>
                      <a:pt x="3668" y="209"/>
                      <a:pt x="3686" y="209"/>
                    </a:cubicBezTo>
                    <a:cubicBezTo>
                      <a:pt x="3701" y="209"/>
                      <a:pt x="3716" y="211"/>
                      <a:pt x="3731" y="215"/>
                    </a:cubicBezTo>
                    <a:lnTo>
                      <a:pt x="3731" y="215"/>
                    </a:lnTo>
                    <a:cubicBezTo>
                      <a:pt x="3727" y="224"/>
                      <a:pt x="3724" y="232"/>
                      <a:pt x="3719" y="240"/>
                    </a:cubicBezTo>
                    <a:cubicBezTo>
                      <a:pt x="3709" y="259"/>
                      <a:pt x="3693" y="276"/>
                      <a:pt x="3676" y="291"/>
                    </a:cubicBezTo>
                    <a:lnTo>
                      <a:pt x="3782" y="284"/>
                    </a:lnTo>
                    <a:lnTo>
                      <a:pt x="3782" y="284"/>
                    </a:lnTo>
                    <a:cubicBezTo>
                      <a:pt x="3781" y="286"/>
                      <a:pt x="3780" y="288"/>
                      <a:pt x="3778" y="291"/>
                    </a:cubicBezTo>
                    <a:cubicBezTo>
                      <a:pt x="3772" y="303"/>
                      <a:pt x="3767" y="317"/>
                      <a:pt x="3767" y="331"/>
                    </a:cubicBezTo>
                    <a:cubicBezTo>
                      <a:pt x="3767" y="340"/>
                      <a:pt x="3768" y="348"/>
                      <a:pt x="3771" y="357"/>
                    </a:cubicBezTo>
                    <a:lnTo>
                      <a:pt x="3870" y="269"/>
                    </a:lnTo>
                    <a:lnTo>
                      <a:pt x="3870" y="269"/>
                    </a:lnTo>
                    <a:cubicBezTo>
                      <a:pt x="3867" y="282"/>
                      <a:pt x="3866" y="295"/>
                      <a:pt x="3866" y="308"/>
                    </a:cubicBezTo>
                    <a:cubicBezTo>
                      <a:pt x="3866" y="323"/>
                      <a:pt x="3868" y="338"/>
                      <a:pt x="3871" y="352"/>
                    </a:cubicBezTo>
                    <a:lnTo>
                      <a:pt x="3871" y="352"/>
                    </a:lnTo>
                    <a:cubicBezTo>
                      <a:pt x="3891" y="324"/>
                      <a:pt x="3915" y="300"/>
                      <a:pt x="3944" y="281"/>
                    </a:cubicBezTo>
                    <a:lnTo>
                      <a:pt x="3944" y="281"/>
                    </a:lnTo>
                    <a:cubicBezTo>
                      <a:pt x="3945" y="288"/>
                      <a:pt x="3946" y="294"/>
                      <a:pt x="3946" y="301"/>
                    </a:cubicBezTo>
                    <a:cubicBezTo>
                      <a:pt x="3946" y="318"/>
                      <a:pt x="3942" y="334"/>
                      <a:pt x="3933" y="348"/>
                    </a:cubicBezTo>
                    <a:cubicBezTo>
                      <a:pt x="3930" y="354"/>
                      <a:pt x="3926" y="359"/>
                      <a:pt x="3922" y="364"/>
                    </a:cubicBezTo>
                    <a:cubicBezTo>
                      <a:pt x="3917" y="369"/>
                      <a:pt x="4104" y="355"/>
                      <a:pt x="4116" y="355"/>
                    </a:cubicBezTo>
                    <a:lnTo>
                      <a:pt x="4117" y="57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3"/>
              <p:cNvSpPr/>
              <p:nvPr/>
            </p:nvSpPr>
            <p:spPr>
              <a:xfrm>
                <a:off x="4095818" y="4846250"/>
                <a:ext cx="952365" cy="325975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472" extrusionOk="0">
                    <a:moveTo>
                      <a:pt x="445" y="472"/>
                    </a:moveTo>
                    <a:cubicBezTo>
                      <a:pt x="508" y="472"/>
                      <a:pt x="572" y="471"/>
                      <a:pt x="635" y="465"/>
                    </a:cubicBezTo>
                    <a:cubicBezTo>
                      <a:pt x="699" y="459"/>
                      <a:pt x="755" y="468"/>
                      <a:pt x="815" y="462"/>
                    </a:cubicBezTo>
                    <a:lnTo>
                      <a:pt x="815" y="462"/>
                    </a:lnTo>
                    <a:cubicBezTo>
                      <a:pt x="856" y="459"/>
                      <a:pt x="898" y="457"/>
                      <a:pt x="940" y="457"/>
                    </a:cubicBezTo>
                    <a:cubicBezTo>
                      <a:pt x="988" y="457"/>
                      <a:pt x="1035" y="459"/>
                      <a:pt x="1083" y="463"/>
                    </a:cubicBezTo>
                    <a:lnTo>
                      <a:pt x="1083" y="463"/>
                    </a:lnTo>
                    <a:cubicBezTo>
                      <a:pt x="1113" y="465"/>
                      <a:pt x="1143" y="466"/>
                      <a:pt x="1174" y="466"/>
                    </a:cubicBezTo>
                    <a:cubicBezTo>
                      <a:pt x="1218" y="466"/>
                      <a:pt x="1263" y="464"/>
                      <a:pt x="1307" y="460"/>
                    </a:cubicBezTo>
                    <a:cubicBezTo>
                      <a:pt x="1312" y="460"/>
                      <a:pt x="1319" y="458"/>
                      <a:pt x="1320" y="453"/>
                    </a:cubicBezTo>
                    <a:cubicBezTo>
                      <a:pt x="1322" y="448"/>
                      <a:pt x="1316" y="443"/>
                      <a:pt x="1311" y="441"/>
                    </a:cubicBezTo>
                    <a:lnTo>
                      <a:pt x="1311" y="441"/>
                    </a:lnTo>
                    <a:cubicBezTo>
                      <a:pt x="1306" y="440"/>
                      <a:pt x="1301" y="438"/>
                      <a:pt x="1296" y="435"/>
                    </a:cubicBezTo>
                    <a:lnTo>
                      <a:pt x="1295" y="435"/>
                    </a:lnTo>
                    <a:cubicBezTo>
                      <a:pt x="1318" y="430"/>
                      <a:pt x="1341" y="424"/>
                      <a:pt x="1364" y="417"/>
                    </a:cubicBezTo>
                    <a:cubicBezTo>
                      <a:pt x="1371" y="415"/>
                      <a:pt x="1382" y="409"/>
                      <a:pt x="1378" y="401"/>
                    </a:cubicBezTo>
                    <a:cubicBezTo>
                      <a:pt x="1375" y="393"/>
                      <a:pt x="1371" y="395"/>
                      <a:pt x="1366" y="394"/>
                    </a:cubicBezTo>
                    <a:lnTo>
                      <a:pt x="1366" y="394"/>
                    </a:lnTo>
                    <a:cubicBezTo>
                      <a:pt x="1354" y="391"/>
                      <a:pt x="1341" y="390"/>
                      <a:pt x="1329" y="390"/>
                    </a:cubicBezTo>
                    <a:cubicBezTo>
                      <a:pt x="1312" y="390"/>
                      <a:pt x="1295" y="392"/>
                      <a:pt x="1278" y="397"/>
                    </a:cubicBezTo>
                    <a:lnTo>
                      <a:pt x="1278" y="397"/>
                    </a:lnTo>
                    <a:cubicBezTo>
                      <a:pt x="1285" y="394"/>
                      <a:pt x="1293" y="391"/>
                      <a:pt x="1298" y="387"/>
                    </a:cubicBezTo>
                    <a:cubicBezTo>
                      <a:pt x="1314" y="379"/>
                      <a:pt x="1328" y="367"/>
                      <a:pt x="1342" y="355"/>
                    </a:cubicBezTo>
                    <a:cubicBezTo>
                      <a:pt x="1310" y="367"/>
                      <a:pt x="1279" y="378"/>
                      <a:pt x="1247" y="390"/>
                    </a:cubicBezTo>
                    <a:lnTo>
                      <a:pt x="1247" y="390"/>
                    </a:lnTo>
                    <a:cubicBezTo>
                      <a:pt x="1238" y="393"/>
                      <a:pt x="1228" y="395"/>
                      <a:pt x="1218" y="395"/>
                    </a:cubicBezTo>
                    <a:cubicBezTo>
                      <a:pt x="1216" y="395"/>
                      <a:pt x="1214" y="395"/>
                      <a:pt x="1212" y="395"/>
                    </a:cubicBezTo>
                    <a:cubicBezTo>
                      <a:pt x="1256" y="370"/>
                      <a:pt x="1291" y="355"/>
                      <a:pt x="1318" y="310"/>
                    </a:cubicBezTo>
                    <a:lnTo>
                      <a:pt x="1318" y="310"/>
                    </a:lnTo>
                    <a:cubicBezTo>
                      <a:pt x="1310" y="309"/>
                      <a:pt x="1302" y="309"/>
                      <a:pt x="1294" y="309"/>
                    </a:cubicBezTo>
                    <a:cubicBezTo>
                      <a:pt x="1259" y="309"/>
                      <a:pt x="1224" y="316"/>
                      <a:pt x="1192" y="329"/>
                    </a:cubicBezTo>
                    <a:lnTo>
                      <a:pt x="1192" y="329"/>
                    </a:lnTo>
                    <a:cubicBezTo>
                      <a:pt x="1223" y="309"/>
                      <a:pt x="1250" y="285"/>
                      <a:pt x="1273" y="256"/>
                    </a:cubicBezTo>
                    <a:cubicBezTo>
                      <a:pt x="1280" y="248"/>
                      <a:pt x="1286" y="236"/>
                      <a:pt x="1279" y="228"/>
                    </a:cubicBezTo>
                    <a:lnTo>
                      <a:pt x="1279" y="228"/>
                    </a:lnTo>
                    <a:cubicBezTo>
                      <a:pt x="1278" y="227"/>
                      <a:pt x="1277" y="226"/>
                      <a:pt x="1275" y="225"/>
                    </a:cubicBezTo>
                    <a:cubicBezTo>
                      <a:pt x="1272" y="223"/>
                      <a:pt x="1268" y="222"/>
                      <a:pt x="1264" y="222"/>
                    </a:cubicBezTo>
                    <a:cubicBezTo>
                      <a:pt x="1262" y="222"/>
                      <a:pt x="1260" y="222"/>
                      <a:pt x="1258" y="223"/>
                    </a:cubicBezTo>
                    <a:lnTo>
                      <a:pt x="1258" y="223"/>
                    </a:lnTo>
                    <a:cubicBezTo>
                      <a:pt x="1234" y="226"/>
                      <a:pt x="1212" y="233"/>
                      <a:pt x="1191" y="245"/>
                    </a:cubicBezTo>
                    <a:cubicBezTo>
                      <a:pt x="1183" y="250"/>
                      <a:pt x="1174" y="256"/>
                      <a:pt x="1167" y="262"/>
                    </a:cubicBezTo>
                    <a:lnTo>
                      <a:pt x="1167" y="262"/>
                    </a:lnTo>
                    <a:cubicBezTo>
                      <a:pt x="1184" y="245"/>
                      <a:pt x="1200" y="226"/>
                      <a:pt x="1212" y="204"/>
                    </a:cubicBezTo>
                    <a:cubicBezTo>
                      <a:pt x="1232" y="171"/>
                      <a:pt x="1242" y="135"/>
                      <a:pt x="1246" y="97"/>
                    </a:cubicBezTo>
                    <a:lnTo>
                      <a:pt x="1246" y="97"/>
                    </a:lnTo>
                    <a:cubicBezTo>
                      <a:pt x="1220" y="114"/>
                      <a:pt x="1199" y="138"/>
                      <a:pt x="1183" y="165"/>
                    </a:cubicBezTo>
                    <a:cubicBezTo>
                      <a:pt x="1171" y="185"/>
                      <a:pt x="1163" y="206"/>
                      <a:pt x="1159" y="229"/>
                    </a:cubicBezTo>
                    <a:lnTo>
                      <a:pt x="1159" y="229"/>
                    </a:lnTo>
                    <a:cubicBezTo>
                      <a:pt x="1164" y="201"/>
                      <a:pt x="1167" y="172"/>
                      <a:pt x="1167" y="142"/>
                    </a:cubicBezTo>
                    <a:cubicBezTo>
                      <a:pt x="1167" y="113"/>
                      <a:pt x="1164" y="84"/>
                      <a:pt x="1159" y="56"/>
                    </a:cubicBezTo>
                    <a:lnTo>
                      <a:pt x="1159" y="56"/>
                    </a:lnTo>
                    <a:cubicBezTo>
                      <a:pt x="1150" y="94"/>
                      <a:pt x="1138" y="132"/>
                      <a:pt x="1123" y="168"/>
                    </a:cubicBezTo>
                    <a:cubicBezTo>
                      <a:pt x="1109" y="200"/>
                      <a:pt x="1083" y="225"/>
                      <a:pt x="1070" y="255"/>
                    </a:cubicBezTo>
                    <a:lnTo>
                      <a:pt x="1070" y="255"/>
                    </a:lnTo>
                    <a:cubicBezTo>
                      <a:pt x="1079" y="232"/>
                      <a:pt x="1084" y="208"/>
                      <a:pt x="1085" y="183"/>
                    </a:cubicBezTo>
                    <a:cubicBezTo>
                      <a:pt x="1085" y="179"/>
                      <a:pt x="1085" y="175"/>
                      <a:pt x="1081" y="173"/>
                    </a:cubicBezTo>
                    <a:cubicBezTo>
                      <a:pt x="1077" y="172"/>
                      <a:pt x="1073" y="176"/>
                      <a:pt x="1070" y="179"/>
                    </a:cubicBezTo>
                    <a:lnTo>
                      <a:pt x="1044" y="216"/>
                    </a:lnTo>
                    <a:lnTo>
                      <a:pt x="1044" y="216"/>
                    </a:lnTo>
                    <a:cubicBezTo>
                      <a:pt x="1051" y="197"/>
                      <a:pt x="1056" y="177"/>
                      <a:pt x="1060" y="157"/>
                    </a:cubicBezTo>
                    <a:cubicBezTo>
                      <a:pt x="1052" y="169"/>
                      <a:pt x="1015" y="239"/>
                      <a:pt x="1003" y="213"/>
                    </a:cubicBezTo>
                    <a:lnTo>
                      <a:pt x="1003" y="213"/>
                    </a:lnTo>
                    <a:cubicBezTo>
                      <a:pt x="1009" y="182"/>
                      <a:pt x="1018" y="152"/>
                      <a:pt x="1030" y="123"/>
                    </a:cubicBezTo>
                    <a:lnTo>
                      <a:pt x="1030" y="123"/>
                    </a:lnTo>
                    <a:cubicBezTo>
                      <a:pt x="1022" y="127"/>
                      <a:pt x="1014" y="131"/>
                      <a:pt x="1007" y="135"/>
                    </a:cubicBezTo>
                    <a:cubicBezTo>
                      <a:pt x="973" y="155"/>
                      <a:pt x="946" y="183"/>
                      <a:pt x="925" y="217"/>
                    </a:cubicBezTo>
                    <a:cubicBezTo>
                      <a:pt x="924" y="220"/>
                      <a:pt x="922" y="223"/>
                      <a:pt x="920" y="226"/>
                    </a:cubicBezTo>
                    <a:lnTo>
                      <a:pt x="920" y="226"/>
                    </a:lnTo>
                    <a:cubicBezTo>
                      <a:pt x="959" y="156"/>
                      <a:pt x="983" y="79"/>
                      <a:pt x="988" y="0"/>
                    </a:cubicBezTo>
                    <a:lnTo>
                      <a:pt x="988" y="0"/>
                    </a:lnTo>
                    <a:cubicBezTo>
                      <a:pt x="985" y="1"/>
                      <a:pt x="982" y="3"/>
                      <a:pt x="979" y="4"/>
                    </a:cubicBezTo>
                    <a:cubicBezTo>
                      <a:pt x="950" y="21"/>
                      <a:pt x="927" y="44"/>
                      <a:pt x="910" y="73"/>
                    </a:cubicBezTo>
                    <a:cubicBezTo>
                      <a:pt x="904" y="84"/>
                      <a:pt x="898" y="97"/>
                      <a:pt x="894" y="109"/>
                    </a:cubicBezTo>
                    <a:lnTo>
                      <a:pt x="894" y="109"/>
                    </a:lnTo>
                    <a:cubicBezTo>
                      <a:pt x="879" y="156"/>
                      <a:pt x="870" y="205"/>
                      <a:pt x="868" y="254"/>
                    </a:cubicBezTo>
                    <a:lnTo>
                      <a:pt x="868" y="254"/>
                    </a:lnTo>
                    <a:cubicBezTo>
                      <a:pt x="864" y="183"/>
                      <a:pt x="856" y="113"/>
                      <a:pt x="844" y="43"/>
                    </a:cubicBezTo>
                    <a:cubicBezTo>
                      <a:pt x="797" y="102"/>
                      <a:pt x="798" y="184"/>
                      <a:pt x="801" y="259"/>
                    </a:cubicBezTo>
                    <a:lnTo>
                      <a:pt x="801" y="259"/>
                    </a:lnTo>
                    <a:cubicBezTo>
                      <a:pt x="793" y="198"/>
                      <a:pt x="778" y="137"/>
                      <a:pt x="757" y="78"/>
                    </a:cubicBezTo>
                    <a:cubicBezTo>
                      <a:pt x="715" y="141"/>
                      <a:pt x="739" y="230"/>
                      <a:pt x="777" y="286"/>
                    </a:cubicBezTo>
                    <a:lnTo>
                      <a:pt x="777" y="286"/>
                    </a:lnTo>
                    <a:cubicBezTo>
                      <a:pt x="764" y="266"/>
                      <a:pt x="747" y="249"/>
                      <a:pt x="724" y="237"/>
                    </a:cubicBezTo>
                    <a:cubicBezTo>
                      <a:pt x="721" y="235"/>
                      <a:pt x="716" y="233"/>
                      <a:pt x="712" y="231"/>
                    </a:cubicBezTo>
                    <a:lnTo>
                      <a:pt x="712" y="231"/>
                    </a:lnTo>
                    <a:lnTo>
                      <a:pt x="712" y="230"/>
                    </a:lnTo>
                    <a:cubicBezTo>
                      <a:pt x="710" y="229"/>
                      <a:pt x="708" y="229"/>
                      <a:pt x="706" y="229"/>
                    </a:cubicBezTo>
                    <a:cubicBezTo>
                      <a:pt x="705" y="229"/>
                      <a:pt x="704" y="229"/>
                      <a:pt x="703" y="229"/>
                    </a:cubicBezTo>
                    <a:cubicBezTo>
                      <a:pt x="697" y="231"/>
                      <a:pt x="697" y="239"/>
                      <a:pt x="698" y="245"/>
                    </a:cubicBezTo>
                    <a:lnTo>
                      <a:pt x="698" y="245"/>
                    </a:lnTo>
                    <a:cubicBezTo>
                      <a:pt x="705" y="275"/>
                      <a:pt x="715" y="303"/>
                      <a:pt x="730" y="329"/>
                    </a:cubicBezTo>
                    <a:cubicBezTo>
                      <a:pt x="732" y="332"/>
                      <a:pt x="735" y="336"/>
                      <a:pt x="737" y="339"/>
                    </a:cubicBezTo>
                    <a:lnTo>
                      <a:pt x="737" y="339"/>
                    </a:lnTo>
                    <a:cubicBezTo>
                      <a:pt x="712" y="299"/>
                      <a:pt x="680" y="264"/>
                      <a:pt x="642" y="236"/>
                    </a:cubicBezTo>
                    <a:cubicBezTo>
                      <a:pt x="651" y="285"/>
                      <a:pt x="663" y="333"/>
                      <a:pt x="676" y="381"/>
                    </a:cubicBezTo>
                    <a:lnTo>
                      <a:pt x="676" y="381"/>
                    </a:lnTo>
                    <a:cubicBezTo>
                      <a:pt x="668" y="370"/>
                      <a:pt x="660" y="359"/>
                      <a:pt x="652" y="346"/>
                    </a:cubicBezTo>
                    <a:cubicBezTo>
                      <a:pt x="645" y="334"/>
                      <a:pt x="639" y="321"/>
                      <a:pt x="634" y="308"/>
                    </a:cubicBezTo>
                    <a:lnTo>
                      <a:pt x="634" y="308"/>
                    </a:lnTo>
                    <a:cubicBezTo>
                      <a:pt x="635" y="338"/>
                      <a:pt x="642" y="367"/>
                      <a:pt x="652" y="395"/>
                    </a:cubicBezTo>
                    <a:lnTo>
                      <a:pt x="652" y="395"/>
                    </a:lnTo>
                    <a:cubicBezTo>
                      <a:pt x="637" y="390"/>
                      <a:pt x="621" y="388"/>
                      <a:pt x="605" y="388"/>
                    </a:cubicBezTo>
                    <a:cubicBezTo>
                      <a:pt x="578" y="388"/>
                      <a:pt x="551" y="395"/>
                      <a:pt x="527" y="407"/>
                    </a:cubicBezTo>
                    <a:cubicBezTo>
                      <a:pt x="559" y="382"/>
                      <a:pt x="594" y="354"/>
                      <a:pt x="602" y="315"/>
                    </a:cubicBezTo>
                    <a:lnTo>
                      <a:pt x="534" y="365"/>
                    </a:lnTo>
                    <a:lnTo>
                      <a:pt x="583" y="303"/>
                    </a:lnTo>
                    <a:lnTo>
                      <a:pt x="583" y="303"/>
                    </a:lnTo>
                    <a:cubicBezTo>
                      <a:pt x="561" y="323"/>
                      <a:pt x="538" y="342"/>
                      <a:pt x="514" y="360"/>
                    </a:cubicBezTo>
                    <a:lnTo>
                      <a:pt x="514" y="360"/>
                    </a:lnTo>
                    <a:cubicBezTo>
                      <a:pt x="504" y="365"/>
                      <a:pt x="496" y="369"/>
                      <a:pt x="485" y="375"/>
                    </a:cubicBezTo>
                    <a:cubicBezTo>
                      <a:pt x="479" y="379"/>
                      <a:pt x="470" y="384"/>
                      <a:pt x="463" y="389"/>
                    </a:cubicBezTo>
                    <a:cubicBezTo>
                      <a:pt x="506" y="348"/>
                      <a:pt x="551" y="303"/>
                      <a:pt x="556" y="244"/>
                    </a:cubicBezTo>
                    <a:lnTo>
                      <a:pt x="556" y="244"/>
                    </a:lnTo>
                    <a:cubicBezTo>
                      <a:pt x="547" y="248"/>
                      <a:pt x="539" y="253"/>
                      <a:pt x="530" y="257"/>
                    </a:cubicBezTo>
                    <a:cubicBezTo>
                      <a:pt x="511" y="269"/>
                      <a:pt x="492" y="284"/>
                      <a:pt x="477" y="302"/>
                    </a:cubicBezTo>
                    <a:lnTo>
                      <a:pt x="477" y="302"/>
                    </a:lnTo>
                    <a:cubicBezTo>
                      <a:pt x="486" y="290"/>
                      <a:pt x="495" y="277"/>
                      <a:pt x="502" y="264"/>
                    </a:cubicBezTo>
                    <a:cubicBezTo>
                      <a:pt x="522" y="231"/>
                      <a:pt x="535" y="195"/>
                      <a:pt x="543" y="158"/>
                    </a:cubicBezTo>
                    <a:lnTo>
                      <a:pt x="543" y="158"/>
                    </a:lnTo>
                    <a:cubicBezTo>
                      <a:pt x="539" y="169"/>
                      <a:pt x="534" y="179"/>
                      <a:pt x="527" y="190"/>
                    </a:cubicBezTo>
                    <a:cubicBezTo>
                      <a:pt x="513" y="216"/>
                      <a:pt x="494" y="239"/>
                      <a:pt x="472" y="260"/>
                    </a:cubicBezTo>
                    <a:cubicBezTo>
                      <a:pt x="480" y="227"/>
                      <a:pt x="498" y="197"/>
                      <a:pt x="504" y="162"/>
                    </a:cubicBezTo>
                    <a:cubicBezTo>
                      <a:pt x="508" y="142"/>
                      <a:pt x="498" y="72"/>
                      <a:pt x="507" y="60"/>
                    </a:cubicBezTo>
                    <a:lnTo>
                      <a:pt x="507" y="60"/>
                    </a:lnTo>
                    <a:cubicBezTo>
                      <a:pt x="492" y="81"/>
                      <a:pt x="478" y="102"/>
                      <a:pt x="465" y="125"/>
                    </a:cubicBezTo>
                    <a:cubicBezTo>
                      <a:pt x="448" y="155"/>
                      <a:pt x="432" y="186"/>
                      <a:pt x="420" y="219"/>
                    </a:cubicBezTo>
                    <a:lnTo>
                      <a:pt x="420" y="219"/>
                    </a:lnTo>
                    <a:cubicBezTo>
                      <a:pt x="421" y="209"/>
                      <a:pt x="421" y="199"/>
                      <a:pt x="421" y="189"/>
                    </a:cubicBezTo>
                    <a:cubicBezTo>
                      <a:pt x="421" y="162"/>
                      <a:pt x="418" y="136"/>
                      <a:pt x="411" y="110"/>
                    </a:cubicBezTo>
                    <a:lnTo>
                      <a:pt x="411" y="110"/>
                    </a:lnTo>
                    <a:cubicBezTo>
                      <a:pt x="393" y="145"/>
                      <a:pt x="380" y="181"/>
                      <a:pt x="370" y="218"/>
                    </a:cubicBezTo>
                    <a:cubicBezTo>
                      <a:pt x="358" y="143"/>
                      <a:pt x="342" y="60"/>
                      <a:pt x="279" y="16"/>
                    </a:cubicBezTo>
                    <a:lnTo>
                      <a:pt x="279" y="16"/>
                    </a:lnTo>
                    <a:cubicBezTo>
                      <a:pt x="277" y="14"/>
                      <a:pt x="276" y="13"/>
                      <a:pt x="274" y="12"/>
                    </a:cubicBezTo>
                    <a:cubicBezTo>
                      <a:pt x="271" y="10"/>
                      <a:pt x="267" y="9"/>
                      <a:pt x="263" y="9"/>
                    </a:cubicBezTo>
                    <a:cubicBezTo>
                      <a:pt x="260" y="9"/>
                      <a:pt x="257" y="10"/>
                      <a:pt x="254" y="11"/>
                    </a:cubicBezTo>
                    <a:cubicBezTo>
                      <a:pt x="245" y="16"/>
                      <a:pt x="246" y="30"/>
                      <a:pt x="249" y="40"/>
                    </a:cubicBezTo>
                    <a:cubicBezTo>
                      <a:pt x="264" y="100"/>
                      <a:pt x="287" y="159"/>
                      <a:pt x="306" y="218"/>
                    </a:cubicBezTo>
                    <a:cubicBezTo>
                      <a:pt x="275" y="176"/>
                      <a:pt x="257" y="120"/>
                      <a:pt x="212" y="93"/>
                    </a:cubicBezTo>
                    <a:lnTo>
                      <a:pt x="212" y="93"/>
                    </a:lnTo>
                    <a:cubicBezTo>
                      <a:pt x="215" y="119"/>
                      <a:pt x="223" y="145"/>
                      <a:pt x="236" y="168"/>
                    </a:cubicBezTo>
                    <a:cubicBezTo>
                      <a:pt x="237" y="169"/>
                      <a:pt x="238" y="171"/>
                      <a:pt x="239" y="172"/>
                    </a:cubicBezTo>
                    <a:lnTo>
                      <a:pt x="178" y="93"/>
                    </a:lnTo>
                    <a:cubicBezTo>
                      <a:pt x="195" y="140"/>
                      <a:pt x="216" y="187"/>
                      <a:pt x="229" y="236"/>
                    </a:cubicBezTo>
                    <a:lnTo>
                      <a:pt x="229" y="236"/>
                    </a:lnTo>
                    <a:cubicBezTo>
                      <a:pt x="207" y="212"/>
                      <a:pt x="181" y="192"/>
                      <a:pt x="153" y="176"/>
                    </a:cubicBezTo>
                    <a:cubicBezTo>
                      <a:pt x="127" y="161"/>
                      <a:pt x="99" y="150"/>
                      <a:pt x="70" y="142"/>
                    </a:cubicBezTo>
                    <a:cubicBezTo>
                      <a:pt x="105" y="172"/>
                      <a:pt x="139" y="203"/>
                      <a:pt x="170" y="236"/>
                    </a:cubicBezTo>
                    <a:lnTo>
                      <a:pt x="170" y="236"/>
                    </a:lnTo>
                    <a:cubicBezTo>
                      <a:pt x="146" y="224"/>
                      <a:pt x="119" y="216"/>
                      <a:pt x="93" y="212"/>
                    </a:cubicBezTo>
                    <a:lnTo>
                      <a:pt x="93" y="212"/>
                    </a:lnTo>
                    <a:cubicBezTo>
                      <a:pt x="133" y="237"/>
                      <a:pt x="170" y="267"/>
                      <a:pt x="202" y="303"/>
                    </a:cubicBezTo>
                    <a:lnTo>
                      <a:pt x="202" y="303"/>
                    </a:lnTo>
                    <a:cubicBezTo>
                      <a:pt x="166" y="287"/>
                      <a:pt x="127" y="279"/>
                      <a:pt x="88" y="279"/>
                    </a:cubicBezTo>
                    <a:cubicBezTo>
                      <a:pt x="83" y="279"/>
                      <a:pt x="78" y="279"/>
                      <a:pt x="73" y="279"/>
                    </a:cubicBezTo>
                    <a:lnTo>
                      <a:pt x="73" y="279"/>
                    </a:lnTo>
                    <a:cubicBezTo>
                      <a:pt x="82" y="283"/>
                      <a:pt x="91" y="288"/>
                      <a:pt x="100" y="293"/>
                    </a:cubicBezTo>
                    <a:cubicBezTo>
                      <a:pt x="116" y="302"/>
                      <a:pt x="131" y="313"/>
                      <a:pt x="144" y="325"/>
                    </a:cubicBezTo>
                    <a:lnTo>
                      <a:pt x="144" y="325"/>
                    </a:lnTo>
                    <a:cubicBezTo>
                      <a:pt x="135" y="322"/>
                      <a:pt x="125" y="321"/>
                      <a:pt x="115" y="321"/>
                    </a:cubicBezTo>
                    <a:cubicBezTo>
                      <a:pt x="97" y="321"/>
                      <a:pt x="80" y="325"/>
                      <a:pt x="65" y="333"/>
                    </a:cubicBezTo>
                    <a:lnTo>
                      <a:pt x="65" y="333"/>
                    </a:lnTo>
                    <a:cubicBezTo>
                      <a:pt x="67" y="334"/>
                      <a:pt x="70" y="336"/>
                      <a:pt x="72" y="337"/>
                    </a:cubicBezTo>
                    <a:cubicBezTo>
                      <a:pt x="96" y="351"/>
                      <a:pt x="119" y="366"/>
                      <a:pt x="142" y="382"/>
                    </a:cubicBezTo>
                    <a:lnTo>
                      <a:pt x="142" y="382"/>
                    </a:lnTo>
                    <a:cubicBezTo>
                      <a:pt x="120" y="392"/>
                      <a:pt x="97" y="397"/>
                      <a:pt x="73" y="397"/>
                    </a:cubicBezTo>
                    <a:cubicBezTo>
                      <a:pt x="49" y="397"/>
                      <a:pt x="26" y="392"/>
                      <a:pt x="4" y="382"/>
                    </a:cubicBezTo>
                    <a:lnTo>
                      <a:pt x="4" y="382"/>
                    </a:lnTo>
                    <a:cubicBezTo>
                      <a:pt x="16" y="390"/>
                      <a:pt x="29" y="398"/>
                      <a:pt x="42" y="405"/>
                    </a:cubicBezTo>
                    <a:cubicBezTo>
                      <a:pt x="54" y="412"/>
                      <a:pt x="67" y="419"/>
                      <a:pt x="80" y="426"/>
                    </a:cubicBezTo>
                    <a:lnTo>
                      <a:pt x="0" y="420"/>
                    </a:lnTo>
                    <a:lnTo>
                      <a:pt x="77" y="453"/>
                    </a:lnTo>
                    <a:lnTo>
                      <a:pt x="77" y="453"/>
                    </a:lnTo>
                    <a:cubicBezTo>
                      <a:pt x="57" y="456"/>
                      <a:pt x="37" y="458"/>
                      <a:pt x="17" y="459"/>
                    </a:cubicBezTo>
                    <a:cubicBezTo>
                      <a:pt x="53" y="460"/>
                      <a:pt x="87" y="468"/>
                      <a:pt x="122" y="467"/>
                    </a:cubicBezTo>
                    <a:cubicBezTo>
                      <a:pt x="232" y="467"/>
                      <a:pt x="338" y="472"/>
                      <a:pt x="445" y="47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8" name="Google Shape;348;p23"/>
            <p:cNvGrpSpPr/>
            <p:nvPr/>
          </p:nvGrpSpPr>
          <p:grpSpPr>
            <a:xfrm>
              <a:off x="8470801" y="4271243"/>
              <a:ext cx="622800" cy="337320"/>
              <a:chOff x="6802680" y="1923693"/>
              <a:chExt cx="622800" cy="337320"/>
            </a:xfrm>
          </p:grpSpPr>
          <p:sp>
            <p:nvSpPr>
              <p:cNvPr id="349" name="Google Shape;349;p23"/>
              <p:cNvSpPr/>
              <p:nvPr/>
            </p:nvSpPr>
            <p:spPr>
              <a:xfrm>
                <a:off x="7281480" y="2045373"/>
                <a:ext cx="144000" cy="211680"/>
              </a:xfrm>
              <a:custGeom>
                <a:avLst/>
                <a:gdLst/>
                <a:ahLst/>
                <a:cxnLst/>
                <a:rect l="l" t="t" r="r" b="b"/>
                <a:pathLst>
                  <a:path w="400" h="588" extrusionOk="0">
                    <a:moveTo>
                      <a:pt x="102" y="472"/>
                    </a:moveTo>
                    <a:lnTo>
                      <a:pt x="102" y="472"/>
                    </a:lnTo>
                    <a:cubicBezTo>
                      <a:pt x="103" y="471"/>
                      <a:pt x="104" y="470"/>
                      <a:pt x="105" y="469"/>
                    </a:cubicBezTo>
                    <a:cubicBezTo>
                      <a:pt x="115" y="460"/>
                      <a:pt x="144" y="469"/>
                      <a:pt x="151" y="476"/>
                    </a:cubicBezTo>
                    <a:lnTo>
                      <a:pt x="151" y="476"/>
                    </a:lnTo>
                    <a:cubicBezTo>
                      <a:pt x="154" y="480"/>
                      <a:pt x="158" y="484"/>
                      <a:pt x="162" y="487"/>
                    </a:cubicBezTo>
                    <a:lnTo>
                      <a:pt x="162" y="487"/>
                    </a:lnTo>
                    <a:lnTo>
                      <a:pt x="162" y="487"/>
                    </a:lnTo>
                    <a:cubicBezTo>
                      <a:pt x="164" y="488"/>
                      <a:pt x="166" y="489"/>
                      <a:pt x="168" y="489"/>
                    </a:cubicBezTo>
                    <a:cubicBezTo>
                      <a:pt x="170" y="489"/>
                      <a:pt x="172" y="488"/>
                      <a:pt x="174" y="487"/>
                    </a:cubicBezTo>
                    <a:cubicBezTo>
                      <a:pt x="175" y="487"/>
                      <a:pt x="177" y="485"/>
                      <a:pt x="177" y="484"/>
                    </a:cubicBezTo>
                    <a:lnTo>
                      <a:pt x="177" y="484"/>
                    </a:lnTo>
                    <a:cubicBezTo>
                      <a:pt x="178" y="489"/>
                      <a:pt x="180" y="493"/>
                      <a:pt x="182" y="497"/>
                    </a:cubicBezTo>
                    <a:cubicBezTo>
                      <a:pt x="183" y="500"/>
                      <a:pt x="185" y="502"/>
                      <a:pt x="187" y="504"/>
                    </a:cubicBezTo>
                    <a:lnTo>
                      <a:pt x="187" y="504"/>
                    </a:lnTo>
                    <a:lnTo>
                      <a:pt x="187" y="504"/>
                    </a:lnTo>
                    <a:cubicBezTo>
                      <a:pt x="189" y="505"/>
                      <a:pt x="192" y="506"/>
                      <a:pt x="194" y="506"/>
                    </a:cubicBezTo>
                    <a:cubicBezTo>
                      <a:pt x="196" y="506"/>
                      <a:pt x="198" y="505"/>
                      <a:pt x="200" y="504"/>
                    </a:cubicBezTo>
                    <a:cubicBezTo>
                      <a:pt x="202" y="503"/>
                      <a:pt x="204" y="502"/>
                      <a:pt x="205" y="500"/>
                    </a:cubicBezTo>
                    <a:cubicBezTo>
                      <a:pt x="206" y="499"/>
                      <a:pt x="206" y="498"/>
                      <a:pt x="206" y="497"/>
                    </a:cubicBezTo>
                    <a:cubicBezTo>
                      <a:pt x="210" y="507"/>
                      <a:pt x="214" y="518"/>
                      <a:pt x="224" y="521"/>
                    </a:cubicBezTo>
                    <a:lnTo>
                      <a:pt x="224" y="521"/>
                    </a:lnTo>
                    <a:cubicBezTo>
                      <a:pt x="225" y="521"/>
                      <a:pt x="226" y="521"/>
                      <a:pt x="227" y="521"/>
                    </a:cubicBezTo>
                    <a:cubicBezTo>
                      <a:pt x="230" y="521"/>
                      <a:pt x="233" y="520"/>
                      <a:pt x="236" y="519"/>
                    </a:cubicBezTo>
                    <a:cubicBezTo>
                      <a:pt x="239" y="517"/>
                      <a:pt x="242" y="515"/>
                      <a:pt x="243" y="512"/>
                    </a:cubicBezTo>
                    <a:cubicBezTo>
                      <a:pt x="245" y="509"/>
                      <a:pt x="245" y="506"/>
                      <a:pt x="245" y="503"/>
                    </a:cubicBezTo>
                    <a:lnTo>
                      <a:pt x="245" y="502"/>
                    </a:lnTo>
                    <a:cubicBezTo>
                      <a:pt x="248" y="513"/>
                      <a:pt x="255" y="523"/>
                      <a:pt x="265" y="523"/>
                    </a:cubicBezTo>
                    <a:cubicBezTo>
                      <a:pt x="275" y="523"/>
                      <a:pt x="286" y="505"/>
                      <a:pt x="278" y="498"/>
                    </a:cubicBezTo>
                    <a:lnTo>
                      <a:pt x="278" y="498"/>
                    </a:lnTo>
                    <a:cubicBezTo>
                      <a:pt x="287" y="509"/>
                      <a:pt x="298" y="518"/>
                      <a:pt x="311" y="526"/>
                    </a:cubicBezTo>
                    <a:cubicBezTo>
                      <a:pt x="314" y="528"/>
                      <a:pt x="318" y="529"/>
                      <a:pt x="321" y="531"/>
                    </a:cubicBezTo>
                    <a:lnTo>
                      <a:pt x="321" y="531"/>
                    </a:lnTo>
                    <a:lnTo>
                      <a:pt x="321" y="531"/>
                    </a:lnTo>
                    <a:cubicBezTo>
                      <a:pt x="323" y="532"/>
                      <a:pt x="324" y="532"/>
                      <a:pt x="326" y="532"/>
                    </a:cubicBezTo>
                    <a:cubicBezTo>
                      <a:pt x="328" y="532"/>
                      <a:pt x="329" y="532"/>
                      <a:pt x="331" y="531"/>
                    </a:cubicBezTo>
                    <a:lnTo>
                      <a:pt x="331" y="531"/>
                    </a:lnTo>
                    <a:lnTo>
                      <a:pt x="331" y="531"/>
                    </a:lnTo>
                    <a:cubicBezTo>
                      <a:pt x="332" y="530"/>
                      <a:pt x="333" y="529"/>
                      <a:pt x="334" y="527"/>
                    </a:cubicBezTo>
                    <a:cubicBezTo>
                      <a:pt x="335" y="525"/>
                      <a:pt x="336" y="523"/>
                      <a:pt x="336" y="520"/>
                    </a:cubicBezTo>
                    <a:cubicBezTo>
                      <a:pt x="336" y="518"/>
                      <a:pt x="335" y="515"/>
                      <a:pt x="334" y="513"/>
                    </a:cubicBezTo>
                    <a:lnTo>
                      <a:pt x="334" y="513"/>
                    </a:lnTo>
                    <a:cubicBezTo>
                      <a:pt x="331" y="508"/>
                      <a:pt x="330" y="503"/>
                      <a:pt x="330" y="497"/>
                    </a:cubicBezTo>
                    <a:lnTo>
                      <a:pt x="330" y="497"/>
                    </a:lnTo>
                    <a:cubicBezTo>
                      <a:pt x="351" y="509"/>
                      <a:pt x="375" y="517"/>
                      <a:pt x="400" y="521"/>
                    </a:cubicBezTo>
                    <a:lnTo>
                      <a:pt x="400" y="521"/>
                    </a:lnTo>
                    <a:cubicBezTo>
                      <a:pt x="398" y="518"/>
                      <a:pt x="397" y="515"/>
                      <a:pt x="395" y="512"/>
                    </a:cubicBezTo>
                    <a:cubicBezTo>
                      <a:pt x="389" y="501"/>
                      <a:pt x="380" y="491"/>
                      <a:pt x="369" y="483"/>
                    </a:cubicBezTo>
                    <a:lnTo>
                      <a:pt x="394" y="478"/>
                    </a:lnTo>
                    <a:lnTo>
                      <a:pt x="394" y="478"/>
                    </a:lnTo>
                    <a:cubicBezTo>
                      <a:pt x="384" y="463"/>
                      <a:pt x="372" y="449"/>
                      <a:pt x="359" y="437"/>
                    </a:cubicBezTo>
                    <a:lnTo>
                      <a:pt x="359" y="437"/>
                    </a:lnTo>
                    <a:cubicBezTo>
                      <a:pt x="360" y="438"/>
                      <a:pt x="361" y="438"/>
                      <a:pt x="362" y="438"/>
                    </a:cubicBezTo>
                    <a:cubicBezTo>
                      <a:pt x="368" y="438"/>
                      <a:pt x="373" y="436"/>
                      <a:pt x="378" y="433"/>
                    </a:cubicBezTo>
                    <a:cubicBezTo>
                      <a:pt x="380" y="432"/>
                      <a:pt x="382" y="431"/>
                      <a:pt x="384" y="429"/>
                    </a:cubicBezTo>
                    <a:lnTo>
                      <a:pt x="384" y="429"/>
                    </a:lnTo>
                    <a:cubicBezTo>
                      <a:pt x="378" y="425"/>
                      <a:pt x="372" y="421"/>
                      <a:pt x="366" y="418"/>
                    </a:cubicBezTo>
                    <a:cubicBezTo>
                      <a:pt x="337" y="401"/>
                      <a:pt x="304" y="391"/>
                      <a:pt x="270" y="389"/>
                    </a:cubicBezTo>
                    <a:cubicBezTo>
                      <a:pt x="231" y="387"/>
                      <a:pt x="190" y="397"/>
                      <a:pt x="153" y="389"/>
                    </a:cubicBezTo>
                    <a:cubicBezTo>
                      <a:pt x="48" y="367"/>
                      <a:pt x="138" y="206"/>
                      <a:pt x="110" y="120"/>
                    </a:cubicBezTo>
                    <a:cubicBezTo>
                      <a:pt x="96" y="76"/>
                      <a:pt x="60" y="47"/>
                      <a:pt x="49" y="0"/>
                    </a:cubicBezTo>
                    <a:lnTo>
                      <a:pt x="49" y="0"/>
                    </a:lnTo>
                    <a:cubicBezTo>
                      <a:pt x="44" y="11"/>
                      <a:pt x="42" y="23"/>
                      <a:pt x="42" y="35"/>
                    </a:cubicBezTo>
                    <a:cubicBezTo>
                      <a:pt x="42" y="46"/>
                      <a:pt x="44" y="58"/>
                      <a:pt x="49" y="69"/>
                    </a:cubicBezTo>
                    <a:cubicBezTo>
                      <a:pt x="43" y="66"/>
                      <a:pt x="33" y="65"/>
                      <a:pt x="29" y="73"/>
                    </a:cubicBezTo>
                    <a:cubicBezTo>
                      <a:pt x="24" y="84"/>
                      <a:pt x="39" y="93"/>
                      <a:pt x="34" y="105"/>
                    </a:cubicBezTo>
                    <a:cubicBezTo>
                      <a:pt x="29" y="96"/>
                      <a:pt x="15" y="105"/>
                      <a:pt x="12" y="116"/>
                    </a:cubicBezTo>
                    <a:lnTo>
                      <a:pt x="12" y="116"/>
                    </a:lnTo>
                    <a:cubicBezTo>
                      <a:pt x="12" y="118"/>
                      <a:pt x="11" y="120"/>
                      <a:pt x="11" y="122"/>
                    </a:cubicBezTo>
                    <a:cubicBezTo>
                      <a:pt x="11" y="126"/>
                      <a:pt x="12" y="130"/>
                      <a:pt x="15" y="134"/>
                    </a:cubicBezTo>
                    <a:cubicBezTo>
                      <a:pt x="17" y="137"/>
                      <a:pt x="20" y="140"/>
                      <a:pt x="23" y="143"/>
                    </a:cubicBezTo>
                    <a:cubicBezTo>
                      <a:pt x="12" y="147"/>
                      <a:pt x="12" y="168"/>
                      <a:pt x="18" y="178"/>
                    </a:cubicBezTo>
                    <a:cubicBezTo>
                      <a:pt x="25" y="187"/>
                      <a:pt x="36" y="197"/>
                      <a:pt x="33" y="211"/>
                    </a:cubicBezTo>
                    <a:lnTo>
                      <a:pt x="33" y="211"/>
                    </a:lnTo>
                    <a:cubicBezTo>
                      <a:pt x="28" y="209"/>
                      <a:pt x="23" y="208"/>
                      <a:pt x="18" y="208"/>
                    </a:cubicBezTo>
                    <a:cubicBezTo>
                      <a:pt x="13" y="208"/>
                      <a:pt x="7" y="209"/>
                      <a:pt x="2" y="212"/>
                    </a:cubicBezTo>
                    <a:cubicBezTo>
                      <a:pt x="2" y="212"/>
                      <a:pt x="1" y="213"/>
                      <a:pt x="0" y="213"/>
                    </a:cubicBezTo>
                    <a:lnTo>
                      <a:pt x="0" y="213"/>
                    </a:lnTo>
                    <a:cubicBezTo>
                      <a:pt x="11" y="226"/>
                      <a:pt x="23" y="236"/>
                      <a:pt x="37" y="245"/>
                    </a:cubicBezTo>
                    <a:lnTo>
                      <a:pt x="37" y="245"/>
                    </a:lnTo>
                    <a:cubicBezTo>
                      <a:pt x="28" y="246"/>
                      <a:pt x="20" y="249"/>
                      <a:pt x="13" y="253"/>
                    </a:cubicBezTo>
                    <a:cubicBezTo>
                      <a:pt x="13" y="253"/>
                      <a:pt x="12" y="253"/>
                      <a:pt x="12" y="254"/>
                    </a:cubicBezTo>
                    <a:lnTo>
                      <a:pt x="39" y="272"/>
                    </a:lnTo>
                    <a:lnTo>
                      <a:pt x="39" y="272"/>
                    </a:lnTo>
                    <a:cubicBezTo>
                      <a:pt x="33" y="277"/>
                      <a:pt x="28" y="282"/>
                      <a:pt x="24" y="289"/>
                    </a:cubicBezTo>
                    <a:cubicBezTo>
                      <a:pt x="21" y="296"/>
                      <a:pt x="20" y="304"/>
                      <a:pt x="24" y="308"/>
                    </a:cubicBezTo>
                    <a:cubicBezTo>
                      <a:pt x="28" y="311"/>
                      <a:pt x="35" y="311"/>
                      <a:pt x="36" y="316"/>
                    </a:cubicBezTo>
                    <a:lnTo>
                      <a:pt x="36" y="316"/>
                    </a:lnTo>
                    <a:cubicBezTo>
                      <a:pt x="36" y="317"/>
                      <a:pt x="36" y="318"/>
                      <a:pt x="36" y="318"/>
                    </a:cubicBezTo>
                    <a:cubicBezTo>
                      <a:pt x="36" y="321"/>
                      <a:pt x="36" y="323"/>
                      <a:pt x="35" y="325"/>
                    </a:cubicBezTo>
                    <a:cubicBezTo>
                      <a:pt x="28" y="340"/>
                      <a:pt x="42" y="384"/>
                      <a:pt x="44" y="399"/>
                    </a:cubicBezTo>
                    <a:cubicBezTo>
                      <a:pt x="50" y="439"/>
                      <a:pt x="44" y="447"/>
                      <a:pt x="22" y="482"/>
                    </a:cubicBezTo>
                    <a:lnTo>
                      <a:pt x="22" y="482"/>
                    </a:lnTo>
                    <a:cubicBezTo>
                      <a:pt x="22" y="483"/>
                      <a:pt x="21" y="484"/>
                      <a:pt x="21" y="484"/>
                    </a:cubicBezTo>
                    <a:cubicBezTo>
                      <a:pt x="13" y="497"/>
                      <a:pt x="8" y="512"/>
                      <a:pt x="7" y="527"/>
                    </a:cubicBezTo>
                    <a:lnTo>
                      <a:pt x="16" y="522"/>
                    </a:lnTo>
                    <a:lnTo>
                      <a:pt x="16" y="522"/>
                    </a:lnTo>
                    <a:lnTo>
                      <a:pt x="15" y="523"/>
                    </a:lnTo>
                    <a:cubicBezTo>
                      <a:pt x="13" y="527"/>
                      <a:pt x="11" y="533"/>
                      <a:pt x="10" y="538"/>
                    </a:cubicBezTo>
                    <a:cubicBezTo>
                      <a:pt x="10" y="544"/>
                      <a:pt x="13" y="549"/>
                      <a:pt x="17" y="549"/>
                    </a:cubicBezTo>
                    <a:cubicBezTo>
                      <a:pt x="22" y="548"/>
                      <a:pt x="28" y="538"/>
                      <a:pt x="29" y="531"/>
                    </a:cubicBezTo>
                    <a:lnTo>
                      <a:pt x="29" y="531"/>
                    </a:lnTo>
                    <a:cubicBezTo>
                      <a:pt x="29" y="535"/>
                      <a:pt x="28" y="539"/>
                      <a:pt x="28" y="543"/>
                    </a:cubicBezTo>
                    <a:cubicBezTo>
                      <a:pt x="28" y="549"/>
                      <a:pt x="29" y="556"/>
                      <a:pt x="31" y="562"/>
                    </a:cubicBezTo>
                    <a:cubicBezTo>
                      <a:pt x="34" y="570"/>
                      <a:pt x="41" y="577"/>
                      <a:pt x="49" y="573"/>
                    </a:cubicBezTo>
                    <a:cubicBezTo>
                      <a:pt x="57" y="569"/>
                      <a:pt x="58" y="559"/>
                      <a:pt x="60" y="551"/>
                    </a:cubicBezTo>
                    <a:cubicBezTo>
                      <a:pt x="62" y="560"/>
                      <a:pt x="65" y="569"/>
                      <a:pt x="67" y="577"/>
                    </a:cubicBezTo>
                    <a:lnTo>
                      <a:pt x="67" y="577"/>
                    </a:lnTo>
                    <a:cubicBezTo>
                      <a:pt x="68" y="580"/>
                      <a:pt x="70" y="581"/>
                      <a:pt x="70" y="583"/>
                    </a:cubicBezTo>
                    <a:cubicBezTo>
                      <a:pt x="71" y="585"/>
                      <a:pt x="71" y="586"/>
                      <a:pt x="72" y="587"/>
                    </a:cubicBezTo>
                    <a:cubicBezTo>
                      <a:pt x="79" y="592"/>
                      <a:pt x="90" y="583"/>
                      <a:pt x="92" y="573"/>
                    </a:cubicBezTo>
                    <a:lnTo>
                      <a:pt x="92" y="573"/>
                    </a:lnTo>
                    <a:cubicBezTo>
                      <a:pt x="92" y="570"/>
                      <a:pt x="93" y="567"/>
                      <a:pt x="93" y="564"/>
                    </a:cubicBezTo>
                    <a:cubicBezTo>
                      <a:pt x="93" y="557"/>
                      <a:pt x="91" y="551"/>
                      <a:pt x="89" y="545"/>
                    </a:cubicBezTo>
                    <a:lnTo>
                      <a:pt x="89" y="545"/>
                    </a:lnTo>
                    <a:cubicBezTo>
                      <a:pt x="90" y="548"/>
                      <a:pt x="92" y="549"/>
                      <a:pt x="93" y="552"/>
                    </a:cubicBezTo>
                    <a:cubicBezTo>
                      <a:pt x="100" y="562"/>
                      <a:pt x="108" y="572"/>
                      <a:pt x="118" y="578"/>
                    </a:cubicBezTo>
                    <a:cubicBezTo>
                      <a:pt x="124" y="582"/>
                      <a:pt x="131" y="584"/>
                      <a:pt x="138" y="586"/>
                    </a:cubicBezTo>
                    <a:lnTo>
                      <a:pt x="138" y="586"/>
                    </a:lnTo>
                    <a:cubicBezTo>
                      <a:pt x="134" y="573"/>
                      <a:pt x="129" y="561"/>
                      <a:pt x="122" y="550"/>
                    </a:cubicBezTo>
                    <a:cubicBezTo>
                      <a:pt x="119" y="543"/>
                      <a:pt x="114" y="537"/>
                      <a:pt x="110" y="531"/>
                    </a:cubicBezTo>
                    <a:cubicBezTo>
                      <a:pt x="104" y="520"/>
                      <a:pt x="90" y="489"/>
                      <a:pt x="102" y="4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3"/>
              <p:cNvSpPr/>
              <p:nvPr/>
            </p:nvSpPr>
            <p:spPr>
              <a:xfrm>
                <a:off x="6802680" y="1923693"/>
                <a:ext cx="105480" cy="7956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21" extrusionOk="0">
                    <a:moveTo>
                      <a:pt x="191" y="178"/>
                    </a:moveTo>
                    <a:lnTo>
                      <a:pt x="191" y="178"/>
                    </a:lnTo>
                    <a:cubicBezTo>
                      <a:pt x="192" y="180"/>
                      <a:pt x="193" y="182"/>
                      <a:pt x="194" y="184"/>
                    </a:cubicBezTo>
                    <a:lnTo>
                      <a:pt x="194" y="184"/>
                    </a:lnTo>
                    <a:cubicBezTo>
                      <a:pt x="195" y="188"/>
                      <a:pt x="198" y="192"/>
                      <a:pt x="199" y="195"/>
                    </a:cubicBezTo>
                    <a:cubicBezTo>
                      <a:pt x="206" y="206"/>
                      <a:pt x="214" y="215"/>
                      <a:pt x="224" y="221"/>
                    </a:cubicBezTo>
                    <a:lnTo>
                      <a:pt x="224" y="221"/>
                    </a:lnTo>
                    <a:cubicBezTo>
                      <a:pt x="224" y="216"/>
                      <a:pt x="222" y="211"/>
                      <a:pt x="220" y="207"/>
                    </a:cubicBezTo>
                    <a:cubicBezTo>
                      <a:pt x="220" y="206"/>
                      <a:pt x="219" y="206"/>
                      <a:pt x="219" y="205"/>
                    </a:cubicBezTo>
                    <a:lnTo>
                      <a:pt x="219" y="205"/>
                    </a:lnTo>
                    <a:cubicBezTo>
                      <a:pt x="222" y="208"/>
                      <a:pt x="226" y="211"/>
                      <a:pt x="230" y="213"/>
                    </a:cubicBezTo>
                    <a:cubicBezTo>
                      <a:pt x="230" y="213"/>
                      <a:pt x="231" y="214"/>
                      <a:pt x="232" y="214"/>
                    </a:cubicBezTo>
                    <a:lnTo>
                      <a:pt x="232" y="214"/>
                    </a:lnTo>
                    <a:lnTo>
                      <a:pt x="233" y="214"/>
                    </a:lnTo>
                    <a:lnTo>
                      <a:pt x="234" y="214"/>
                    </a:lnTo>
                    <a:cubicBezTo>
                      <a:pt x="236" y="214"/>
                      <a:pt x="236" y="210"/>
                      <a:pt x="235" y="209"/>
                    </a:cubicBezTo>
                    <a:cubicBezTo>
                      <a:pt x="234" y="207"/>
                      <a:pt x="233" y="206"/>
                      <a:pt x="233" y="204"/>
                    </a:cubicBezTo>
                    <a:lnTo>
                      <a:pt x="233" y="204"/>
                    </a:lnTo>
                    <a:cubicBezTo>
                      <a:pt x="237" y="208"/>
                      <a:pt x="241" y="211"/>
                      <a:pt x="246" y="214"/>
                    </a:cubicBezTo>
                    <a:cubicBezTo>
                      <a:pt x="248" y="215"/>
                      <a:pt x="250" y="216"/>
                      <a:pt x="252" y="217"/>
                    </a:cubicBezTo>
                    <a:cubicBezTo>
                      <a:pt x="254" y="218"/>
                      <a:pt x="257" y="218"/>
                      <a:pt x="258" y="217"/>
                    </a:cubicBezTo>
                    <a:lnTo>
                      <a:pt x="258" y="217"/>
                    </a:lnTo>
                    <a:cubicBezTo>
                      <a:pt x="259" y="216"/>
                      <a:pt x="259" y="215"/>
                      <a:pt x="259" y="215"/>
                    </a:cubicBezTo>
                    <a:cubicBezTo>
                      <a:pt x="259" y="214"/>
                      <a:pt x="259" y="213"/>
                      <a:pt x="258" y="212"/>
                    </a:cubicBezTo>
                    <a:lnTo>
                      <a:pt x="258" y="212"/>
                    </a:lnTo>
                    <a:cubicBezTo>
                      <a:pt x="257" y="211"/>
                      <a:pt x="256" y="209"/>
                      <a:pt x="255" y="207"/>
                    </a:cubicBezTo>
                    <a:cubicBezTo>
                      <a:pt x="252" y="202"/>
                      <a:pt x="249" y="196"/>
                      <a:pt x="245" y="191"/>
                    </a:cubicBezTo>
                    <a:lnTo>
                      <a:pt x="245" y="191"/>
                    </a:lnTo>
                    <a:cubicBezTo>
                      <a:pt x="246" y="192"/>
                      <a:pt x="247" y="192"/>
                      <a:pt x="248" y="193"/>
                    </a:cubicBezTo>
                    <a:cubicBezTo>
                      <a:pt x="252" y="196"/>
                      <a:pt x="258" y="197"/>
                      <a:pt x="263" y="197"/>
                    </a:cubicBezTo>
                    <a:cubicBezTo>
                      <a:pt x="265" y="197"/>
                      <a:pt x="267" y="197"/>
                      <a:pt x="269" y="197"/>
                    </a:cubicBezTo>
                    <a:lnTo>
                      <a:pt x="269" y="197"/>
                    </a:lnTo>
                    <a:cubicBezTo>
                      <a:pt x="269" y="195"/>
                      <a:pt x="268" y="194"/>
                      <a:pt x="268" y="194"/>
                    </a:cubicBezTo>
                    <a:cubicBezTo>
                      <a:pt x="266" y="190"/>
                      <a:pt x="263" y="188"/>
                      <a:pt x="260" y="186"/>
                    </a:cubicBezTo>
                    <a:cubicBezTo>
                      <a:pt x="258" y="185"/>
                      <a:pt x="257" y="184"/>
                      <a:pt x="255" y="184"/>
                    </a:cubicBezTo>
                    <a:lnTo>
                      <a:pt x="255" y="184"/>
                    </a:lnTo>
                    <a:cubicBezTo>
                      <a:pt x="259" y="185"/>
                      <a:pt x="262" y="186"/>
                      <a:pt x="266" y="186"/>
                    </a:cubicBezTo>
                    <a:cubicBezTo>
                      <a:pt x="271" y="186"/>
                      <a:pt x="275" y="185"/>
                      <a:pt x="279" y="183"/>
                    </a:cubicBezTo>
                    <a:cubicBezTo>
                      <a:pt x="281" y="182"/>
                      <a:pt x="281" y="181"/>
                      <a:pt x="282" y="181"/>
                    </a:cubicBezTo>
                    <a:lnTo>
                      <a:pt x="282" y="181"/>
                    </a:lnTo>
                    <a:cubicBezTo>
                      <a:pt x="274" y="176"/>
                      <a:pt x="265" y="173"/>
                      <a:pt x="255" y="172"/>
                    </a:cubicBezTo>
                    <a:lnTo>
                      <a:pt x="267" y="167"/>
                    </a:lnTo>
                    <a:cubicBezTo>
                      <a:pt x="257" y="167"/>
                      <a:pt x="248" y="167"/>
                      <a:pt x="238" y="166"/>
                    </a:cubicBezTo>
                    <a:lnTo>
                      <a:pt x="238" y="166"/>
                    </a:lnTo>
                    <a:cubicBezTo>
                      <a:pt x="228" y="165"/>
                      <a:pt x="219" y="163"/>
                      <a:pt x="210" y="158"/>
                    </a:cubicBezTo>
                    <a:cubicBezTo>
                      <a:pt x="204" y="152"/>
                      <a:pt x="221" y="149"/>
                      <a:pt x="226" y="145"/>
                    </a:cubicBezTo>
                    <a:lnTo>
                      <a:pt x="226" y="145"/>
                    </a:lnTo>
                    <a:cubicBezTo>
                      <a:pt x="223" y="145"/>
                      <a:pt x="221" y="144"/>
                      <a:pt x="219" y="143"/>
                    </a:cubicBezTo>
                    <a:cubicBezTo>
                      <a:pt x="217" y="141"/>
                      <a:pt x="215" y="140"/>
                      <a:pt x="213" y="138"/>
                    </a:cubicBezTo>
                    <a:cubicBezTo>
                      <a:pt x="216" y="140"/>
                      <a:pt x="233" y="132"/>
                      <a:pt x="235" y="131"/>
                    </a:cubicBezTo>
                    <a:cubicBezTo>
                      <a:pt x="237" y="129"/>
                      <a:pt x="237" y="129"/>
                      <a:pt x="237" y="128"/>
                    </a:cubicBezTo>
                    <a:lnTo>
                      <a:pt x="237" y="128"/>
                    </a:lnTo>
                    <a:lnTo>
                      <a:pt x="237" y="127"/>
                    </a:lnTo>
                    <a:cubicBezTo>
                      <a:pt x="236" y="127"/>
                      <a:pt x="236" y="126"/>
                      <a:pt x="235" y="126"/>
                    </a:cubicBezTo>
                    <a:lnTo>
                      <a:pt x="235" y="126"/>
                    </a:lnTo>
                    <a:lnTo>
                      <a:pt x="235" y="126"/>
                    </a:lnTo>
                    <a:cubicBezTo>
                      <a:pt x="235" y="126"/>
                      <a:pt x="234" y="125"/>
                      <a:pt x="233" y="125"/>
                    </a:cubicBezTo>
                    <a:cubicBezTo>
                      <a:pt x="230" y="123"/>
                      <a:pt x="227" y="122"/>
                      <a:pt x="223" y="121"/>
                    </a:cubicBezTo>
                    <a:lnTo>
                      <a:pt x="223" y="121"/>
                    </a:lnTo>
                    <a:cubicBezTo>
                      <a:pt x="229" y="119"/>
                      <a:pt x="234" y="117"/>
                      <a:pt x="238" y="115"/>
                    </a:cubicBezTo>
                    <a:cubicBezTo>
                      <a:pt x="244" y="112"/>
                      <a:pt x="249" y="107"/>
                      <a:pt x="253" y="102"/>
                    </a:cubicBezTo>
                    <a:lnTo>
                      <a:pt x="253" y="102"/>
                    </a:lnTo>
                    <a:cubicBezTo>
                      <a:pt x="252" y="102"/>
                      <a:pt x="251" y="102"/>
                      <a:pt x="250" y="102"/>
                    </a:cubicBezTo>
                    <a:cubicBezTo>
                      <a:pt x="247" y="102"/>
                      <a:pt x="244" y="103"/>
                      <a:pt x="241" y="103"/>
                    </a:cubicBezTo>
                    <a:cubicBezTo>
                      <a:pt x="247" y="102"/>
                      <a:pt x="279" y="87"/>
                      <a:pt x="267" y="80"/>
                    </a:cubicBezTo>
                    <a:lnTo>
                      <a:pt x="267" y="80"/>
                    </a:lnTo>
                    <a:cubicBezTo>
                      <a:pt x="265" y="79"/>
                      <a:pt x="262" y="78"/>
                      <a:pt x="260" y="78"/>
                    </a:cubicBezTo>
                    <a:cubicBezTo>
                      <a:pt x="259" y="78"/>
                      <a:pt x="259" y="78"/>
                      <a:pt x="259" y="78"/>
                    </a:cubicBezTo>
                    <a:lnTo>
                      <a:pt x="281" y="67"/>
                    </a:lnTo>
                    <a:lnTo>
                      <a:pt x="281" y="67"/>
                    </a:lnTo>
                    <a:cubicBezTo>
                      <a:pt x="282" y="67"/>
                      <a:pt x="282" y="67"/>
                      <a:pt x="282" y="67"/>
                    </a:cubicBezTo>
                    <a:cubicBezTo>
                      <a:pt x="283" y="66"/>
                      <a:pt x="284" y="66"/>
                      <a:pt x="284" y="65"/>
                    </a:cubicBezTo>
                    <a:lnTo>
                      <a:pt x="284" y="65"/>
                    </a:lnTo>
                    <a:cubicBezTo>
                      <a:pt x="285" y="65"/>
                      <a:pt x="285" y="64"/>
                      <a:pt x="285" y="63"/>
                    </a:cubicBezTo>
                    <a:cubicBezTo>
                      <a:pt x="285" y="62"/>
                      <a:pt x="285" y="61"/>
                      <a:pt x="284" y="60"/>
                    </a:cubicBezTo>
                    <a:cubicBezTo>
                      <a:pt x="284" y="60"/>
                      <a:pt x="283" y="60"/>
                      <a:pt x="282" y="59"/>
                    </a:cubicBezTo>
                    <a:cubicBezTo>
                      <a:pt x="282" y="58"/>
                      <a:pt x="282" y="58"/>
                      <a:pt x="281" y="58"/>
                    </a:cubicBezTo>
                    <a:lnTo>
                      <a:pt x="281" y="58"/>
                    </a:lnTo>
                    <a:cubicBezTo>
                      <a:pt x="280" y="58"/>
                      <a:pt x="279" y="58"/>
                      <a:pt x="277" y="58"/>
                    </a:cubicBezTo>
                    <a:cubicBezTo>
                      <a:pt x="276" y="58"/>
                      <a:pt x="274" y="58"/>
                      <a:pt x="273" y="58"/>
                    </a:cubicBezTo>
                    <a:lnTo>
                      <a:pt x="273" y="58"/>
                    </a:lnTo>
                    <a:cubicBezTo>
                      <a:pt x="274" y="58"/>
                      <a:pt x="275" y="57"/>
                      <a:pt x="277" y="56"/>
                    </a:cubicBezTo>
                    <a:cubicBezTo>
                      <a:pt x="283" y="52"/>
                      <a:pt x="289" y="47"/>
                      <a:pt x="293" y="42"/>
                    </a:cubicBezTo>
                    <a:lnTo>
                      <a:pt x="293" y="42"/>
                    </a:lnTo>
                    <a:cubicBezTo>
                      <a:pt x="289" y="41"/>
                      <a:pt x="285" y="40"/>
                      <a:pt x="281" y="40"/>
                    </a:cubicBezTo>
                    <a:cubicBezTo>
                      <a:pt x="279" y="40"/>
                      <a:pt x="277" y="40"/>
                      <a:pt x="274" y="41"/>
                    </a:cubicBezTo>
                    <a:lnTo>
                      <a:pt x="274" y="41"/>
                    </a:lnTo>
                    <a:cubicBezTo>
                      <a:pt x="280" y="37"/>
                      <a:pt x="285" y="32"/>
                      <a:pt x="288" y="26"/>
                    </a:cubicBezTo>
                    <a:cubicBezTo>
                      <a:pt x="291" y="22"/>
                      <a:pt x="292" y="18"/>
                      <a:pt x="293" y="14"/>
                    </a:cubicBezTo>
                    <a:lnTo>
                      <a:pt x="293" y="14"/>
                    </a:lnTo>
                    <a:cubicBezTo>
                      <a:pt x="291" y="15"/>
                      <a:pt x="289" y="16"/>
                      <a:pt x="287" y="17"/>
                    </a:cubicBezTo>
                    <a:cubicBezTo>
                      <a:pt x="283" y="20"/>
                      <a:pt x="278" y="22"/>
                      <a:pt x="272" y="25"/>
                    </a:cubicBezTo>
                    <a:lnTo>
                      <a:pt x="272" y="25"/>
                    </a:lnTo>
                    <a:cubicBezTo>
                      <a:pt x="278" y="18"/>
                      <a:pt x="284" y="11"/>
                      <a:pt x="288" y="4"/>
                    </a:cubicBezTo>
                    <a:cubicBezTo>
                      <a:pt x="289" y="3"/>
                      <a:pt x="289" y="2"/>
                      <a:pt x="290" y="0"/>
                    </a:cubicBezTo>
                    <a:lnTo>
                      <a:pt x="290" y="0"/>
                    </a:lnTo>
                    <a:cubicBezTo>
                      <a:pt x="286" y="2"/>
                      <a:pt x="282" y="5"/>
                      <a:pt x="278" y="7"/>
                    </a:cubicBezTo>
                    <a:cubicBezTo>
                      <a:pt x="261" y="17"/>
                      <a:pt x="245" y="28"/>
                      <a:pt x="231" y="42"/>
                    </a:cubicBezTo>
                    <a:lnTo>
                      <a:pt x="231" y="42"/>
                    </a:lnTo>
                    <a:cubicBezTo>
                      <a:pt x="225" y="47"/>
                      <a:pt x="219" y="53"/>
                      <a:pt x="214" y="59"/>
                    </a:cubicBezTo>
                    <a:lnTo>
                      <a:pt x="214" y="59"/>
                    </a:lnTo>
                    <a:cubicBezTo>
                      <a:pt x="212" y="62"/>
                      <a:pt x="210" y="65"/>
                      <a:pt x="208" y="68"/>
                    </a:cubicBezTo>
                    <a:cubicBezTo>
                      <a:pt x="202" y="79"/>
                      <a:pt x="198" y="90"/>
                      <a:pt x="195" y="101"/>
                    </a:cubicBezTo>
                    <a:cubicBezTo>
                      <a:pt x="191" y="113"/>
                      <a:pt x="193" y="130"/>
                      <a:pt x="181" y="136"/>
                    </a:cubicBezTo>
                    <a:lnTo>
                      <a:pt x="181" y="136"/>
                    </a:lnTo>
                    <a:cubicBezTo>
                      <a:pt x="178" y="137"/>
                      <a:pt x="175" y="138"/>
                      <a:pt x="171" y="138"/>
                    </a:cubicBezTo>
                    <a:cubicBezTo>
                      <a:pt x="167" y="138"/>
                      <a:pt x="163" y="137"/>
                      <a:pt x="159" y="135"/>
                    </a:cubicBezTo>
                    <a:cubicBezTo>
                      <a:pt x="135" y="127"/>
                      <a:pt x="111" y="108"/>
                      <a:pt x="85" y="109"/>
                    </a:cubicBezTo>
                    <a:cubicBezTo>
                      <a:pt x="60" y="110"/>
                      <a:pt x="32" y="110"/>
                      <a:pt x="5" y="113"/>
                    </a:cubicBezTo>
                    <a:cubicBezTo>
                      <a:pt x="3" y="113"/>
                      <a:pt x="0" y="115"/>
                      <a:pt x="0" y="117"/>
                    </a:cubicBezTo>
                    <a:lnTo>
                      <a:pt x="0" y="117"/>
                    </a:lnTo>
                    <a:cubicBezTo>
                      <a:pt x="0" y="117"/>
                      <a:pt x="1" y="117"/>
                      <a:pt x="1" y="118"/>
                    </a:cubicBezTo>
                    <a:lnTo>
                      <a:pt x="2" y="119"/>
                    </a:lnTo>
                    <a:lnTo>
                      <a:pt x="2" y="119"/>
                    </a:lnTo>
                    <a:cubicBezTo>
                      <a:pt x="3" y="120"/>
                      <a:pt x="5" y="121"/>
                      <a:pt x="6" y="122"/>
                    </a:cubicBezTo>
                    <a:cubicBezTo>
                      <a:pt x="10" y="124"/>
                      <a:pt x="15" y="126"/>
                      <a:pt x="19" y="126"/>
                    </a:cubicBezTo>
                    <a:cubicBezTo>
                      <a:pt x="25" y="127"/>
                      <a:pt x="32" y="127"/>
                      <a:pt x="38" y="129"/>
                    </a:cubicBezTo>
                    <a:lnTo>
                      <a:pt x="17" y="137"/>
                    </a:lnTo>
                    <a:lnTo>
                      <a:pt x="16" y="138"/>
                    </a:lnTo>
                    <a:lnTo>
                      <a:pt x="16" y="138"/>
                    </a:lnTo>
                    <a:lnTo>
                      <a:pt x="16" y="138"/>
                    </a:lnTo>
                    <a:cubicBezTo>
                      <a:pt x="22" y="140"/>
                      <a:pt x="28" y="141"/>
                      <a:pt x="34" y="141"/>
                    </a:cubicBezTo>
                    <a:cubicBezTo>
                      <a:pt x="35" y="141"/>
                      <a:pt x="37" y="141"/>
                      <a:pt x="38" y="141"/>
                    </a:cubicBezTo>
                    <a:cubicBezTo>
                      <a:pt x="43" y="141"/>
                      <a:pt x="47" y="139"/>
                      <a:pt x="51" y="143"/>
                    </a:cubicBezTo>
                    <a:cubicBezTo>
                      <a:pt x="46" y="147"/>
                      <a:pt x="39" y="149"/>
                      <a:pt x="33" y="152"/>
                    </a:cubicBezTo>
                    <a:lnTo>
                      <a:pt x="33" y="152"/>
                    </a:lnTo>
                    <a:lnTo>
                      <a:pt x="33" y="152"/>
                    </a:lnTo>
                    <a:lnTo>
                      <a:pt x="32" y="153"/>
                    </a:lnTo>
                    <a:lnTo>
                      <a:pt x="32" y="154"/>
                    </a:lnTo>
                    <a:cubicBezTo>
                      <a:pt x="32" y="155"/>
                      <a:pt x="32" y="156"/>
                      <a:pt x="33" y="156"/>
                    </a:cubicBezTo>
                    <a:lnTo>
                      <a:pt x="33" y="156"/>
                    </a:lnTo>
                    <a:lnTo>
                      <a:pt x="34" y="156"/>
                    </a:lnTo>
                    <a:cubicBezTo>
                      <a:pt x="36" y="158"/>
                      <a:pt x="40" y="159"/>
                      <a:pt x="43" y="159"/>
                    </a:cubicBezTo>
                    <a:cubicBezTo>
                      <a:pt x="44" y="159"/>
                      <a:pt x="46" y="159"/>
                      <a:pt x="47" y="159"/>
                    </a:cubicBezTo>
                    <a:lnTo>
                      <a:pt x="47" y="159"/>
                    </a:lnTo>
                    <a:cubicBezTo>
                      <a:pt x="54" y="158"/>
                      <a:pt x="61" y="156"/>
                      <a:pt x="68" y="154"/>
                    </a:cubicBezTo>
                    <a:cubicBezTo>
                      <a:pt x="71" y="152"/>
                      <a:pt x="82" y="149"/>
                      <a:pt x="84" y="146"/>
                    </a:cubicBezTo>
                    <a:lnTo>
                      <a:pt x="75" y="165"/>
                    </a:lnTo>
                    <a:lnTo>
                      <a:pt x="75" y="165"/>
                    </a:lnTo>
                    <a:cubicBezTo>
                      <a:pt x="81" y="165"/>
                      <a:pt x="86" y="163"/>
                      <a:pt x="91" y="161"/>
                    </a:cubicBezTo>
                    <a:cubicBezTo>
                      <a:pt x="93" y="160"/>
                      <a:pt x="95" y="158"/>
                      <a:pt x="97" y="156"/>
                    </a:cubicBezTo>
                    <a:lnTo>
                      <a:pt x="95" y="168"/>
                    </a:lnTo>
                    <a:lnTo>
                      <a:pt x="95" y="168"/>
                    </a:lnTo>
                    <a:cubicBezTo>
                      <a:pt x="94" y="169"/>
                      <a:pt x="94" y="169"/>
                      <a:pt x="94" y="170"/>
                    </a:cubicBezTo>
                    <a:cubicBezTo>
                      <a:pt x="94" y="171"/>
                      <a:pt x="94" y="172"/>
                      <a:pt x="95" y="173"/>
                    </a:cubicBezTo>
                    <a:cubicBezTo>
                      <a:pt x="97" y="176"/>
                      <a:pt x="102" y="174"/>
                      <a:pt x="104" y="171"/>
                    </a:cubicBezTo>
                    <a:cubicBezTo>
                      <a:pt x="106" y="167"/>
                      <a:pt x="108" y="163"/>
                      <a:pt x="111" y="161"/>
                    </a:cubicBezTo>
                    <a:lnTo>
                      <a:pt x="111" y="161"/>
                    </a:lnTo>
                    <a:cubicBezTo>
                      <a:pt x="111" y="162"/>
                      <a:pt x="111" y="163"/>
                      <a:pt x="111" y="165"/>
                    </a:cubicBezTo>
                    <a:cubicBezTo>
                      <a:pt x="111" y="166"/>
                      <a:pt x="111" y="167"/>
                      <a:pt x="111" y="168"/>
                    </a:cubicBezTo>
                    <a:cubicBezTo>
                      <a:pt x="111" y="170"/>
                      <a:pt x="113" y="173"/>
                      <a:pt x="116" y="173"/>
                    </a:cubicBezTo>
                    <a:lnTo>
                      <a:pt x="116" y="173"/>
                    </a:ln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7" y="172"/>
                      <a:pt x="117" y="171"/>
                      <a:pt x="118" y="171"/>
                    </a:cubicBezTo>
                    <a:lnTo>
                      <a:pt x="126" y="160"/>
                    </a:lnTo>
                    <a:cubicBezTo>
                      <a:pt x="126" y="161"/>
                      <a:pt x="137" y="172"/>
                      <a:pt x="138" y="173"/>
                    </a:cubicBezTo>
                    <a:lnTo>
                      <a:pt x="138" y="173"/>
                    </a:lnTo>
                    <a:cubicBezTo>
                      <a:pt x="139" y="173"/>
                      <a:pt x="139" y="173"/>
                      <a:pt x="139" y="173"/>
                    </a:cubicBezTo>
                    <a:cubicBezTo>
                      <a:pt x="140" y="174"/>
                      <a:pt x="141" y="174"/>
                      <a:pt x="142" y="174"/>
                    </a:cubicBezTo>
                    <a:lnTo>
                      <a:pt x="142" y="174"/>
                    </a:lnTo>
                    <a:lnTo>
                      <a:pt x="143" y="174"/>
                    </a:lnTo>
                    <a:cubicBezTo>
                      <a:pt x="144" y="173"/>
                      <a:pt x="144" y="173"/>
                      <a:pt x="145" y="172"/>
                    </a:cubicBezTo>
                    <a:cubicBezTo>
                      <a:pt x="145" y="172"/>
                      <a:pt x="145" y="171"/>
                      <a:pt x="145" y="170"/>
                    </a:cubicBezTo>
                    <a:lnTo>
                      <a:pt x="145" y="169"/>
                    </a:lnTo>
                    <a:lnTo>
                      <a:pt x="145" y="169"/>
                    </a:lnTo>
                    <a:cubicBezTo>
                      <a:pt x="145" y="168"/>
                      <a:pt x="145" y="167"/>
                      <a:pt x="144" y="166"/>
                    </a:cubicBezTo>
                    <a:cubicBezTo>
                      <a:pt x="143" y="165"/>
                      <a:pt x="143" y="164"/>
                      <a:pt x="142" y="163"/>
                    </a:cubicBezTo>
                    <a:lnTo>
                      <a:pt x="142" y="163"/>
                    </a:lnTo>
                    <a:lnTo>
                      <a:pt x="143" y="164"/>
                    </a:lnTo>
                    <a:cubicBezTo>
                      <a:pt x="149" y="167"/>
                      <a:pt x="156" y="170"/>
                      <a:pt x="163" y="171"/>
                    </a:cubicBezTo>
                    <a:lnTo>
                      <a:pt x="163" y="171"/>
                    </a:lnTo>
                    <a:lnTo>
                      <a:pt x="162" y="170"/>
                    </a:lnTo>
                    <a:cubicBezTo>
                      <a:pt x="161" y="168"/>
                      <a:pt x="159" y="166"/>
                      <a:pt x="157" y="165"/>
                    </a:cubicBezTo>
                    <a:lnTo>
                      <a:pt x="156" y="164"/>
                    </a:lnTo>
                    <a:lnTo>
                      <a:pt x="171" y="169"/>
                    </a:lnTo>
                    <a:cubicBezTo>
                      <a:pt x="172" y="169"/>
                      <a:pt x="173" y="169"/>
                      <a:pt x="174" y="169"/>
                    </a:cubicBezTo>
                    <a:cubicBezTo>
                      <a:pt x="174" y="169"/>
                      <a:pt x="174" y="166"/>
                      <a:pt x="172" y="167"/>
                    </a:cubicBezTo>
                    <a:cubicBezTo>
                      <a:pt x="178" y="172"/>
                      <a:pt x="186" y="172"/>
                      <a:pt x="190" y="177"/>
                    </a:cubicBezTo>
                    <a:lnTo>
                      <a:pt x="191" y="1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34550" rIns="90000" bIns="34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3"/>
              <p:cNvSpPr/>
              <p:nvPr/>
            </p:nvSpPr>
            <p:spPr>
              <a:xfrm>
                <a:off x="6970440" y="2126733"/>
                <a:ext cx="175320" cy="13428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73" extrusionOk="0">
                    <a:moveTo>
                      <a:pt x="384" y="41"/>
                    </a:moveTo>
                    <a:cubicBezTo>
                      <a:pt x="419" y="52"/>
                      <a:pt x="451" y="74"/>
                      <a:pt x="487" y="77"/>
                    </a:cubicBezTo>
                    <a:lnTo>
                      <a:pt x="487" y="77"/>
                    </a:lnTo>
                    <a:cubicBezTo>
                      <a:pt x="485" y="78"/>
                      <a:pt x="484" y="79"/>
                      <a:pt x="482" y="80"/>
                    </a:cubicBezTo>
                    <a:cubicBezTo>
                      <a:pt x="471" y="87"/>
                      <a:pt x="459" y="90"/>
                      <a:pt x="447" y="90"/>
                    </a:cubicBezTo>
                    <a:cubicBezTo>
                      <a:pt x="442" y="90"/>
                      <a:pt x="437" y="89"/>
                      <a:pt x="433" y="88"/>
                    </a:cubicBezTo>
                    <a:lnTo>
                      <a:pt x="474" y="124"/>
                    </a:lnTo>
                    <a:lnTo>
                      <a:pt x="474" y="124"/>
                    </a:lnTo>
                    <a:lnTo>
                      <a:pt x="473" y="124"/>
                    </a:lnTo>
                    <a:cubicBezTo>
                      <a:pt x="447" y="124"/>
                      <a:pt x="422" y="118"/>
                      <a:pt x="399" y="106"/>
                    </a:cubicBezTo>
                    <a:lnTo>
                      <a:pt x="399" y="106"/>
                    </a:lnTo>
                    <a:cubicBezTo>
                      <a:pt x="412" y="118"/>
                      <a:pt x="422" y="131"/>
                      <a:pt x="431" y="146"/>
                    </a:cubicBezTo>
                    <a:cubicBezTo>
                      <a:pt x="432" y="148"/>
                      <a:pt x="433" y="149"/>
                      <a:pt x="433" y="150"/>
                    </a:cubicBezTo>
                    <a:lnTo>
                      <a:pt x="433" y="150"/>
                    </a:lnTo>
                    <a:cubicBezTo>
                      <a:pt x="432" y="150"/>
                      <a:pt x="431" y="150"/>
                      <a:pt x="429" y="150"/>
                    </a:cubicBezTo>
                    <a:cubicBezTo>
                      <a:pt x="409" y="150"/>
                      <a:pt x="389" y="145"/>
                      <a:pt x="372" y="135"/>
                    </a:cubicBezTo>
                    <a:cubicBezTo>
                      <a:pt x="368" y="133"/>
                      <a:pt x="365" y="131"/>
                      <a:pt x="361" y="128"/>
                    </a:cubicBezTo>
                    <a:lnTo>
                      <a:pt x="361" y="128"/>
                    </a:lnTo>
                    <a:cubicBezTo>
                      <a:pt x="365" y="131"/>
                      <a:pt x="368" y="135"/>
                      <a:pt x="370" y="139"/>
                    </a:cubicBezTo>
                    <a:cubicBezTo>
                      <a:pt x="374" y="146"/>
                      <a:pt x="376" y="154"/>
                      <a:pt x="376" y="162"/>
                    </a:cubicBezTo>
                    <a:lnTo>
                      <a:pt x="376" y="162"/>
                    </a:lnTo>
                    <a:lnTo>
                      <a:pt x="376" y="162"/>
                    </a:lnTo>
                    <a:cubicBezTo>
                      <a:pt x="369" y="160"/>
                      <a:pt x="362" y="157"/>
                      <a:pt x="356" y="153"/>
                    </a:cubicBezTo>
                    <a:cubicBezTo>
                      <a:pt x="347" y="148"/>
                      <a:pt x="338" y="141"/>
                      <a:pt x="331" y="133"/>
                    </a:cubicBezTo>
                    <a:cubicBezTo>
                      <a:pt x="341" y="135"/>
                      <a:pt x="337" y="152"/>
                      <a:pt x="327" y="153"/>
                    </a:cubicBezTo>
                    <a:cubicBezTo>
                      <a:pt x="318" y="154"/>
                      <a:pt x="309" y="146"/>
                      <a:pt x="301" y="139"/>
                    </a:cubicBezTo>
                    <a:lnTo>
                      <a:pt x="307" y="168"/>
                    </a:lnTo>
                    <a:lnTo>
                      <a:pt x="274" y="156"/>
                    </a:lnTo>
                    <a:lnTo>
                      <a:pt x="274" y="156"/>
                    </a:lnTo>
                    <a:cubicBezTo>
                      <a:pt x="276" y="160"/>
                      <a:pt x="277" y="164"/>
                      <a:pt x="277" y="169"/>
                    </a:cubicBezTo>
                    <a:cubicBezTo>
                      <a:pt x="277" y="171"/>
                      <a:pt x="277" y="173"/>
                      <a:pt x="277" y="175"/>
                    </a:cubicBezTo>
                    <a:lnTo>
                      <a:pt x="251" y="169"/>
                    </a:lnTo>
                    <a:lnTo>
                      <a:pt x="251" y="169"/>
                    </a:lnTo>
                    <a:cubicBezTo>
                      <a:pt x="249" y="174"/>
                      <a:pt x="248" y="179"/>
                      <a:pt x="248" y="185"/>
                    </a:cubicBezTo>
                    <a:cubicBezTo>
                      <a:pt x="248" y="191"/>
                      <a:pt x="249" y="197"/>
                      <a:pt x="252" y="202"/>
                    </a:cubicBezTo>
                    <a:cubicBezTo>
                      <a:pt x="255" y="207"/>
                      <a:pt x="259" y="211"/>
                      <a:pt x="263" y="214"/>
                    </a:cubicBezTo>
                    <a:lnTo>
                      <a:pt x="263" y="214"/>
                    </a:lnTo>
                    <a:cubicBezTo>
                      <a:pt x="264" y="215"/>
                      <a:pt x="266" y="215"/>
                      <a:pt x="267" y="216"/>
                    </a:cubicBezTo>
                    <a:cubicBezTo>
                      <a:pt x="280" y="224"/>
                      <a:pt x="295" y="229"/>
                      <a:pt x="310" y="233"/>
                    </a:cubicBezTo>
                    <a:lnTo>
                      <a:pt x="310" y="233"/>
                    </a:lnTo>
                    <a:cubicBezTo>
                      <a:pt x="324" y="237"/>
                      <a:pt x="338" y="244"/>
                      <a:pt x="351" y="251"/>
                    </a:cubicBezTo>
                    <a:cubicBezTo>
                      <a:pt x="369" y="261"/>
                      <a:pt x="385" y="274"/>
                      <a:pt x="399" y="288"/>
                    </a:cubicBezTo>
                    <a:lnTo>
                      <a:pt x="345" y="270"/>
                    </a:lnTo>
                    <a:lnTo>
                      <a:pt x="380" y="315"/>
                    </a:lnTo>
                    <a:lnTo>
                      <a:pt x="327" y="301"/>
                    </a:lnTo>
                    <a:lnTo>
                      <a:pt x="327" y="301"/>
                    </a:lnTo>
                    <a:cubicBezTo>
                      <a:pt x="341" y="318"/>
                      <a:pt x="355" y="335"/>
                      <a:pt x="365" y="354"/>
                    </a:cubicBezTo>
                    <a:cubicBezTo>
                      <a:pt x="369" y="360"/>
                      <a:pt x="372" y="367"/>
                      <a:pt x="375" y="373"/>
                    </a:cubicBezTo>
                    <a:lnTo>
                      <a:pt x="375" y="373"/>
                    </a:lnTo>
                    <a:cubicBezTo>
                      <a:pt x="361" y="368"/>
                      <a:pt x="349" y="361"/>
                      <a:pt x="335" y="354"/>
                    </a:cubicBezTo>
                    <a:cubicBezTo>
                      <a:pt x="296" y="331"/>
                      <a:pt x="263" y="299"/>
                      <a:pt x="240" y="260"/>
                    </a:cubicBezTo>
                    <a:lnTo>
                      <a:pt x="240" y="260"/>
                    </a:lnTo>
                    <a:cubicBezTo>
                      <a:pt x="243" y="263"/>
                      <a:pt x="246" y="267"/>
                      <a:pt x="248" y="271"/>
                    </a:cubicBezTo>
                    <a:cubicBezTo>
                      <a:pt x="252" y="278"/>
                      <a:pt x="254" y="286"/>
                      <a:pt x="254" y="294"/>
                    </a:cubicBezTo>
                    <a:cubicBezTo>
                      <a:pt x="254" y="295"/>
                      <a:pt x="254" y="297"/>
                      <a:pt x="254" y="298"/>
                    </a:cubicBezTo>
                    <a:lnTo>
                      <a:pt x="254" y="298"/>
                    </a:lnTo>
                    <a:cubicBezTo>
                      <a:pt x="242" y="289"/>
                      <a:pt x="233" y="277"/>
                      <a:pt x="224" y="264"/>
                    </a:cubicBezTo>
                    <a:cubicBezTo>
                      <a:pt x="224" y="263"/>
                      <a:pt x="222" y="261"/>
                      <a:pt x="222" y="260"/>
                    </a:cubicBezTo>
                    <a:lnTo>
                      <a:pt x="222" y="260"/>
                    </a:lnTo>
                    <a:cubicBezTo>
                      <a:pt x="221" y="258"/>
                      <a:pt x="220" y="256"/>
                      <a:pt x="218" y="254"/>
                    </a:cubicBezTo>
                    <a:cubicBezTo>
                      <a:pt x="216" y="250"/>
                      <a:pt x="214" y="247"/>
                      <a:pt x="212" y="245"/>
                    </a:cubicBezTo>
                    <a:lnTo>
                      <a:pt x="212" y="245"/>
                    </a:lnTo>
                    <a:cubicBezTo>
                      <a:pt x="210" y="243"/>
                      <a:pt x="208" y="241"/>
                      <a:pt x="205" y="240"/>
                    </a:cubicBezTo>
                    <a:cubicBezTo>
                      <a:pt x="201" y="237"/>
                      <a:pt x="196" y="235"/>
                      <a:pt x="190" y="234"/>
                    </a:cubicBezTo>
                    <a:cubicBezTo>
                      <a:pt x="147" y="222"/>
                      <a:pt x="100" y="195"/>
                      <a:pt x="81" y="152"/>
                    </a:cubicBezTo>
                    <a:cubicBezTo>
                      <a:pt x="71" y="131"/>
                      <a:pt x="74" y="107"/>
                      <a:pt x="66" y="86"/>
                    </a:cubicBezTo>
                    <a:lnTo>
                      <a:pt x="66" y="86"/>
                    </a:lnTo>
                    <a:cubicBezTo>
                      <a:pt x="64" y="82"/>
                      <a:pt x="62" y="78"/>
                      <a:pt x="60" y="74"/>
                    </a:cubicBezTo>
                    <a:cubicBezTo>
                      <a:pt x="51" y="59"/>
                      <a:pt x="40" y="44"/>
                      <a:pt x="28" y="32"/>
                    </a:cubicBezTo>
                    <a:lnTo>
                      <a:pt x="28" y="32"/>
                    </a:lnTo>
                    <a:cubicBezTo>
                      <a:pt x="24" y="25"/>
                      <a:pt x="19" y="19"/>
                      <a:pt x="12" y="15"/>
                    </a:cubicBezTo>
                    <a:cubicBezTo>
                      <a:pt x="8" y="13"/>
                      <a:pt x="4" y="11"/>
                      <a:pt x="0" y="10"/>
                    </a:cubicBezTo>
                    <a:cubicBezTo>
                      <a:pt x="0" y="4"/>
                      <a:pt x="7" y="0"/>
                      <a:pt x="14" y="0"/>
                    </a:cubicBezTo>
                    <a:lnTo>
                      <a:pt x="14" y="0"/>
                    </a:lnTo>
                    <a:cubicBezTo>
                      <a:pt x="20" y="2"/>
                      <a:pt x="27" y="3"/>
                      <a:pt x="33" y="4"/>
                    </a:cubicBezTo>
                    <a:lnTo>
                      <a:pt x="33" y="4"/>
                    </a:lnTo>
                    <a:cubicBezTo>
                      <a:pt x="38" y="3"/>
                      <a:pt x="42" y="1"/>
                      <a:pt x="46" y="0"/>
                    </a:cubicBezTo>
                    <a:lnTo>
                      <a:pt x="46" y="0"/>
                    </a:lnTo>
                    <a:cubicBezTo>
                      <a:pt x="47" y="0"/>
                      <a:pt x="49" y="0"/>
                      <a:pt x="50" y="0"/>
                    </a:cubicBezTo>
                    <a:cubicBezTo>
                      <a:pt x="58" y="0"/>
                      <a:pt x="66" y="2"/>
                      <a:pt x="73" y="6"/>
                    </a:cubicBezTo>
                    <a:cubicBezTo>
                      <a:pt x="77" y="8"/>
                      <a:pt x="80" y="11"/>
                      <a:pt x="83" y="13"/>
                    </a:cubicBezTo>
                    <a:cubicBezTo>
                      <a:pt x="107" y="33"/>
                      <a:pt x="139" y="80"/>
                      <a:pt x="171" y="86"/>
                    </a:cubicBezTo>
                    <a:cubicBezTo>
                      <a:pt x="195" y="90"/>
                      <a:pt x="226" y="67"/>
                      <a:pt x="246" y="56"/>
                    </a:cubicBezTo>
                    <a:lnTo>
                      <a:pt x="246" y="56"/>
                    </a:lnTo>
                    <a:cubicBezTo>
                      <a:pt x="272" y="41"/>
                      <a:pt x="302" y="34"/>
                      <a:pt x="333" y="34"/>
                    </a:cubicBezTo>
                    <a:cubicBezTo>
                      <a:pt x="350" y="34"/>
                      <a:pt x="367" y="36"/>
                      <a:pt x="384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2" name="Google Shape;352;p23"/>
            <p:cNvSpPr/>
            <p:nvPr/>
          </p:nvSpPr>
          <p:spPr>
            <a:xfrm>
              <a:off x="7884807" y="4699628"/>
              <a:ext cx="607670" cy="197249"/>
            </a:xfrm>
            <a:custGeom>
              <a:avLst/>
              <a:gdLst/>
              <a:ahLst/>
              <a:cxnLst/>
              <a:rect l="l" t="t" r="r" b="b"/>
              <a:pathLst>
                <a:path w="5385" h="1748" extrusionOk="0">
                  <a:moveTo>
                    <a:pt x="4758" y="1743"/>
                  </a:moveTo>
                  <a:cubicBezTo>
                    <a:pt x="4477" y="1758"/>
                    <a:pt x="4189" y="1736"/>
                    <a:pt x="3921" y="1736"/>
                  </a:cubicBezTo>
                  <a:cubicBezTo>
                    <a:pt x="2717" y="1736"/>
                    <a:pt x="1513" y="1721"/>
                    <a:pt x="310" y="1715"/>
                  </a:cubicBezTo>
                  <a:cubicBezTo>
                    <a:pt x="201" y="1715"/>
                    <a:pt x="83" y="1711"/>
                    <a:pt x="0" y="1641"/>
                  </a:cubicBezTo>
                  <a:lnTo>
                    <a:pt x="0" y="1641"/>
                  </a:lnTo>
                  <a:cubicBezTo>
                    <a:pt x="12" y="1630"/>
                    <a:pt x="26" y="1621"/>
                    <a:pt x="40" y="1613"/>
                  </a:cubicBezTo>
                  <a:cubicBezTo>
                    <a:pt x="79" y="1590"/>
                    <a:pt x="124" y="1577"/>
                    <a:pt x="170" y="1575"/>
                  </a:cubicBezTo>
                  <a:cubicBezTo>
                    <a:pt x="246" y="1319"/>
                    <a:pt x="585" y="1183"/>
                    <a:pt x="818" y="1315"/>
                  </a:cubicBezTo>
                  <a:cubicBezTo>
                    <a:pt x="774" y="1116"/>
                    <a:pt x="959" y="945"/>
                    <a:pt x="1147" y="941"/>
                  </a:cubicBezTo>
                  <a:cubicBezTo>
                    <a:pt x="1182" y="563"/>
                    <a:pt x="1448" y="277"/>
                    <a:pt x="1795" y="112"/>
                  </a:cubicBezTo>
                  <a:cubicBezTo>
                    <a:pt x="2078" y="-23"/>
                    <a:pt x="2421" y="-43"/>
                    <a:pt x="2704" y="93"/>
                  </a:cubicBezTo>
                  <a:cubicBezTo>
                    <a:pt x="2986" y="229"/>
                    <a:pt x="3192" y="530"/>
                    <a:pt x="3180" y="843"/>
                  </a:cubicBezTo>
                  <a:cubicBezTo>
                    <a:pt x="3387" y="718"/>
                    <a:pt x="3689" y="791"/>
                    <a:pt x="3815" y="996"/>
                  </a:cubicBezTo>
                  <a:lnTo>
                    <a:pt x="3815" y="996"/>
                  </a:lnTo>
                  <a:cubicBezTo>
                    <a:pt x="3820" y="986"/>
                    <a:pt x="3825" y="976"/>
                    <a:pt x="3831" y="967"/>
                  </a:cubicBezTo>
                  <a:cubicBezTo>
                    <a:pt x="3874" y="891"/>
                    <a:pt x="3937" y="828"/>
                    <a:pt x="4013" y="785"/>
                  </a:cubicBezTo>
                  <a:cubicBezTo>
                    <a:pt x="4089" y="741"/>
                    <a:pt x="4174" y="718"/>
                    <a:pt x="4262" y="718"/>
                  </a:cubicBezTo>
                  <a:cubicBezTo>
                    <a:pt x="4349" y="718"/>
                    <a:pt x="4435" y="741"/>
                    <a:pt x="4511" y="785"/>
                  </a:cubicBezTo>
                  <a:cubicBezTo>
                    <a:pt x="4586" y="828"/>
                    <a:pt x="4649" y="891"/>
                    <a:pt x="4693" y="967"/>
                  </a:cubicBezTo>
                  <a:cubicBezTo>
                    <a:pt x="4736" y="1043"/>
                    <a:pt x="4759" y="1128"/>
                    <a:pt x="4759" y="1216"/>
                  </a:cubicBezTo>
                  <a:cubicBezTo>
                    <a:pt x="4759" y="1225"/>
                    <a:pt x="4759" y="1234"/>
                    <a:pt x="4759" y="1243"/>
                  </a:cubicBezTo>
                  <a:cubicBezTo>
                    <a:pt x="4974" y="1130"/>
                    <a:pt x="5276" y="1241"/>
                    <a:pt x="5369" y="1466"/>
                  </a:cubicBezTo>
                  <a:cubicBezTo>
                    <a:pt x="5387" y="1510"/>
                    <a:pt x="5395" y="1564"/>
                    <a:pt x="5369" y="1603"/>
                  </a:cubicBezTo>
                  <a:lnTo>
                    <a:pt x="5369" y="1603"/>
                  </a:lnTo>
                  <a:cubicBezTo>
                    <a:pt x="5358" y="1615"/>
                    <a:pt x="5345" y="1625"/>
                    <a:pt x="5331" y="1633"/>
                  </a:cubicBezTo>
                  <a:cubicBezTo>
                    <a:pt x="5317" y="1641"/>
                    <a:pt x="5302" y="1647"/>
                    <a:pt x="5286" y="1651"/>
                  </a:cubicBezTo>
                  <a:lnTo>
                    <a:pt x="5286" y="1651"/>
                  </a:lnTo>
                  <a:cubicBezTo>
                    <a:pt x="5115" y="1705"/>
                    <a:pt x="4937" y="1736"/>
                    <a:pt x="4758" y="17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3"/>
            <p:cNvSpPr/>
            <p:nvPr/>
          </p:nvSpPr>
          <p:spPr>
            <a:xfrm flipH="1">
              <a:off x="1361357" y="4651603"/>
              <a:ext cx="607670" cy="197249"/>
            </a:xfrm>
            <a:custGeom>
              <a:avLst/>
              <a:gdLst/>
              <a:ahLst/>
              <a:cxnLst/>
              <a:rect l="l" t="t" r="r" b="b"/>
              <a:pathLst>
                <a:path w="5385" h="1748" extrusionOk="0">
                  <a:moveTo>
                    <a:pt x="4758" y="1743"/>
                  </a:moveTo>
                  <a:cubicBezTo>
                    <a:pt x="4477" y="1758"/>
                    <a:pt x="4189" y="1736"/>
                    <a:pt x="3921" y="1736"/>
                  </a:cubicBezTo>
                  <a:cubicBezTo>
                    <a:pt x="2717" y="1736"/>
                    <a:pt x="1513" y="1721"/>
                    <a:pt x="310" y="1715"/>
                  </a:cubicBezTo>
                  <a:cubicBezTo>
                    <a:pt x="201" y="1715"/>
                    <a:pt x="83" y="1711"/>
                    <a:pt x="0" y="1641"/>
                  </a:cubicBezTo>
                  <a:lnTo>
                    <a:pt x="0" y="1641"/>
                  </a:lnTo>
                  <a:cubicBezTo>
                    <a:pt x="12" y="1630"/>
                    <a:pt x="26" y="1621"/>
                    <a:pt x="40" y="1613"/>
                  </a:cubicBezTo>
                  <a:cubicBezTo>
                    <a:pt x="79" y="1590"/>
                    <a:pt x="124" y="1577"/>
                    <a:pt x="170" y="1575"/>
                  </a:cubicBezTo>
                  <a:cubicBezTo>
                    <a:pt x="246" y="1319"/>
                    <a:pt x="585" y="1183"/>
                    <a:pt x="818" y="1315"/>
                  </a:cubicBezTo>
                  <a:cubicBezTo>
                    <a:pt x="774" y="1116"/>
                    <a:pt x="959" y="945"/>
                    <a:pt x="1147" y="941"/>
                  </a:cubicBezTo>
                  <a:cubicBezTo>
                    <a:pt x="1182" y="563"/>
                    <a:pt x="1448" y="277"/>
                    <a:pt x="1795" y="112"/>
                  </a:cubicBezTo>
                  <a:cubicBezTo>
                    <a:pt x="2078" y="-23"/>
                    <a:pt x="2421" y="-43"/>
                    <a:pt x="2704" y="93"/>
                  </a:cubicBezTo>
                  <a:cubicBezTo>
                    <a:pt x="2986" y="229"/>
                    <a:pt x="3192" y="530"/>
                    <a:pt x="3180" y="843"/>
                  </a:cubicBezTo>
                  <a:cubicBezTo>
                    <a:pt x="3387" y="718"/>
                    <a:pt x="3689" y="791"/>
                    <a:pt x="3815" y="996"/>
                  </a:cubicBezTo>
                  <a:lnTo>
                    <a:pt x="3815" y="996"/>
                  </a:lnTo>
                  <a:cubicBezTo>
                    <a:pt x="3820" y="986"/>
                    <a:pt x="3825" y="976"/>
                    <a:pt x="3831" y="967"/>
                  </a:cubicBezTo>
                  <a:cubicBezTo>
                    <a:pt x="3874" y="891"/>
                    <a:pt x="3937" y="828"/>
                    <a:pt x="4013" y="785"/>
                  </a:cubicBezTo>
                  <a:cubicBezTo>
                    <a:pt x="4089" y="741"/>
                    <a:pt x="4174" y="718"/>
                    <a:pt x="4262" y="718"/>
                  </a:cubicBezTo>
                  <a:cubicBezTo>
                    <a:pt x="4349" y="718"/>
                    <a:pt x="4435" y="741"/>
                    <a:pt x="4511" y="785"/>
                  </a:cubicBezTo>
                  <a:cubicBezTo>
                    <a:pt x="4586" y="828"/>
                    <a:pt x="4649" y="891"/>
                    <a:pt x="4693" y="967"/>
                  </a:cubicBezTo>
                  <a:cubicBezTo>
                    <a:pt x="4736" y="1043"/>
                    <a:pt x="4759" y="1128"/>
                    <a:pt x="4759" y="1216"/>
                  </a:cubicBezTo>
                  <a:cubicBezTo>
                    <a:pt x="4759" y="1225"/>
                    <a:pt x="4759" y="1234"/>
                    <a:pt x="4759" y="1243"/>
                  </a:cubicBezTo>
                  <a:cubicBezTo>
                    <a:pt x="4974" y="1130"/>
                    <a:pt x="5276" y="1241"/>
                    <a:pt x="5369" y="1466"/>
                  </a:cubicBezTo>
                  <a:cubicBezTo>
                    <a:pt x="5387" y="1510"/>
                    <a:pt x="5395" y="1564"/>
                    <a:pt x="5369" y="1603"/>
                  </a:cubicBezTo>
                  <a:lnTo>
                    <a:pt x="5369" y="1603"/>
                  </a:lnTo>
                  <a:cubicBezTo>
                    <a:pt x="5358" y="1615"/>
                    <a:pt x="5345" y="1625"/>
                    <a:pt x="5331" y="1633"/>
                  </a:cubicBezTo>
                  <a:cubicBezTo>
                    <a:pt x="5317" y="1641"/>
                    <a:pt x="5302" y="1647"/>
                    <a:pt x="5286" y="1651"/>
                  </a:cubicBezTo>
                  <a:lnTo>
                    <a:pt x="5286" y="1651"/>
                  </a:lnTo>
                  <a:cubicBezTo>
                    <a:pt x="5115" y="1705"/>
                    <a:pt x="4937" y="1736"/>
                    <a:pt x="4758" y="17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4" name="Google Shape;354;p23"/>
            <p:cNvGrpSpPr/>
            <p:nvPr/>
          </p:nvGrpSpPr>
          <p:grpSpPr>
            <a:xfrm>
              <a:off x="128993" y="4172308"/>
              <a:ext cx="451080" cy="290880"/>
              <a:chOff x="7896505" y="2488733"/>
              <a:chExt cx="451080" cy="290880"/>
            </a:xfrm>
          </p:grpSpPr>
          <p:sp>
            <p:nvSpPr>
              <p:cNvPr id="355" name="Google Shape;355;p23"/>
              <p:cNvSpPr/>
              <p:nvPr/>
            </p:nvSpPr>
            <p:spPr>
              <a:xfrm>
                <a:off x="7896505" y="2488733"/>
                <a:ext cx="26136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41" extrusionOk="0">
                    <a:moveTo>
                      <a:pt x="288" y="102"/>
                    </a:moveTo>
                    <a:lnTo>
                      <a:pt x="288" y="102"/>
                    </a:lnTo>
                    <a:cubicBezTo>
                      <a:pt x="288" y="100"/>
                      <a:pt x="288" y="99"/>
                      <a:pt x="288" y="97"/>
                    </a:cubicBezTo>
                    <a:cubicBezTo>
                      <a:pt x="288" y="94"/>
                      <a:pt x="287" y="90"/>
                      <a:pt x="286" y="86"/>
                    </a:cubicBezTo>
                    <a:lnTo>
                      <a:pt x="286" y="86"/>
                    </a:lnTo>
                    <a:cubicBezTo>
                      <a:pt x="283" y="77"/>
                      <a:pt x="281" y="67"/>
                      <a:pt x="281" y="57"/>
                    </a:cubicBezTo>
                    <a:cubicBezTo>
                      <a:pt x="281" y="55"/>
                      <a:pt x="281" y="53"/>
                      <a:pt x="281" y="51"/>
                    </a:cubicBezTo>
                    <a:cubicBezTo>
                      <a:pt x="283" y="42"/>
                      <a:pt x="287" y="34"/>
                      <a:pt x="289" y="26"/>
                    </a:cubicBezTo>
                    <a:lnTo>
                      <a:pt x="289" y="26"/>
                    </a:lnTo>
                    <a:cubicBezTo>
                      <a:pt x="290" y="23"/>
                      <a:pt x="290" y="20"/>
                      <a:pt x="290" y="18"/>
                    </a:cubicBezTo>
                    <a:cubicBezTo>
                      <a:pt x="290" y="12"/>
                      <a:pt x="290" y="8"/>
                      <a:pt x="286" y="3"/>
                    </a:cubicBezTo>
                    <a:cubicBezTo>
                      <a:pt x="286" y="2"/>
                      <a:pt x="285" y="1"/>
                      <a:pt x="284" y="0"/>
                    </a:cubicBezTo>
                    <a:cubicBezTo>
                      <a:pt x="293" y="1"/>
                      <a:pt x="298" y="11"/>
                      <a:pt x="306" y="17"/>
                    </a:cubicBezTo>
                    <a:cubicBezTo>
                      <a:pt x="310" y="20"/>
                      <a:pt x="314" y="23"/>
                      <a:pt x="318" y="25"/>
                    </a:cubicBezTo>
                    <a:cubicBezTo>
                      <a:pt x="335" y="37"/>
                      <a:pt x="335" y="55"/>
                      <a:pt x="344" y="70"/>
                    </a:cubicBezTo>
                    <a:lnTo>
                      <a:pt x="344" y="70"/>
                    </a:lnTo>
                    <a:cubicBezTo>
                      <a:pt x="344" y="70"/>
                      <a:pt x="345" y="71"/>
                      <a:pt x="345" y="72"/>
                    </a:cubicBezTo>
                    <a:cubicBezTo>
                      <a:pt x="350" y="81"/>
                      <a:pt x="358" y="88"/>
                      <a:pt x="367" y="93"/>
                    </a:cubicBezTo>
                    <a:cubicBezTo>
                      <a:pt x="373" y="97"/>
                      <a:pt x="380" y="99"/>
                      <a:pt x="387" y="101"/>
                    </a:cubicBezTo>
                    <a:cubicBezTo>
                      <a:pt x="411" y="104"/>
                      <a:pt x="432" y="90"/>
                      <a:pt x="453" y="83"/>
                    </a:cubicBezTo>
                    <a:lnTo>
                      <a:pt x="453" y="83"/>
                    </a:lnTo>
                    <a:cubicBezTo>
                      <a:pt x="463" y="81"/>
                      <a:pt x="474" y="80"/>
                      <a:pt x="484" y="80"/>
                    </a:cubicBezTo>
                    <a:cubicBezTo>
                      <a:pt x="502" y="80"/>
                      <a:pt x="520" y="83"/>
                      <a:pt x="537" y="89"/>
                    </a:cubicBezTo>
                    <a:cubicBezTo>
                      <a:pt x="559" y="95"/>
                      <a:pt x="580" y="102"/>
                      <a:pt x="602" y="110"/>
                    </a:cubicBezTo>
                    <a:lnTo>
                      <a:pt x="701" y="146"/>
                    </a:lnTo>
                    <a:lnTo>
                      <a:pt x="701" y="146"/>
                    </a:lnTo>
                    <a:cubicBezTo>
                      <a:pt x="706" y="148"/>
                      <a:pt x="710" y="150"/>
                      <a:pt x="715" y="152"/>
                    </a:cubicBezTo>
                    <a:cubicBezTo>
                      <a:pt x="717" y="153"/>
                      <a:pt x="719" y="155"/>
                      <a:pt x="721" y="156"/>
                    </a:cubicBezTo>
                    <a:cubicBezTo>
                      <a:pt x="724" y="159"/>
                      <a:pt x="727" y="161"/>
                      <a:pt x="725" y="164"/>
                    </a:cubicBezTo>
                    <a:cubicBezTo>
                      <a:pt x="724" y="166"/>
                      <a:pt x="721" y="167"/>
                      <a:pt x="718" y="168"/>
                    </a:cubicBezTo>
                    <a:lnTo>
                      <a:pt x="718" y="168"/>
                    </a:lnTo>
                    <a:cubicBezTo>
                      <a:pt x="704" y="170"/>
                      <a:pt x="689" y="171"/>
                      <a:pt x="675" y="171"/>
                    </a:cubicBezTo>
                    <a:cubicBezTo>
                      <a:pt x="673" y="171"/>
                      <a:pt x="671" y="171"/>
                      <a:pt x="669" y="171"/>
                    </a:cubicBezTo>
                    <a:lnTo>
                      <a:pt x="689" y="189"/>
                    </a:lnTo>
                    <a:cubicBezTo>
                      <a:pt x="691" y="191"/>
                      <a:pt x="693" y="193"/>
                      <a:pt x="692" y="195"/>
                    </a:cubicBezTo>
                    <a:lnTo>
                      <a:pt x="692" y="195"/>
                    </a:lnTo>
                    <a:cubicBezTo>
                      <a:pt x="692" y="196"/>
                      <a:pt x="691" y="196"/>
                      <a:pt x="691" y="196"/>
                    </a:cubicBezTo>
                    <a:cubicBezTo>
                      <a:pt x="690" y="197"/>
                      <a:pt x="689" y="197"/>
                      <a:pt x="688" y="197"/>
                    </a:cubicBezTo>
                    <a:lnTo>
                      <a:pt x="688" y="197"/>
                    </a:lnTo>
                    <a:cubicBezTo>
                      <a:pt x="683" y="198"/>
                      <a:pt x="679" y="198"/>
                      <a:pt x="673" y="198"/>
                    </a:cubicBezTo>
                    <a:cubicBezTo>
                      <a:pt x="668" y="198"/>
                      <a:pt x="662" y="198"/>
                      <a:pt x="657" y="197"/>
                    </a:cubicBezTo>
                    <a:lnTo>
                      <a:pt x="657" y="197"/>
                    </a:lnTo>
                    <a:cubicBezTo>
                      <a:pt x="643" y="197"/>
                      <a:pt x="630" y="193"/>
                      <a:pt x="618" y="187"/>
                    </a:cubicBezTo>
                    <a:lnTo>
                      <a:pt x="618" y="187"/>
                    </a:lnTo>
                    <a:cubicBezTo>
                      <a:pt x="623" y="192"/>
                      <a:pt x="629" y="199"/>
                      <a:pt x="632" y="205"/>
                    </a:cubicBezTo>
                    <a:cubicBezTo>
                      <a:pt x="636" y="211"/>
                      <a:pt x="638" y="218"/>
                      <a:pt x="640" y="224"/>
                    </a:cubicBezTo>
                    <a:lnTo>
                      <a:pt x="640" y="224"/>
                    </a:lnTo>
                    <a:cubicBezTo>
                      <a:pt x="623" y="224"/>
                      <a:pt x="606" y="219"/>
                      <a:pt x="591" y="212"/>
                    </a:cubicBezTo>
                    <a:lnTo>
                      <a:pt x="591" y="212"/>
                    </a:lnTo>
                    <a:cubicBezTo>
                      <a:pt x="592" y="213"/>
                      <a:pt x="592" y="214"/>
                      <a:pt x="593" y="215"/>
                    </a:cubicBezTo>
                    <a:cubicBezTo>
                      <a:pt x="597" y="220"/>
                      <a:pt x="597" y="224"/>
                      <a:pt x="598" y="229"/>
                    </a:cubicBezTo>
                    <a:lnTo>
                      <a:pt x="598" y="229"/>
                    </a:lnTo>
                    <a:lnTo>
                      <a:pt x="598" y="230"/>
                    </a:lnTo>
                    <a:cubicBezTo>
                      <a:pt x="598" y="232"/>
                      <a:pt x="597" y="234"/>
                      <a:pt x="596" y="236"/>
                    </a:cubicBezTo>
                    <a:cubicBezTo>
                      <a:pt x="595" y="237"/>
                      <a:pt x="594" y="239"/>
                      <a:pt x="592" y="240"/>
                    </a:cubicBezTo>
                    <a:cubicBezTo>
                      <a:pt x="591" y="241"/>
                      <a:pt x="589" y="241"/>
                      <a:pt x="587" y="241"/>
                    </a:cubicBezTo>
                    <a:lnTo>
                      <a:pt x="587" y="241"/>
                    </a:lnTo>
                    <a:cubicBezTo>
                      <a:pt x="584" y="241"/>
                      <a:pt x="581" y="240"/>
                      <a:pt x="578" y="238"/>
                    </a:cubicBezTo>
                    <a:cubicBezTo>
                      <a:pt x="578" y="238"/>
                      <a:pt x="577" y="238"/>
                      <a:pt x="577" y="237"/>
                    </a:cubicBezTo>
                    <a:lnTo>
                      <a:pt x="577" y="237"/>
                    </a:lnTo>
                    <a:cubicBezTo>
                      <a:pt x="574" y="236"/>
                      <a:pt x="572" y="234"/>
                      <a:pt x="569" y="233"/>
                    </a:cubicBezTo>
                    <a:cubicBezTo>
                      <a:pt x="564" y="230"/>
                      <a:pt x="560" y="227"/>
                      <a:pt x="555" y="225"/>
                    </a:cubicBezTo>
                    <a:cubicBezTo>
                      <a:pt x="544" y="222"/>
                      <a:pt x="547" y="223"/>
                      <a:pt x="547" y="232"/>
                    </a:cubicBezTo>
                    <a:lnTo>
                      <a:pt x="547" y="232"/>
                    </a:lnTo>
                    <a:lnTo>
                      <a:pt x="547" y="233"/>
                    </a:lnTo>
                    <a:cubicBezTo>
                      <a:pt x="547" y="234"/>
                      <a:pt x="547" y="235"/>
                      <a:pt x="546" y="237"/>
                    </a:cubicBezTo>
                    <a:cubicBezTo>
                      <a:pt x="546" y="238"/>
                      <a:pt x="544" y="239"/>
                      <a:pt x="543" y="240"/>
                    </a:cubicBezTo>
                    <a:lnTo>
                      <a:pt x="542" y="240"/>
                    </a:lnTo>
                    <a:lnTo>
                      <a:pt x="542" y="240"/>
                    </a:lnTo>
                    <a:cubicBezTo>
                      <a:pt x="541" y="240"/>
                      <a:pt x="540" y="241"/>
                      <a:pt x="540" y="241"/>
                    </a:cubicBezTo>
                    <a:cubicBezTo>
                      <a:pt x="537" y="241"/>
                      <a:pt x="534" y="240"/>
                      <a:pt x="531" y="238"/>
                    </a:cubicBezTo>
                    <a:lnTo>
                      <a:pt x="530" y="238"/>
                    </a:lnTo>
                    <a:lnTo>
                      <a:pt x="530" y="238"/>
                    </a:lnTo>
                    <a:cubicBezTo>
                      <a:pt x="528" y="237"/>
                      <a:pt x="526" y="235"/>
                      <a:pt x="524" y="234"/>
                    </a:cubicBezTo>
                    <a:cubicBezTo>
                      <a:pt x="517" y="230"/>
                      <a:pt x="510" y="225"/>
                      <a:pt x="504" y="220"/>
                    </a:cubicBezTo>
                    <a:lnTo>
                      <a:pt x="504" y="220"/>
                    </a:lnTo>
                    <a:cubicBezTo>
                      <a:pt x="506" y="225"/>
                      <a:pt x="507" y="231"/>
                      <a:pt x="507" y="236"/>
                    </a:cubicBezTo>
                    <a:lnTo>
                      <a:pt x="507" y="236"/>
                    </a:lnTo>
                    <a:cubicBezTo>
                      <a:pt x="507" y="237"/>
                      <a:pt x="508" y="238"/>
                      <a:pt x="508" y="239"/>
                    </a:cubicBezTo>
                    <a:cubicBezTo>
                      <a:pt x="508" y="239"/>
                      <a:pt x="507" y="240"/>
                      <a:pt x="507" y="241"/>
                    </a:cubicBezTo>
                    <a:cubicBezTo>
                      <a:pt x="505" y="244"/>
                      <a:pt x="499" y="243"/>
                      <a:pt x="495" y="241"/>
                    </a:cubicBezTo>
                    <a:lnTo>
                      <a:pt x="495" y="241"/>
                    </a:lnTo>
                    <a:cubicBezTo>
                      <a:pt x="492" y="239"/>
                      <a:pt x="490" y="238"/>
                      <a:pt x="487" y="236"/>
                    </a:cubicBezTo>
                    <a:cubicBezTo>
                      <a:pt x="482" y="233"/>
                      <a:pt x="476" y="230"/>
                      <a:pt x="472" y="226"/>
                    </a:cubicBezTo>
                    <a:cubicBezTo>
                      <a:pt x="475" y="231"/>
                      <a:pt x="469" y="236"/>
                      <a:pt x="463" y="236"/>
                    </a:cubicBezTo>
                    <a:cubicBezTo>
                      <a:pt x="457" y="236"/>
                      <a:pt x="451" y="234"/>
                      <a:pt x="446" y="233"/>
                    </a:cubicBezTo>
                    <a:cubicBezTo>
                      <a:pt x="444" y="236"/>
                      <a:pt x="448" y="239"/>
                      <a:pt x="448" y="242"/>
                    </a:cubicBezTo>
                    <a:cubicBezTo>
                      <a:pt x="448" y="245"/>
                      <a:pt x="442" y="245"/>
                      <a:pt x="439" y="244"/>
                    </a:cubicBezTo>
                    <a:lnTo>
                      <a:pt x="439" y="244"/>
                    </a:lnTo>
                    <a:cubicBezTo>
                      <a:pt x="437" y="244"/>
                      <a:pt x="435" y="243"/>
                      <a:pt x="433" y="243"/>
                    </a:cubicBezTo>
                    <a:lnTo>
                      <a:pt x="432" y="243"/>
                    </a:lnTo>
                    <a:cubicBezTo>
                      <a:pt x="432" y="245"/>
                      <a:pt x="432" y="246"/>
                      <a:pt x="432" y="248"/>
                    </a:cubicBezTo>
                    <a:cubicBezTo>
                      <a:pt x="430" y="250"/>
                      <a:pt x="426" y="248"/>
                      <a:pt x="423" y="247"/>
                    </a:cubicBezTo>
                    <a:lnTo>
                      <a:pt x="423" y="247"/>
                    </a:lnTo>
                    <a:cubicBezTo>
                      <a:pt x="422" y="247"/>
                      <a:pt x="422" y="247"/>
                      <a:pt x="421" y="246"/>
                    </a:cubicBezTo>
                    <a:cubicBezTo>
                      <a:pt x="419" y="244"/>
                      <a:pt x="417" y="244"/>
                      <a:pt x="414" y="243"/>
                    </a:cubicBezTo>
                    <a:lnTo>
                      <a:pt x="418" y="255"/>
                    </a:lnTo>
                    <a:lnTo>
                      <a:pt x="418" y="255"/>
                    </a:lnTo>
                    <a:cubicBezTo>
                      <a:pt x="418" y="256"/>
                      <a:pt x="418" y="256"/>
                      <a:pt x="418" y="257"/>
                    </a:cubicBezTo>
                    <a:cubicBezTo>
                      <a:pt x="418" y="258"/>
                      <a:pt x="418" y="259"/>
                      <a:pt x="418" y="260"/>
                    </a:cubicBezTo>
                    <a:lnTo>
                      <a:pt x="418" y="260"/>
                    </a:lnTo>
                    <a:cubicBezTo>
                      <a:pt x="418" y="261"/>
                      <a:pt x="418" y="261"/>
                      <a:pt x="417" y="262"/>
                    </a:cubicBezTo>
                    <a:cubicBezTo>
                      <a:pt x="417" y="262"/>
                      <a:pt x="417" y="263"/>
                      <a:pt x="416" y="263"/>
                    </a:cubicBezTo>
                    <a:cubicBezTo>
                      <a:pt x="415" y="263"/>
                      <a:pt x="415" y="264"/>
                      <a:pt x="414" y="264"/>
                    </a:cubicBezTo>
                    <a:cubicBezTo>
                      <a:pt x="412" y="264"/>
                      <a:pt x="410" y="262"/>
                      <a:pt x="408" y="264"/>
                    </a:cubicBezTo>
                    <a:cubicBezTo>
                      <a:pt x="407" y="265"/>
                      <a:pt x="408" y="267"/>
                      <a:pt x="408" y="268"/>
                    </a:cubicBezTo>
                    <a:cubicBezTo>
                      <a:pt x="438" y="313"/>
                      <a:pt x="471" y="355"/>
                      <a:pt x="504" y="399"/>
                    </a:cubicBezTo>
                    <a:cubicBezTo>
                      <a:pt x="506" y="402"/>
                      <a:pt x="508" y="408"/>
                      <a:pt x="504" y="409"/>
                    </a:cubicBezTo>
                    <a:lnTo>
                      <a:pt x="504" y="409"/>
                    </a:lnTo>
                    <a:cubicBezTo>
                      <a:pt x="503" y="409"/>
                      <a:pt x="503" y="409"/>
                      <a:pt x="503" y="409"/>
                    </a:cubicBezTo>
                    <a:cubicBezTo>
                      <a:pt x="502" y="409"/>
                      <a:pt x="500" y="408"/>
                      <a:pt x="499" y="407"/>
                    </a:cubicBezTo>
                    <a:cubicBezTo>
                      <a:pt x="499" y="407"/>
                      <a:pt x="498" y="407"/>
                      <a:pt x="497" y="406"/>
                    </a:cubicBezTo>
                    <a:lnTo>
                      <a:pt x="465" y="381"/>
                    </a:lnTo>
                    <a:lnTo>
                      <a:pt x="465" y="381"/>
                    </a:lnTo>
                    <a:cubicBezTo>
                      <a:pt x="469" y="390"/>
                      <a:pt x="473" y="400"/>
                      <a:pt x="476" y="410"/>
                    </a:cubicBezTo>
                    <a:lnTo>
                      <a:pt x="476" y="410"/>
                    </a:lnTo>
                    <a:cubicBezTo>
                      <a:pt x="476" y="411"/>
                      <a:pt x="476" y="412"/>
                      <a:pt x="476" y="413"/>
                    </a:cubicBezTo>
                    <a:cubicBezTo>
                      <a:pt x="476" y="414"/>
                      <a:pt x="476" y="415"/>
                      <a:pt x="476" y="416"/>
                    </a:cubicBezTo>
                    <a:cubicBezTo>
                      <a:pt x="473" y="421"/>
                      <a:pt x="465" y="417"/>
                      <a:pt x="461" y="414"/>
                    </a:cubicBezTo>
                    <a:lnTo>
                      <a:pt x="461" y="414"/>
                    </a:lnTo>
                    <a:cubicBezTo>
                      <a:pt x="445" y="401"/>
                      <a:pt x="431" y="385"/>
                      <a:pt x="420" y="367"/>
                    </a:cubicBezTo>
                    <a:lnTo>
                      <a:pt x="420" y="367"/>
                    </a:lnTo>
                    <a:cubicBezTo>
                      <a:pt x="428" y="385"/>
                      <a:pt x="433" y="404"/>
                      <a:pt x="435" y="423"/>
                    </a:cubicBezTo>
                    <a:cubicBezTo>
                      <a:pt x="435" y="429"/>
                      <a:pt x="436" y="436"/>
                      <a:pt x="429" y="437"/>
                    </a:cubicBezTo>
                    <a:cubicBezTo>
                      <a:pt x="423" y="438"/>
                      <a:pt x="419" y="433"/>
                      <a:pt x="416" y="428"/>
                    </a:cubicBezTo>
                    <a:lnTo>
                      <a:pt x="416" y="428"/>
                    </a:lnTo>
                    <a:cubicBezTo>
                      <a:pt x="412" y="423"/>
                      <a:pt x="409" y="417"/>
                      <a:pt x="405" y="411"/>
                    </a:cubicBezTo>
                    <a:cubicBezTo>
                      <a:pt x="399" y="400"/>
                      <a:pt x="393" y="388"/>
                      <a:pt x="388" y="376"/>
                    </a:cubicBezTo>
                    <a:lnTo>
                      <a:pt x="376" y="430"/>
                    </a:lnTo>
                    <a:cubicBezTo>
                      <a:pt x="375" y="436"/>
                      <a:pt x="370" y="443"/>
                      <a:pt x="364" y="441"/>
                    </a:cubicBezTo>
                    <a:lnTo>
                      <a:pt x="364" y="441"/>
                    </a:lnTo>
                    <a:cubicBezTo>
                      <a:pt x="362" y="440"/>
                      <a:pt x="362" y="438"/>
                      <a:pt x="360" y="436"/>
                    </a:cubicBezTo>
                    <a:cubicBezTo>
                      <a:pt x="359" y="435"/>
                      <a:pt x="359" y="434"/>
                      <a:pt x="359" y="433"/>
                    </a:cubicBezTo>
                    <a:lnTo>
                      <a:pt x="359" y="433"/>
                    </a:lnTo>
                    <a:cubicBezTo>
                      <a:pt x="355" y="422"/>
                      <a:pt x="352" y="411"/>
                      <a:pt x="350" y="399"/>
                    </a:cubicBezTo>
                    <a:lnTo>
                      <a:pt x="339" y="417"/>
                    </a:lnTo>
                    <a:cubicBezTo>
                      <a:pt x="337" y="420"/>
                      <a:pt x="334" y="424"/>
                      <a:pt x="329" y="423"/>
                    </a:cubicBezTo>
                    <a:cubicBezTo>
                      <a:pt x="325" y="422"/>
                      <a:pt x="322" y="417"/>
                      <a:pt x="322" y="412"/>
                    </a:cubicBezTo>
                    <a:lnTo>
                      <a:pt x="322" y="412"/>
                    </a:lnTo>
                    <a:cubicBezTo>
                      <a:pt x="321" y="402"/>
                      <a:pt x="320" y="393"/>
                      <a:pt x="320" y="383"/>
                    </a:cubicBezTo>
                    <a:cubicBezTo>
                      <a:pt x="320" y="361"/>
                      <a:pt x="323" y="339"/>
                      <a:pt x="328" y="317"/>
                    </a:cubicBezTo>
                    <a:lnTo>
                      <a:pt x="328" y="317"/>
                    </a:lnTo>
                    <a:cubicBezTo>
                      <a:pt x="329" y="299"/>
                      <a:pt x="332" y="282"/>
                      <a:pt x="336" y="265"/>
                    </a:cubicBezTo>
                    <a:cubicBezTo>
                      <a:pt x="335" y="267"/>
                      <a:pt x="331" y="267"/>
                      <a:pt x="329" y="266"/>
                    </a:cubicBezTo>
                    <a:lnTo>
                      <a:pt x="329" y="266"/>
                    </a:lnTo>
                    <a:cubicBezTo>
                      <a:pt x="327" y="265"/>
                      <a:pt x="325" y="263"/>
                      <a:pt x="324" y="261"/>
                    </a:cubicBezTo>
                    <a:cubicBezTo>
                      <a:pt x="324" y="261"/>
                      <a:pt x="323" y="260"/>
                      <a:pt x="323" y="259"/>
                    </a:cubicBezTo>
                    <a:lnTo>
                      <a:pt x="323" y="259"/>
                    </a:lnTo>
                    <a:cubicBezTo>
                      <a:pt x="321" y="256"/>
                      <a:pt x="321" y="252"/>
                      <a:pt x="321" y="248"/>
                    </a:cubicBezTo>
                    <a:cubicBezTo>
                      <a:pt x="321" y="247"/>
                      <a:pt x="321" y="247"/>
                      <a:pt x="321" y="246"/>
                    </a:cubicBezTo>
                    <a:cubicBezTo>
                      <a:pt x="319" y="250"/>
                      <a:pt x="309" y="262"/>
                      <a:pt x="302" y="257"/>
                    </a:cubicBezTo>
                    <a:cubicBezTo>
                      <a:pt x="295" y="252"/>
                      <a:pt x="302" y="245"/>
                      <a:pt x="299" y="240"/>
                    </a:cubicBezTo>
                    <a:lnTo>
                      <a:pt x="299" y="240"/>
                    </a:lnTo>
                    <a:cubicBezTo>
                      <a:pt x="298" y="243"/>
                      <a:pt x="296" y="246"/>
                      <a:pt x="294" y="249"/>
                    </a:cubicBezTo>
                    <a:cubicBezTo>
                      <a:pt x="290" y="257"/>
                      <a:pt x="283" y="264"/>
                      <a:pt x="274" y="269"/>
                    </a:cubicBezTo>
                    <a:cubicBezTo>
                      <a:pt x="268" y="272"/>
                      <a:pt x="262" y="275"/>
                      <a:pt x="255" y="276"/>
                    </a:cubicBezTo>
                    <a:lnTo>
                      <a:pt x="255" y="276"/>
                    </a:lnTo>
                    <a:cubicBezTo>
                      <a:pt x="254" y="276"/>
                      <a:pt x="253" y="276"/>
                      <a:pt x="252" y="276"/>
                    </a:cubicBezTo>
                    <a:cubicBezTo>
                      <a:pt x="251" y="276"/>
                      <a:pt x="250" y="276"/>
                      <a:pt x="249" y="276"/>
                    </a:cubicBezTo>
                    <a:cubicBezTo>
                      <a:pt x="245" y="274"/>
                      <a:pt x="244" y="269"/>
                      <a:pt x="245" y="265"/>
                    </a:cubicBezTo>
                    <a:lnTo>
                      <a:pt x="245" y="248"/>
                    </a:lnTo>
                    <a:cubicBezTo>
                      <a:pt x="245" y="253"/>
                      <a:pt x="225" y="263"/>
                      <a:pt x="219" y="261"/>
                    </a:cubicBezTo>
                    <a:cubicBezTo>
                      <a:pt x="213" y="259"/>
                      <a:pt x="217" y="247"/>
                      <a:pt x="218" y="240"/>
                    </a:cubicBezTo>
                    <a:lnTo>
                      <a:pt x="218" y="240"/>
                    </a:lnTo>
                    <a:cubicBezTo>
                      <a:pt x="212" y="245"/>
                      <a:pt x="206" y="250"/>
                      <a:pt x="199" y="254"/>
                    </a:cubicBezTo>
                    <a:cubicBezTo>
                      <a:pt x="183" y="263"/>
                      <a:pt x="165" y="268"/>
                      <a:pt x="146" y="268"/>
                    </a:cubicBezTo>
                    <a:lnTo>
                      <a:pt x="146" y="268"/>
                    </a:lnTo>
                    <a:lnTo>
                      <a:pt x="145" y="268"/>
                    </a:lnTo>
                    <a:cubicBezTo>
                      <a:pt x="143" y="268"/>
                      <a:pt x="142" y="268"/>
                      <a:pt x="140" y="267"/>
                    </a:cubicBezTo>
                    <a:lnTo>
                      <a:pt x="140" y="267"/>
                    </a:lnTo>
                    <a:lnTo>
                      <a:pt x="140" y="267"/>
                    </a:lnTo>
                    <a:cubicBezTo>
                      <a:pt x="140" y="267"/>
                      <a:pt x="140" y="266"/>
                      <a:pt x="139" y="265"/>
                    </a:cubicBezTo>
                    <a:cubicBezTo>
                      <a:pt x="139" y="264"/>
                      <a:pt x="138" y="263"/>
                      <a:pt x="138" y="262"/>
                    </a:cubicBezTo>
                    <a:lnTo>
                      <a:pt x="138" y="261"/>
                    </a:lnTo>
                    <a:lnTo>
                      <a:pt x="138" y="261"/>
                    </a:lnTo>
                    <a:lnTo>
                      <a:pt x="138" y="260"/>
                    </a:lnTo>
                    <a:cubicBezTo>
                      <a:pt x="138" y="255"/>
                      <a:pt x="139" y="250"/>
                      <a:pt x="141" y="246"/>
                    </a:cubicBezTo>
                    <a:cubicBezTo>
                      <a:pt x="142" y="245"/>
                      <a:pt x="142" y="245"/>
                      <a:pt x="142" y="245"/>
                    </a:cubicBezTo>
                    <a:lnTo>
                      <a:pt x="142" y="245"/>
                    </a:lnTo>
                    <a:cubicBezTo>
                      <a:pt x="141" y="247"/>
                      <a:pt x="140" y="250"/>
                      <a:pt x="139" y="252"/>
                    </a:cubicBezTo>
                    <a:cubicBezTo>
                      <a:pt x="133" y="262"/>
                      <a:pt x="124" y="270"/>
                      <a:pt x="114" y="276"/>
                    </a:cubicBezTo>
                    <a:cubicBezTo>
                      <a:pt x="110" y="279"/>
                      <a:pt x="106" y="280"/>
                      <a:pt x="102" y="282"/>
                    </a:cubicBezTo>
                    <a:cubicBezTo>
                      <a:pt x="96" y="283"/>
                      <a:pt x="88" y="282"/>
                      <a:pt x="87" y="276"/>
                    </a:cubicBezTo>
                    <a:lnTo>
                      <a:pt x="87" y="276"/>
                    </a:lnTo>
                    <a:cubicBezTo>
                      <a:pt x="86" y="275"/>
                      <a:pt x="86" y="275"/>
                      <a:pt x="86" y="274"/>
                    </a:cubicBezTo>
                    <a:cubicBezTo>
                      <a:pt x="86" y="273"/>
                      <a:pt x="86" y="272"/>
                      <a:pt x="87" y="271"/>
                    </a:cubicBezTo>
                    <a:lnTo>
                      <a:pt x="94" y="247"/>
                    </a:lnTo>
                    <a:lnTo>
                      <a:pt x="94" y="247"/>
                    </a:lnTo>
                    <a:cubicBezTo>
                      <a:pt x="87" y="257"/>
                      <a:pt x="78" y="266"/>
                      <a:pt x="67" y="273"/>
                    </a:cubicBezTo>
                    <a:lnTo>
                      <a:pt x="67" y="273"/>
                    </a:lnTo>
                    <a:cubicBezTo>
                      <a:pt x="67" y="274"/>
                      <a:pt x="67" y="274"/>
                      <a:pt x="66" y="274"/>
                    </a:cubicBezTo>
                    <a:cubicBezTo>
                      <a:pt x="59" y="278"/>
                      <a:pt x="52" y="280"/>
                      <a:pt x="44" y="280"/>
                    </a:cubicBezTo>
                    <a:cubicBezTo>
                      <a:pt x="39" y="280"/>
                      <a:pt x="33" y="279"/>
                      <a:pt x="28" y="277"/>
                    </a:cubicBezTo>
                    <a:cubicBezTo>
                      <a:pt x="32" y="268"/>
                      <a:pt x="37" y="260"/>
                      <a:pt x="41" y="250"/>
                    </a:cubicBezTo>
                    <a:lnTo>
                      <a:pt x="41" y="250"/>
                    </a:lnTo>
                    <a:cubicBezTo>
                      <a:pt x="39" y="252"/>
                      <a:pt x="37" y="253"/>
                      <a:pt x="34" y="255"/>
                    </a:cubicBezTo>
                    <a:cubicBezTo>
                      <a:pt x="28" y="259"/>
                      <a:pt x="19" y="262"/>
                      <a:pt x="11" y="265"/>
                    </a:cubicBezTo>
                    <a:lnTo>
                      <a:pt x="11" y="265"/>
                    </a:lnTo>
                    <a:cubicBezTo>
                      <a:pt x="9" y="266"/>
                      <a:pt x="8" y="267"/>
                      <a:pt x="6" y="267"/>
                    </a:cubicBezTo>
                    <a:cubicBezTo>
                      <a:pt x="5" y="267"/>
                      <a:pt x="5" y="266"/>
                      <a:pt x="4" y="266"/>
                    </a:cubicBezTo>
                    <a:cubicBezTo>
                      <a:pt x="0" y="265"/>
                      <a:pt x="0" y="260"/>
                      <a:pt x="0" y="257"/>
                    </a:cubicBezTo>
                    <a:cubicBezTo>
                      <a:pt x="4" y="218"/>
                      <a:pt x="46" y="188"/>
                      <a:pt x="74" y="164"/>
                    </a:cubicBezTo>
                    <a:cubicBezTo>
                      <a:pt x="103" y="140"/>
                      <a:pt x="138" y="112"/>
                      <a:pt x="182" y="112"/>
                    </a:cubicBezTo>
                    <a:cubicBezTo>
                      <a:pt x="204" y="112"/>
                      <a:pt x="227" y="115"/>
                      <a:pt x="249" y="115"/>
                    </a:cubicBezTo>
                    <a:lnTo>
                      <a:pt x="249" y="115"/>
                    </a:lnTo>
                    <a:cubicBezTo>
                      <a:pt x="251" y="115"/>
                      <a:pt x="252" y="115"/>
                      <a:pt x="253" y="115"/>
                    </a:cubicBezTo>
                    <a:cubicBezTo>
                      <a:pt x="262" y="115"/>
                      <a:pt x="271" y="113"/>
                      <a:pt x="279" y="111"/>
                    </a:cubicBezTo>
                    <a:lnTo>
                      <a:pt x="279" y="111"/>
                    </a:lnTo>
                    <a:cubicBezTo>
                      <a:pt x="280" y="110"/>
                      <a:pt x="281" y="110"/>
                      <a:pt x="283" y="109"/>
                    </a:cubicBezTo>
                    <a:cubicBezTo>
                      <a:pt x="284" y="108"/>
                      <a:pt x="286" y="107"/>
                      <a:pt x="286" y="106"/>
                    </a:cubicBezTo>
                    <a:cubicBezTo>
                      <a:pt x="288" y="104"/>
                      <a:pt x="287" y="103"/>
                      <a:pt x="288" y="1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3"/>
              <p:cNvSpPr/>
              <p:nvPr/>
            </p:nvSpPr>
            <p:spPr>
              <a:xfrm>
                <a:off x="8172985" y="2653613"/>
                <a:ext cx="17460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50" extrusionOk="0">
                    <a:moveTo>
                      <a:pt x="278" y="263"/>
                    </a:moveTo>
                    <a:lnTo>
                      <a:pt x="278" y="263"/>
                    </a:lnTo>
                    <a:cubicBezTo>
                      <a:pt x="279" y="267"/>
                      <a:pt x="280" y="271"/>
                      <a:pt x="281" y="275"/>
                    </a:cubicBezTo>
                    <a:lnTo>
                      <a:pt x="281" y="275"/>
                    </a:lnTo>
                    <a:cubicBezTo>
                      <a:pt x="283" y="290"/>
                      <a:pt x="289" y="305"/>
                      <a:pt x="296" y="318"/>
                    </a:cubicBezTo>
                    <a:cubicBezTo>
                      <a:pt x="302" y="328"/>
                      <a:pt x="309" y="337"/>
                      <a:pt x="317" y="345"/>
                    </a:cubicBezTo>
                    <a:lnTo>
                      <a:pt x="317" y="345"/>
                    </a:lnTo>
                    <a:cubicBezTo>
                      <a:pt x="317" y="343"/>
                      <a:pt x="317" y="340"/>
                      <a:pt x="317" y="338"/>
                    </a:cubicBezTo>
                    <a:cubicBezTo>
                      <a:pt x="317" y="331"/>
                      <a:pt x="316" y="324"/>
                      <a:pt x="314" y="318"/>
                    </a:cubicBezTo>
                    <a:lnTo>
                      <a:pt x="314" y="318"/>
                    </a:lnTo>
                    <a:cubicBezTo>
                      <a:pt x="319" y="325"/>
                      <a:pt x="325" y="331"/>
                      <a:pt x="331" y="336"/>
                    </a:cubicBezTo>
                    <a:lnTo>
                      <a:pt x="331" y="336"/>
                    </a:lnTo>
                    <a:cubicBezTo>
                      <a:pt x="332" y="336"/>
                      <a:pt x="332" y="337"/>
                      <a:pt x="332" y="337"/>
                    </a:cubicBezTo>
                    <a:cubicBezTo>
                      <a:pt x="333" y="337"/>
                      <a:pt x="334" y="338"/>
                      <a:pt x="334" y="338"/>
                    </a:cubicBezTo>
                    <a:cubicBezTo>
                      <a:pt x="338" y="338"/>
                      <a:pt x="339" y="333"/>
                      <a:pt x="338" y="330"/>
                    </a:cubicBezTo>
                    <a:lnTo>
                      <a:pt x="338" y="330"/>
                    </a:lnTo>
                    <a:cubicBezTo>
                      <a:pt x="336" y="327"/>
                      <a:pt x="335" y="324"/>
                      <a:pt x="335" y="320"/>
                    </a:cubicBezTo>
                    <a:lnTo>
                      <a:pt x="335" y="320"/>
                    </a:lnTo>
                    <a:cubicBezTo>
                      <a:pt x="343" y="330"/>
                      <a:pt x="352" y="340"/>
                      <a:pt x="362" y="347"/>
                    </a:cubicBezTo>
                    <a:cubicBezTo>
                      <a:pt x="365" y="350"/>
                      <a:pt x="369" y="352"/>
                      <a:pt x="372" y="349"/>
                    </a:cubicBezTo>
                    <a:lnTo>
                      <a:pt x="372" y="349"/>
                    </a:lnTo>
                    <a:cubicBezTo>
                      <a:pt x="372" y="348"/>
                      <a:pt x="372" y="346"/>
                      <a:pt x="372" y="345"/>
                    </a:cubicBezTo>
                    <a:cubicBezTo>
                      <a:pt x="372" y="343"/>
                      <a:pt x="372" y="343"/>
                      <a:pt x="372" y="342"/>
                    </a:cubicBezTo>
                    <a:lnTo>
                      <a:pt x="372" y="342"/>
                    </a:lnTo>
                    <a:cubicBezTo>
                      <a:pt x="368" y="328"/>
                      <a:pt x="363" y="315"/>
                      <a:pt x="357" y="302"/>
                    </a:cubicBezTo>
                    <a:lnTo>
                      <a:pt x="357" y="302"/>
                    </a:lnTo>
                    <a:cubicBezTo>
                      <a:pt x="361" y="306"/>
                      <a:pt x="365" y="310"/>
                      <a:pt x="370" y="313"/>
                    </a:cubicBezTo>
                    <a:cubicBezTo>
                      <a:pt x="377" y="317"/>
                      <a:pt x="384" y="319"/>
                      <a:pt x="392" y="319"/>
                    </a:cubicBezTo>
                    <a:lnTo>
                      <a:pt x="392" y="319"/>
                    </a:lnTo>
                    <a:cubicBezTo>
                      <a:pt x="391" y="315"/>
                      <a:pt x="390" y="311"/>
                      <a:pt x="388" y="307"/>
                    </a:cubicBezTo>
                    <a:cubicBezTo>
                      <a:pt x="385" y="302"/>
                      <a:pt x="380" y="297"/>
                      <a:pt x="375" y="294"/>
                    </a:cubicBezTo>
                    <a:lnTo>
                      <a:pt x="375" y="294"/>
                    </a:lnTo>
                    <a:lnTo>
                      <a:pt x="375" y="294"/>
                    </a:lnTo>
                    <a:cubicBezTo>
                      <a:pt x="376" y="295"/>
                      <a:pt x="378" y="296"/>
                      <a:pt x="379" y="297"/>
                    </a:cubicBezTo>
                    <a:cubicBezTo>
                      <a:pt x="385" y="300"/>
                      <a:pt x="392" y="302"/>
                      <a:pt x="398" y="302"/>
                    </a:cubicBezTo>
                    <a:cubicBezTo>
                      <a:pt x="405" y="302"/>
                      <a:pt x="411" y="300"/>
                      <a:pt x="417" y="297"/>
                    </a:cubicBezTo>
                    <a:cubicBezTo>
                      <a:pt x="418" y="297"/>
                      <a:pt x="418" y="297"/>
                      <a:pt x="418" y="297"/>
                    </a:cubicBezTo>
                    <a:lnTo>
                      <a:pt x="418" y="297"/>
                    </a:lnTo>
                    <a:cubicBezTo>
                      <a:pt x="413" y="292"/>
                      <a:pt x="407" y="288"/>
                      <a:pt x="401" y="284"/>
                    </a:cubicBezTo>
                    <a:cubicBezTo>
                      <a:pt x="394" y="280"/>
                      <a:pt x="386" y="277"/>
                      <a:pt x="378" y="275"/>
                    </a:cubicBezTo>
                    <a:lnTo>
                      <a:pt x="399" y="269"/>
                    </a:lnTo>
                    <a:cubicBezTo>
                      <a:pt x="384" y="266"/>
                      <a:pt x="368" y="263"/>
                      <a:pt x="354" y="259"/>
                    </a:cubicBezTo>
                    <a:lnTo>
                      <a:pt x="354" y="259"/>
                    </a:lnTo>
                    <a:cubicBezTo>
                      <a:pt x="345" y="257"/>
                      <a:pt x="337" y="254"/>
                      <a:pt x="329" y="249"/>
                    </a:cubicBezTo>
                    <a:cubicBezTo>
                      <a:pt x="324" y="246"/>
                      <a:pt x="318" y="241"/>
                      <a:pt x="313" y="237"/>
                    </a:cubicBezTo>
                    <a:cubicBezTo>
                      <a:pt x="306" y="225"/>
                      <a:pt x="332" y="226"/>
                      <a:pt x="340" y="221"/>
                    </a:cubicBezTo>
                    <a:lnTo>
                      <a:pt x="340" y="221"/>
                    </a:lnTo>
                    <a:lnTo>
                      <a:pt x="340" y="221"/>
                    </a:lnTo>
                    <a:cubicBezTo>
                      <a:pt x="333" y="217"/>
                      <a:pt x="328" y="211"/>
                      <a:pt x="323" y="205"/>
                    </a:cubicBezTo>
                    <a:cubicBezTo>
                      <a:pt x="326" y="209"/>
                      <a:pt x="355" y="200"/>
                      <a:pt x="359" y="199"/>
                    </a:cubicBezTo>
                    <a:cubicBezTo>
                      <a:pt x="363" y="197"/>
                      <a:pt x="363" y="197"/>
                      <a:pt x="363" y="195"/>
                    </a:cubicBezTo>
                    <a:lnTo>
                      <a:pt x="363" y="195"/>
                    </a:lnTo>
                    <a:cubicBezTo>
                      <a:pt x="363" y="195"/>
                      <a:pt x="363" y="194"/>
                      <a:pt x="362" y="193"/>
                    </a:cubicBezTo>
                    <a:lnTo>
                      <a:pt x="361" y="192"/>
                    </a:lnTo>
                    <a:lnTo>
                      <a:pt x="361" y="192"/>
                    </a:lnTo>
                    <a:cubicBezTo>
                      <a:pt x="357" y="188"/>
                      <a:pt x="353" y="185"/>
                      <a:pt x="348" y="182"/>
                    </a:cubicBezTo>
                    <a:cubicBezTo>
                      <a:pt x="347" y="181"/>
                      <a:pt x="345" y="180"/>
                      <a:pt x="343" y="179"/>
                    </a:cubicBezTo>
                    <a:lnTo>
                      <a:pt x="343" y="179"/>
                    </a:lnTo>
                    <a:cubicBezTo>
                      <a:pt x="357" y="179"/>
                      <a:pt x="370" y="175"/>
                      <a:pt x="382" y="168"/>
                    </a:cubicBezTo>
                    <a:cubicBezTo>
                      <a:pt x="387" y="165"/>
                      <a:pt x="392" y="162"/>
                      <a:pt x="396" y="158"/>
                    </a:cubicBezTo>
                    <a:lnTo>
                      <a:pt x="396" y="158"/>
                    </a:lnTo>
                    <a:cubicBezTo>
                      <a:pt x="390" y="157"/>
                      <a:pt x="384" y="156"/>
                      <a:pt x="378" y="156"/>
                    </a:cubicBezTo>
                    <a:cubicBezTo>
                      <a:pt x="377" y="156"/>
                      <a:pt x="377" y="156"/>
                      <a:pt x="376" y="156"/>
                    </a:cubicBezTo>
                    <a:cubicBezTo>
                      <a:pt x="386" y="156"/>
                      <a:pt x="441" y="141"/>
                      <a:pt x="424" y="125"/>
                    </a:cubicBezTo>
                    <a:lnTo>
                      <a:pt x="424" y="125"/>
                    </a:lnTo>
                    <a:cubicBezTo>
                      <a:pt x="423" y="125"/>
                      <a:pt x="423" y="124"/>
                      <a:pt x="421" y="123"/>
                    </a:cubicBezTo>
                    <a:cubicBezTo>
                      <a:pt x="418" y="122"/>
                      <a:pt x="415" y="121"/>
                      <a:pt x="412" y="120"/>
                    </a:cubicBezTo>
                    <a:lnTo>
                      <a:pt x="450" y="109"/>
                    </a:lnTo>
                    <a:lnTo>
                      <a:pt x="450" y="109"/>
                    </a:lnTo>
                    <a:cubicBezTo>
                      <a:pt x="452" y="109"/>
                      <a:pt x="453" y="108"/>
                      <a:pt x="454" y="107"/>
                    </a:cubicBezTo>
                    <a:lnTo>
                      <a:pt x="455" y="107"/>
                    </a:lnTo>
                    <a:lnTo>
                      <a:pt x="455" y="107"/>
                    </a:lnTo>
                    <a:cubicBezTo>
                      <a:pt x="456" y="106"/>
                      <a:pt x="456" y="106"/>
                      <a:pt x="456" y="106"/>
                    </a:cubicBezTo>
                    <a:cubicBezTo>
                      <a:pt x="457" y="104"/>
                      <a:pt x="457" y="102"/>
                      <a:pt x="457" y="101"/>
                    </a:cubicBezTo>
                    <a:cubicBezTo>
                      <a:pt x="457" y="99"/>
                      <a:pt x="457" y="98"/>
                      <a:pt x="456" y="97"/>
                    </a:cubicBezTo>
                    <a:cubicBezTo>
                      <a:pt x="455" y="95"/>
                      <a:pt x="454" y="94"/>
                      <a:pt x="453" y="94"/>
                    </a:cubicBezTo>
                    <a:lnTo>
                      <a:pt x="453" y="94"/>
                    </a:lnTo>
                    <a:cubicBezTo>
                      <a:pt x="450" y="92"/>
                      <a:pt x="446" y="91"/>
                      <a:pt x="442" y="91"/>
                    </a:cubicBezTo>
                    <a:cubicBezTo>
                      <a:pt x="441" y="91"/>
                      <a:pt x="440" y="91"/>
                      <a:pt x="440" y="91"/>
                    </a:cubicBezTo>
                    <a:lnTo>
                      <a:pt x="440" y="91"/>
                    </a:lnTo>
                    <a:cubicBezTo>
                      <a:pt x="447" y="89"/>
                      <a:pt x="454" y="86"/>
                      <a:pt x="460" y="82"/>
                    </a:cubicBezTo>
                    <a:cubicBezTo>
                      <a:pt x="466" y="79"/>
                      <a:pt x="471" y="75"/>
                      <a:pt x="476" y="70"/>
                    </a:cubicBezTo>
                    <a:lnTo>
                      <a:pt x="476" y="70"/>
                    </a:lnTo>
                    <a:cubicBezTo>
                      <a:pt x="467" y="66"/>
                      <a:pt x="458" y="63"/>
                      <a:pt x="448" y="63"/>
                    </a:cubicBezTo>
                    <a:lnTo>
                      <a:pt x="448" y="63"/>
                    </a:lnTo>
                    <a:cubicBezTo>
                      <a:pt x="450" y="62"/>
                      <a:pt x="451" y="61"/>
                      <a:pt x="453" y="60"/>
                    </a:cubicBezTo>
                    <a:cubicBezTo>
                      <a:pt x="465" y="53"/>
                      <a:pt x="475" y="44"/>
                      <a:pt x="481" y="33"/>
                    </a:cubicBezTo>
                    <a:cubicBezTo>
                      <a:pt x="483" y="30"/>
                      <a:pt x="484" y="27"/>
                      <a:pt x="485" y="24"/>
                    </a:cubicBezTo>
                    <a:lnTo>
                      <a:pt x="485" y="24"/>
                    </a:lnTo>
                    <a:cubicBezTo>
                      <a:pt x="474" y="29"/>
                      <a:pt x="462" y="32"/>
                      <a:pt x="450" y="35"/>
                    </a:cubicBezTo>
                    <a:lnTo>
                      <a:pt x="450" y="35"/>
                    </a:lnTo>
                    <a:cubicBezTo>
                      <a:pt x="463" y="25"/>
                      <a:pt x="474" y="14"/>
                      <a:pt x="484" y="0"/>
                    </a:cubicBezTo>
                    <a:lnTo>
                      <a:pt x="484" y="0"/>
                    </a:lnTo>
                    <a:cubicBezTo>
                      <a:pt x="457" y="9"/>
                      <a:pt x="430" y="21"/>
                      <a:pt x="405" y="35"/>
                    </a:cubicBezTo>
                    <a:cubicBezTo>
                      <a:pt x="397" y="40"/>
                      <a:pt x="388" y="45"/>
                      <a:pt x="380" y="51"/>
                    </a:cubicBezTo>
                    <a:lnTo>
                      <a:pt x="380" y="51"/>
                    </a:lnTo>
                    <a:lnTo>
                      <a:pt x="379" y="51"/>
                    </a:lnTo>
                    <a:cubicBezTo>
                      <a:pt x="368" y="58"/>
                      <a:pt x="358" y="65"/>
                      <a:pt x="348" y="74"/>
                    </a:cubicBezTo>
                    <a:lnTo>
                      <a:pt x="348" y="74"/>
                    </a:lnTo>
                    <a:cubicBezTo>
                      <a:pt x="336" y="87"/>
                      <a:pt x="325" y="101"/>
                      <a:pt x="317" y="116"/>
                    </a:cubicBezTo>
                    <a:cubicBezTo>
                      <a:pt x="313" y="123"/>
                      <a:pt x="309" y="130"/>
                      <a:pt x="306" y="137"/>
                    </a:cubicBezTo>
                    <a:cubicBezTo>
                      <a:pt x="297" y="155"/>
                      <a:pt x="296" y="184"/>
                      <a:pt x="274" y="190"/>
                    </a:cubicBezTo>
                    <a:lnTo>
                      <a:pt x="274" y="190"/>
                    </a:lnTo>
                    <a:cubicBezTo>
                      <a:pt x="272" y="190"/>
                      <a:pt x="270" y="190"/>
                      <a:pt x="268" y="190"/>
                    </a:cubicBezTo>
                    <a:cubicBezTo>
                      <a:pt x="260" y="190"/>
                      <a:pt x="252" y="188"/>
                      <a:pt x="245" y="184"/>
                    </a:cubicBezTo>
                    <a:cubicBezTo>
                      <a:pt x="243" y="183"/>
                      <a:pt x="242" y="182"/>
                      <a:pt x="240" y="181"/>
                    </a:cubicBezTo>
                    <a:cubicBezTo>
                      <a:pt x="205" y="161"/>
                      <a:pt x="174" y="122"/>
                      <a:pt x="134" y="116"/>
                    </a:cubicBezTo>
                    <a:cubicBezTo>
                      <a:pt x="94" y="110"/>
                      <a:pt x="51" y="101"/>
                      <a:pt x="8" y="98"/>
                    </a:cubicBezTo>
                    <a:cubicBezTo>
                      <a:pt x="5" y="98"/>
                      <a:pt x="0" y="98"/>
                      <a:pt x="0" y="103"/>
                    </a:cubicBezTo>
                    <a:lnTo>
                      <a:pt x="0" y="103"/>
                    </a:lnTo>
                    <a:cubicBezTo>
                      <a:pt x="0" y="104"/>
                      <a:pt x="0" y="105"/>
                      <a:pt x="1" y="106"/>
                    </a:cubicBezTo>
                    <a:lnTo>
                      <a:pt x="1" y="106"/>
                    </a:lnTo>
                    <a:lnTo>
                      <a:pt x="1" y="106"/>
                    </a:lnTo>
                    <a:cubicBezTo>
                      <a:pt x="5" y="112"/>
                      <a:pt x="10" y="116"/>
                      <a:pt x="16" y="120"/>
                    </a:cubicBezTo>
                    <a:cubicBezTo>
                      <a:pt x="19" y="121"/>
                      <a:pt x="22" y="123"/>
                      <a:pt x="25" y="124"/>
                    </a:cubicBezTo>
                    <a:cubicBezTo>
                      <a:pt x="34" y="127"/>
                      <a:pt x="44" y="130"/>
                      <a:pt x="53" y="134"/>
                    </a:cubicBezTo>
                    <a:lnTo>
                      <a:pt x="19" y="141"/>
                    </a:lnTo>
                    <a:cubicBezTo>
                      <a:pt x="18" y="141"/>
                      <a:pt x="17" y="142"/>
                      <a:pt x="17" y="143"/>
                    </a:cubicBezTo>
                    <a:lnTo>
                      <a:pt x="17" y="143"/>
                    </a:lnTo>
                    <a:lnTo>
                      <a:pt x="17" y="143"/>
                    </a:lnTo>
                    <a:cubicBezTo>
                      <a:pt x="27" y="149"/>
                      <a:pt x="38" y="153"/>
                      <a:pt x="50" y="154"/>
                    </a:cubicBezTo>
                    <a:cubicBezTo>
                      <a:pt x="57" y="155"/>
                      <a:pt x="65" y="154"/>
                      <a:pt x="69" y="162"/>
                    </a:cubicBezTo>
                    <a:cubicBezTo>
                      <a:pt x="60" y="167"/>
                      <a:pt x="49" y="167"/>
                      <a:pt x="39" y="171"/>
                    </a:cubicBezTo>
                    <a:lnTo>
                      <a:pt x="39" y="171"/>
                    </a:lnTo>
                    <a:lnTo>
                      <a:pt x="38" y="172"/>
                    </a:lnTo>
                    <a:lnTo>
                      <a:pt x="37" y="173"/>
                    </a:lnTo>
                    <a:lnTo>
                      <a:pt x="37" y="173"/>
                    </a:lnTo>
                    <a:cubicBezTo>
                      <a:pt x="36" y="174"/>
                      <a:pt x="36" y="174"/>
                      <a:pt x="36" y="174"/>
                    </a:cubicBezTo>
                    <a:cubicBezTo>
                      <a:pt x="36" y="175"/>
                      <a:pt x="37" y="176"/>
                      <a:pt x="37" y="177"/>
                    </a:cubicBezTo>
                    <a:lnTo>
                      <a:pt x="38" y="178"/>
                    </a:lnTo>
                    <a:lnTo>
                      <a:pt x="38" y="178"/>
                    </a:lnTo>
                    <a:cubicBezTo>
                      <a:pt x="40" y="180"/>
                      <a:pt x="41" y="181"/>
                      <a:pt x="43" y="182"/>
                    </a:cubicBezTo>
                    <a:cubicBezTo>
                      <a:pt x="48" y="185"/>
                      <a:pt x="53" y="186"/>
                      <a:pt x="58" y="186"/>
                    </a:cubicBezTo>
                    <a:lnTo>
                      <a:pt x="58" y="186"/>
                    </a:lnTo>
                    <a:lnTo>
                      <a:pt x="58" y="186"/>
                    </a:lnTo>
                    <a:cubicBezTo>
                      <a:pt x="62" y="186"/>
                      <a:pt x="66" y="186"/>
                      <a:pt x="70" y="186"/>
                    </a:cubicBezTo>
                    <a:cubicBezTo>
                      <a:pt x="78" y="186"/>
                      <a:pt x="85" y="186"/>
                      <a:pt x="93" y="184"/>
                    </a:cubicBezTo>
                    <a:cubicBezTo>
                      <a:pt x="98" y="184"/>
                      <a:pt x="116" y="181"/>
                      <a:pt x="119" y="177"/>
                    </a:cubicBezTo>
                    <a:lnTo>
                      <a:pt x="100" y="206"/>
                    </a:lnTo>
                    <a:lnTo>
                      <a:pt x="100" y="206"/>
                    </a:lnTo>
                    <a:cubicBezTo>
                      <a:pt x="102" y="206"/>
                      <a:pt x="104" y="207"/>
                      <a:pt x="106" y="207"/>
                    </a:cubicBezTo>
                    <a:cubicBezTo>
                      <a:pt x="116" y="207"/>
                      <a:pt x="125" y="204"/>
                      <a:pt x="133" y="200"/>
                    </a:cubicBezTo>
                    <a:cubicBezTo>
                      <a:pt x="133" y="199"/>
                      <a:pt x="134" y="199"/>
                      <a:pt x="135" y="198"/>
                    </a:cubicBezTo>
                    <a:lnTo>
                      <a:pt x="128" y="216"/>
                    </a:lnTo>
                    <a:lnTo>
                      <a:pt x="128" y="216"/>
                    </a:lnTo>
                    <a:cubicBezTo>
                      <a:pt x="127" y="217"/>
                      <a:pt x="127" y="219"/>
                      <a:pt x="127" y="221"/>
                    </a:cubicBezTo>
                    <a:cubicBezTo>
                      <a:pt x="127" y="222"/>
                      <a:pt x="127" y="223"/>
                      <a:pt x="127" y="224"/>
                    </a:cubicBezTo>
                    <a:cubicBezTo>
                      <a:pt x="129" y="230"/>
                      <a:pt x="139" y="228"/>
                      <a:pt x="143" y="224"/>
                    </a:cubicBezTo>
                    <a:cubicBezTo>
                      <a:pt x="147" y="219"/>
                      <a:pt x="151" y="212"/>
                      <a:pt x="157" y="210"/>
                    </a:cubicBezTo>
                    <a:lnTo>
                      <a:pt x="157" y="210"/>
                    </a:lnTo>
                    <a:cubicBezTo>
                      <a:pt x="157" y="211"/>
                      <a:pt x="157" y="211"/>
                      <a:pt x="157" y="212"/>
                    </a:cubicBezTo>
                    <a:cubicBezTo>
                      <a:pt x="157" y="215"/>
                      <a:pt x="156" y="219"/>
                      <a:pt x="155" y="222"/>
                    </a:cubicBezTo>
                    <a:cubicBezTo>
                      <a:pt x="155" y="226"/>
                      <a:pt x="157" y="231"/>
                      <a:pt x="161" y="230"/>
                    </a:cubicBezTo>
                    <a:lnTo>
                      <a:pt x="161" y="230"/>
                    </a:lnTo>
                    <a:cubicBezTo>
                      <a:pt x="161" y="230"/>
                      <a:pt x="163" y="231"/>
                      <a:pt x="163" y="230"/>
                    </a:cubicBezTo>
                    <a:cubicBezTo>
                      <a:pt x="164" y="229"/>
                      <a:pt x="164" y="229"/>
                      <a:pt x="164" y="228"/>
                    </a:cubicBezTo>
                    <a:lnTo>
                      <a:pt x="182" y="214"/>
                    </a:lnTo>
                    <a:cubicBezTo>
                      <a:pt x="180" y="215"/>
                      <a:pt x="195" y="237"/>
                      <a:pt x="197" y="238"/>
                    </a:cubicBezTo>
                    <a:lnTo>
                      <a:pt x="197" y="238"/>
                    </a:lnTo>
                    <a:cubicBezTo>
                      <a:pt x="197" y="239"/>
                      <a:pt x="198" y="240"/>
                      <a:pt x="200" y="241"/>
                    </a:cubicBezTo>
                    <a:cubicBezTo>
                      <a:pt x="200" y="241"/>
                      <a:pt x="201" y="242"/>
                      <a:pt x="202" y="242"/>
                    </a:cubicBezTo>
                    <a:cubicBezTo>
                      <a:pt x="205" y="242"/>
                      <a:pt x="209" y="238"/>
                      <a:pt x="209" y="234"/>
                    </a:cubicBezTo>
                    <a:lnTo>
                      <a:pt x="209" y="234"/>
                    </a:lnTo>
                    <a:cubicBezTo>
                      <a:pt x="209" y="231"/>
                      <a:pt x="208" y="228"/>
                      <a:pt x="206" y="225"/>
                    </a:cubicBezTo>
                    <a:cubicBezTo>
                      <a:pt x="206" y="224"/>
                      <a:pt x="205" y="224"/>
                      <a:pt x="205" y="223"/>
                    </a:cubicBezTo>
                    <a:lnTo>
                      <a:pt x="205" y="223"/>
                    </a:lnTo>
                    <a:cubicBezTo>
                      <a:pt x="211" y="229"/>
                      <a:pt x="217" y="233"/>
                      <a:pt x="224" y="237"/>
                    </a:cubicBezTo>
                    <a:cubicBezTo>
                      <a:pt x="227" y="239"/>
                      <a:pt x="231" y="241"/>
                      <a:pt x="235" y="243"/>
                    </a:cubicBezTo>
                    <a:lnTo>
                      <a:pt x="235" y="243"/>
                    </a:lnTo>
                    <a:cubicBezTo>
                      <a:pt x="235" y="240"/>
                      <a:pt x="234" y="238"/>
                      <a:pt x="233" y="236"/>
                    </a:cubicBezTo>
                    <a:cubicBezTo>
                      <a:pt x="231" y="233"/>
                      <a:pt x="229" y="231"/>
                      <a:pt x="226" y="229"/>
                    </a:cubicBezTo>
                    <a:lnTo>
                      <a:pt x="248" y="241"/>
                    </a:lnTo>
                    <a:cubicBezTo>
                      <a:pt x="250" y="241"/>
                      <a:pt x="252" y="242"/>
                      <a:pt x="253" y="241"/>
                    </a:cubicBezTo>
                    <a:cubicBezTo>
                      <a:pt x="255" y="240"/>
                      <a:pt x="253" y="237"/>
                      <a:pt x="251" y="238"/>
                    </a:cubicBezTo>
                    <a:cubicBezTo>
                      <a:pt x="258" y="247"/>
                      <a:pt x="271" y="250"/>
                      <a:pt x="276" y="260"/>
                    </a:cubicBezTo>
                    <a:lnTo>
                      <a:pt x="278" y="2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29"/>
          <p:cNvGrpSpPr/>
          <p:nvPr/>
        </p:nvGrpSpPr>
        <p:grpSpPr>
          <a:xfrm>
            <a:off x="-93350" y="4172308"/>
            <a:ext cx="9706518" cy="1482469"/>
            <a:chOff x="-93350" y="4172308"/>
            <a:chExt cx="9706518" cy="1482469"/>
          </a:xfrm>
        </p:grpSpPr>
        <p:grpSp>
          <p:nvGrpSpPr>
            <p:cNvPr id="482" name="Google Shape;482;p29"/>
            <p:cNvGrpSpPr/>
            <p:nvPr/>
          </p:nvGrpSpPr>
          <p:grpSpPr>
            <a:xfrm>
              <a:off x="-93350" y="4651600"/>
              <a:ext cx="9706518" cy="1003177"/>
              <a:chOff x="-93350" y="4651600"/>
              <a:chExt cx="9706518" cy="1003177"/>
            </a:xfrm>
          </p:grpSpPr>
          <p:grpSp>
            <p:nvGrpSpPr>
              <p:cNvPr id="483" name="Google Shape;483;p29"/>
              <p:cNvGrpSpPr/>
              <p:nvPr/>
            </p:nvGrpSpPr>
            <p:grpSpPr>
              <a:xfrm>
                <a:off x="-93350" y="4651600"/>
                <a:ext cx="9706518" cy="1003177"/>
                <a:chOff x="-93350" y="4575400"/>
                <a:chExt cx="9706518" cy="1003177"/>
              </a:xfrm>
            </p:grpSpPr>
            <p:sp>
              <p:nvSpPr>
                <p:cNvPr id="484" name="Google Shape;484;p29"/>
                <p:cNvSpPr/>
                <p:nvPr/>
              </p:nvSpPr>
              <p:spPr>
                <a:xfrm>
                  <a:off x="1805901" y="4575400"/>
                  <a:ext cx="3155629" cy="840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1657" extrusionOk="0">
                      <a:moveTo>
                        <a:pt x="6219" y="1594"/>
                      </a:moveTo>
                      <a:lnTo>
                        <a:pt x="8" y="1657"/>
                      </a:lnTo>
                      <a:lnTo>
                        <a:pt x="0" y="546"/>
                      </a:lnTo>
                      <a:cubicBezTo>
                        <a:pt x="104" y="528"/>
                        <a:pt x="208" y="520"/>
                        <a:pt x="311" y="502"/>
                      </a:cubicBezTo>
                      <a:cubicBezTo>
                        <a:pt x="461" y="477"/>
                        <a:pt x="604" y="554"/>
                        <a:pt x="752" y="606"/>
                      </a:cubicBezTo>
                      <a:cubicBezTo>
                        <a:pt x="941" y="674"/>
                        <a:pt x="1084" y="661"/>
                        <a:pt x="1269" y="594"/>
                      </a:cubicBezTo>
                      <a:lnTo>
                        <a:pt x="1269" y="594"/>
                      </a:lnTo>
                      <a:cubicBezTo>
                        <a:pt x="1294" y="583"/>
                        <a:pt x="1318" y="571"/>
                        <a:pt x="1341" y="557"/>
                      </a:cubicBezTo>
                      <a:cubicBezTo>
                        <a:pt x="1368" y="542"/>
                        <a:pt x="1393" y="525"/>
                        <a:pt x="1418" y="506"/>
                      </a:cubicBezTo>
                      <a:cubicBezTo>
                        <a:pt x="1617" y="368"/>
                        <a:pt x="1819" y="307"/>
                        <a:pt x="2021" y="201"/>
                      </a:cubicBezTo>
                      <a:cubicBezTo>
                        <a:pt x="2254" y="79"/>
                        <a:pt x="2493" y="-37"/>
                        <a:pt x="2743" y="10"/>
                      </a:cubicBezTo>
                      <a:lnTo>
                        <a:pt x="2743" y="10"/>
                      </a:lnTo>
                      <a:cubicBezTo>
                        <a:pt x="2842" y="33"/>
                        <a:pt x="2937" y="69"/>
                        <a:pt x="3027" y="116"/>
                      </a:cubicBezTo>
                      <a:cubicBezTo>
                        <a:pt x="3302" y="250"/>
                        <a:pt x="3571" y="411"/>
                        <a:pt x="3852" y="513"/>
                      </a:cubicBezTo>
                      <a:cubicBezTo>
                        <a:pt x="4132" y="615"/>
                        <a:pt x="4428" y="658"/>
                        <a:pt x="4706" y="550"/>
                      </a:cubicBezTo>
                      <a:cubicBezTo>
                        <a:pt x="4838" y="499"/>
                        <a:pt x="4967" y="415"/>
                        <a:pt x="5103" y="418"/>
                      </a:cubicBezTo>
                      <a:cubicBezTo>
                        <a:pt x="5170" y="418"/>
                        <a:pt x="5235" y="440"/>
                        <a:pt x="5303" y="440"/>
                      </a:cubicBezTo>
                      <a:cubicBezTo>
                        <a:pt x="5379" y="440"/>
                        <a:pt x="5454" y="412"/>
                        <a:pt x="5529" y="399"/>
                      </a:cubicBezTo>
                      <a:lnTo>
                        <a:pt x="5529" y="399"/>
                      </a:lnTo>
                      <a:cubicBezTo>
                        <a:pt x="5566" y="392"/>
                        <a:pt x="5604" y="389"/>
                        <a:pt x="5641" y="389"/>
                      </a:cubicBezTo>
                      <a:cubicBezTo>
                        <a:pt x="5727" y="389"/>
                        <a:pt x="5812" y="406"/>
                        <a:pt x="5891" y="440"/>
                      </a:cubicBezTo>
                      <a:cubicBezTo>
                        <a:pt x="5946" y="463"/>
                        <a:pt x="6000" y="512"/>
                        <a:pt x="6056" y="528"/>
                      </a:cubicBezTo>
                      <a:cubicBezTo>
                        <a:pt x="6107" y="544"/>
                        <a:pt x="6161" y="519"/>
                        <a:pt x="6211" y="551"/>
                      </a:cubicBezTo>
                      <a:lnTo>
                        <a:pt x="6219" y="159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29"/>
                <p:cNvSpPr/>
                <p:nvPr/>
              </p:nvSpPr>
              <p:spPr>
                <a:xfrm flipH="1">
                  <a:off x="4205871" y="4591125"/>
                  <a:ext cx="3706151" cy="9874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1657" extrusionOk="0">
                      <a:moveTo>
                        <a:pt x="6219" y="1594"/>
                      </a:moveTo>
                      <a:lnTo>
                        <a:pt x="8" y="1657"/>
                      </a:lnTo>
                      <a:lnTo>
                        <a:pt x="0" y="546"/>
                      </a:lnTo>
                      <a:cubicBezTo>
                        <a:pt x="104" y="528"/>
                        <a:pt x="208" y="520"/>
                        <a:pt x="311" y="502"/>
                      </a:cubicBezTo>
                      <a:cubicBezTo>
                        <a:pt x="461" y="477"/>
                        <a:pt x="604" y="554"/>
                        <a:pt x="752" y="606"/>
                      </a:cubicBezTo>
                      <a:cubicBezTo>
                        <a:pt x="941" y="674"/>
                        <a:pt x="1084" y="661"/>
                        <a:pt x="1269" y="594"/>
                      </a:cubicBezTo>
                      <a:lnTo>
                        <a:pt x="1269" y="594"/>
                      </a:lnTo>
                      <a:cubicBezTo>
                        <a:pt x="1294" y="583"/>
                        <a:pt x="1318" y="571"/>
                        <a:pt x="1341" y="557"/>
                      </a:cubicBezTo>
                      <a:cubicBezTo>
                        <a:pt x="1368" y="542"/>
                        <a:pt x="1393" y="525"/>
                        <a:pt x="1418" y="506"/>
                      </a:cubicBezTo>
                      <a:cubicBezTo>
                        <a:pt x="1617" y="368"/>
                        <a:pt x="1819" y="307"/>
                        <a:pt x="2021" y="201"/>
                      </a:cubicBezTo>
                      <a:cubicBezTo>
                        <a:pt x="2254" y="79"/>
                        <a:pt x="2493" y="-37"/>
                        <a:pt x="2743" y="10"/>
                      </a:cubicBezTo>
                      <a:lnTo>
                        <a:pt x="2743" y="10"/>
                      </a:lnTo>
                      <a:cubicBezTo>
                        <a:pt x="2842" y="33"/>
                        <a:pt x="2937" y="69"/>
                        <a:pt x="3027" y="116"/>
                      </a:cubicBezTo>
                      <a:cubicBezTo>
                        <a:pt x="3302" y="250"/>
                        <a:pt x="3571" y="411"/>
                        <a:pt x="3852" y="513"/>
                      </a:cubicBezTo>
                      <a:cubicBezTo>
                        <a:pt x="4132" y="615"/>
                        <a:pt x="4428" y="658"/>
                        <a:pt x="4706" y="550"/>
                      </a:cubicBezTo>
                      <a:cubicBezTo>
                        <a:pt x="4838" y="499"/>
                        <a:pt x="4967" y="415"/>
                        <a:pt x="5103" y="418"/>
                      </a:cubicBezTo>
                      <a:cubicBezTo>
                        <a:pt x="5170" y="418"/>
                        <a:pt x="5235" y="440"/>
                        <a:pt x="5303" y="440"/>
                      </a:cubicBezTo>
                      <a:cubicBezTo>
                        <a:pt x="5379" y="440"/>
                        <a:pt x="5454" y="412"/>
                        <a:pt x="5529" y="399"/>
                      </a:cubicBezTo>
                      <a:lnTo>
                        <a:pt x="5529" y="399"/>
                      </a:lnTo>
                      <a:cubicBezTo>
                        <a:pt x="5566" y="392"/>
                        <a:pt x="5604" y="389"/>
                        <a:pt x="5641" y="389"/>
                      </a:cubicBezTo>
                      <a:cubicBezTo>
                        <a:pt x="5727" y="389"/>
                        <a:pt x="5812" y="406"/>
                        <a:pt x="5891" y="440"/>
                      </a:cubicBezTo>
                      <a:cubicBezTo>
                        <a:pt x="5946" y="463"/>
                        <a:pt x="6000" y="512"/>
                        <a:pt x="6056" y="528"/>
                      </a:cubicBezTo>
                      <a:cubicBezTo>
                        <a:pt x="6107" y="544"/>
                        <a:pt x="6161" y="519"/>
                        <a:pt x="6211" y="551"/>
                      </a:cubicBezTo>
                      <a:lnTo>
                        <a:pt x="6219" y="159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29"/>
                <p:cNvSpPr/>
                <p:nvPr/>
              </p:nvSpPr>
              <p:spPr>
                <a:xfrm>
                  <a:off x="-93350" y="4684850"/>
                  <a:ext cx="2334053" cy="621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1657" extrusionOk="0">
                      <a:moveTo>
                        <a:pt x="6219" y="1594"/>
                      </a:moveTo>
                      <a:lnTo>
                        <a:pt x="8" y="1657"/>
                      </a:lnTo>
                      <a:lnTo>
                        <a:pt x="0" y="546"/>
                      </a:lnTo>
                      <a:cubicBezTo>
                        <a:pt x="104" y="528"/>
                        <a:pt x="208" y="520"/>
                        <a:pt x="311" y="502"/>
                      </a:cubicBezTo>
                      <a:cubicBezTo>
                        <a:pt x="461" y="477"/>
                        <a:pt x="604" y="554"/>
                        <a:pt x="752" y="606"/>
                      </a:cubicBezTo>
                      <a:cubicBezTo>
                        <a:pt x="941" y="674"/>
                        <a:pt x="1084" y="661"/>
                        <a:pt x="1269" y="594"/>
                      </a:cubicBezTo>
                      <a:lnTo>
                        <a:pt x="1269" y="594"/>
                      </a:lnTo>
                      <a:cubicBezTo>
                        <a:pt x="1294" y="583"/>
                        <a:pt x="1318" y="571"/>
                        <a:pt x="1341" y="557"/>
                      </a:cubicBezTo>
                      <a:cubicBezTo>
                        <a:pt x="1368" y="542"/>
                        <a:pt x="1393" y="525"/>
                        <a:pt x="1418" y="506"/>
                      </a:cubicBezTo>
                      <a:cubicBezTo>
                        <a:pt x="1617" y="368"/>
                        <a:pt x="1819" y="307"/>
                        <a:pt x="2021" y="201"/>
                      </a:cubicBezTo>
                      <a:cubicBezTo>
                        <a:pt x="2254" y="79"/>
                        <a:pt x="2493" y="-37"/>
                        <a:pt x="2743" y="10"/>
                      </a:cubicBezTo>
                      <a:lnTo>
                        <a:pt x="2743" y="10"/>
                      </a:lnTo>
                      <a:cubicBezTo>
                        <a:pt x="2842" y="33"/>
                        <a:pt x="2937" y="69"/>
                        <a:pt x="3027" y="116"/>
                      </a:cubicBezTo>
                      <a:cubicBezTo>
                        <a:pt x="3302" y="250"/>
                        <a:pt x="3571" y="411"/>
                        <a:pt x="3852" y="513"/>
                      </a:cubicBezTo>
                      <a:cubicBezTo>
                        <a:pt x="4132" y="615"/>
                        <a:pt x="4428" y="658"/>
                        <a:pt x="4706" y="550"/>
                      </a:cubicBezTo>
                      <a:cubicBezTo>
                        <a:pt x="4838" y="499"/>
                        <a:pt x="4967" y="415"/>
                        <a:pt x="5103" y="418"/>
                      </a:cubicBezTo>
                      <a:cubicBezTo>
                        <a:pt x="5170" y="418"/>
                        <a:pt x="5235" y="440"/>
                        <a:pt x="5303" y="440"/>
                      </a:cubicBezTo>
                      <a:cubicBezTo>
                        <a:pt x="5379" y="440"/>
                        <a:pt x="5454" y="412"/>
                        <a:pt x="5529" y="399"/>
                      </a:cubicBezTo>
                      <a:lnTo>
                        <a:pt x="5529" y="399"/>
                      </a:lnTo>
                      <a:cubicBezTo>
                        <a:pt x="5566" y="392"/>
                        <a:pt x="5604" y="389"/>
                        <a:pt x="5641" y="389"/>
                      </a:cubicBezTo>
                      <a:cubicBezTo>
                        <a:pt x="5727" y="389"/>
                        <a:pt x="5812" y="406"/>
                        <a:pt x="5891" y="440"/>
                      </a:cubicBezTo>
                      <a:cubicBezTo>
                        <a:pt x="5946" y="463"/>
                        <a:pt x="6000" y="512"/>
                        <a:pt x="6056" y="528"/>
                      </a:cubicBezTo>
                      <a:cubicBezTo>
                        <a:pt x="6107" y="544"/>
                        <a:pt x="6161" y="519"/>
                        <a:pt x="6211" y="551"/>
                      </a:cubicBezTo>
                      <a:lnTo>
                        <a:pt x="6219" y="159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29"/>
                <p:cNvSpPr/>
                <p:nvPr/>
              </p:nvSpPr>
              <p:spPr>
                <a:xfrm>
                  <a:off x="7632587" y="4715929"/>
                  <a:ext cx="1980580" cy="527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1657" extrusionOk="0">
                      <a:moveTo>
                        <a:pt x="6219" y="1594"/>
                      </a:moveTo>
                      <a:lnTo>
                        <a:pt x="8" y="1657"/>
                      </a:lnTo>
                      <a:lnTo>
                        <a:pt x="0" y="546"/>
                      </a:lnTo>
                      <a:cubicBezTo>
                        <a:pt x="104" y="528"/>
                        <a:pt x="208" y="520"/>
                        <a:pt x="311" y="502"/>
                      </a:cubicBezTo>
                      <a:cubicBezTo>
                        <a:pt x="461" y="477"/>
                        <a:pt x="604" y="554"/>
                        <a:pt x="752" y="606"/>
                      </a:cubicBezTo>
                      <a:cubicBezTo>
                        <a:pt x="941" y="674"/>
                        <a:pt x="1084" y="661"/>
                        <a:pt x="1269" y="594"/>
                      </a:cubicBezTo>
                      <a:lnTo>
                        <a:pt x="1269" y="594"/>
                      </a:lnTo>
                      <a:cubicBezTo>
                        <a:pt x="1294" y="583"/>
                        <a:pt x="1318" y="571"/>
                        <a:pt x="1341" y="557"/>
                      </a:cubicBezTo>
                      <a:cubicBezTo>
                        <a:pt x="1368" y="542"/>
                        <a:pt x="1393" y="525"/>
                        <a:pt x="1418" y="506"/>
                      </a:cubicBezTo>
                      <a:cubicBezTo>
                        <a:pt x="1617" y="368"/>
                        <a:pt x="1819" y="307"/>
                        <a:pt x="2021" y="201"/>
                      </a:cubicBezTo>
                      <a:cubicBezTo>
                        <a:pt x="2254" y="79"/>
                        <a:pt x="2493" y="-37"/>
                        <a:pt x="2743" y="10"/>
                      </a:cubicBezTo>
                      <a:lnTo>
                        <a:pt x="2743" y="10"/>
                      </a:lnTo>
                      <a:cubicBezTo>
                        <a:pt x="2842" y="33"/>
                        <a:pt x="2937" y="69"/>
                        <a:pt x="3027" y="116"/>
                      </a:cubicBezTo>
                      <a:cubicBezTo>
                        <a:pt x="3302" y="250"/>
                        <a:pt x="3571" y="411"/>
                        <a:pt x="3852" y="513"/>
                      </a:cubicBezTo>
                      <a:cubicBezTo>
                        <a:pt x="4132" y="615"/>
                        <a:pt x="4428" y="658"/>
                        <a:pt x="4706" y="550"/>
                      </a:cubicBezTo>
                      <a:cubicBezTo>
                        <a:pt x="4838" y="499"/>
                        <a:pt x="4967" y="415"/>
                        <a:pt x="5103" y="418"/>
                      </a:cubicBezTo>
                      <a:cubicBezTo>
                        <a:pt x="5170" y="418"/>
                        <a:pt x="5235" y="440"/>
                        <a:pt x="5303" y="440"/>
                      </a:cubicBezTo>
                      <a:cubicBezTo>
                        <a:pt x="5379" y="440"/>
                        <a:pt x="5454" y="412"/>
                        <a:pt x="5529" y="399"/>
                      </a:cubicBezTo>
                      <a:lnTo>
                        <a:pt x="5529" y="399"/>
                      </a:lnTo>
                      <a:cubicBezTo>
                        <a:pt x="5566" y="392"/>
                        <a:pt x="5604" y="389"/>
                        <a:pt x="5641" y="389"/>
                      </a:cubicBezTo>
                      <a:cubicBezTo>
                        <a:pt x="5727" y="389"/>
                        <a:pt x="5812" y="406"/>
                        <a:pt x="5891" y="440"/>
                      </a:cubicBezTo>
                      <a:cubicBezTo>
                        <a:pt x="5946" y="463"/>
                        <a:pt x="6000" y="512"/>
                        <a:pt x="6056" y="528"/>
                      </a:cubicBezTo>
                      <a:cubicBezTo>
                        <a:pt x="6107" y="544"/>
                        <a:pt x="6161" y="519"/>
                        <a:pt x="6211" y="551"/>
                      </a:cubicBezTo>
                      <a:lnTo>
                        <a:pt x="6219" y="159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88" name="Google Shape;488;p29"/>
              <p:cNvSpPr/>
              <p:nvPr/>
            </p:nvSpPr>
            <p:spPr>
              <a:xfrm>
                <a:off x="0" y="4877373"/>
                <a:ext cx="1598175" cy="271950"/>
              </a:xfrm>
              <a:custGeom>
                <a:avLst/>
                <a:gdLst/>
                <a:ahLst/>
                <a:cxnLst/>
                <a:rect l="l" t="t" r="r" b="b"/>
                <a:pathLst>
                  <a:path w="3291" h="560" extrusionOk="0">
                    <a:moveTo>
                      <a:pt x="3025" y="557"/>
                    </a:moveTo>
                    <a:cubicBezTo>
                      <a:pt x="3102" y="557"/>
                      <a:pt x="3192" y="570"/>
                      <a:pt x="3265" y="543"/>
                    </a:cubicBezTo>
                    <a:lnTo>
                      <a:pt x="3265" y="543"/>
                    </a:lnTo>
                    <a:cubicBezTo>
                      <a:pt x="3269" y="542"/>
                      <a:pt x="3271" y="541"/>
                      <a:pt x="3275" y="539"/>
                    </a:cubicBezTo>
                    <a:cubicBezTo>
                      <a:pt x="3278" y="537"/>
                      <a:pt x="3283" y="534"/>
                      <a:pt x="3286" y="531"/>
                    </a:cubicBezTo>
                    <a:lnTo>
                      <a:pt x="3286" y="531"/>
                    </a:lnTo>
                    <a:cubicBezTo>
                      <a:pt x="3287" y="530"/>
                      <a:pt x="3288" y="528"/>
                      <a:pt x="3289" y="527"/>
                    </a:cubicBezTo>
                    <a:cubicBezTo>
                      <a:pt x="3290" y="524"/>
                      <a:pt x="3291" y="521"/>
                      <a:pt x="3291" y="517"/>
                    </a:cubicBezTo>
                    <a:cubicBezTo>
                      <a:pt x="3291" y="514"/>
                      <a:pt x="3290" y="511"/>
                      <a:pt x="3289" y="508"/>
                    </a:cubicBezTo>
                    <a:lnTo>
                      <a:pt x="3289" y="508"/>
                    </a:lnTo>
                    <a:cubicBezTo>
                      <a:pt x="3287" y="505"/>
                      <a:pt x="3284" y="503"/>
                      <a:pt x="3281" y="501"/>
                    </a:cubicBezTo>
                    <a:cubicBezTo>
                      <a:pt x="3278" y="500"/>
                      <a:pt x="3275" y="498"/>
                      <a:pt x="3273" y="498"/>
                    </a:cubicBezTo>
                    <a:lnTo>
                      <a:pt x="3190" y="469"/>
                    </a:lnTo>
                    <a:lnTo>
                      <a:pt x="3190" y="469"/>
                    </a:lnTo>
                    <a:cubicBezTo>
                      <a:pt x="3202" y="466"/>
                      <a:pt x="3214" y="461"/>
                      <a:pt x="3226" y="454"/>
                    </a:cubicBezTo>
                    <a:cubicBezTo>
                      <a:pt x="3238" y="447"/>
                      <a:pt x="3251" y="437"/>
                      <a:pt x="3261" y="426"/>
                    </a:cubicBezTo>
                    <a:lnTo>
                      <a:pt x="3261" y="426"/>
                    </a:lnTo>
                    <a:cubicBezTo>
                      <a:pt x="3248" y="421"/>
                      <a:pt x="3234" y="418"/>
                      <a:pt x="3221" y="418"/>
                    </a:cubicBezTo>
                    <a:cubicBezTo>
                      <a:pt x="3207" y="418"/>
                      <a:pt x="3195" y="421"/>
                      <a:pt x="3182" y="426"/>
                    </a:cubicBezTo>
                    <a:lnTo>
                      <a:pt x="3182" y="426"/>
                    </a:lnTo>
                    <a:cubicBezTo>
                      <a:pt x="3184" y="425"/>
                      <a:pt x="3185" y="424"/>
                      <a:pt x="3187" y="423"/>
                    </a:cubicBezTo>
                    <a:cubicBezTo>
                      <a:pt x="3198" y="417"/>
                      <a:pt x="3207" y="408"/>
                      <a:pt x="3213" y="397"/>
                    </a:cubicBezTo>
                    <a:lnTo>
                      <a:pt x="3213" y="397"/>
                    </a:lnTo>
                    <a:cubicBezTo>
                      <a:pt x="3219" y="383"/>
                      <a:pt x="3213" y="364"/>
                      <a:pt x="3198" y="362"/>
                    </a:cubicBezTo>
                    <a:cubicBezTo>
                      <a:pt x="3187" y="360"/>
                      <a:pt x="3178" y="369"/>
                      <a:pt x="3170" y="377"/>
                    </a:cubicBezTo>
                    <a:cubicBezTo>
                      <a:pt x="3153" y="394"/>
                      <a:pt x="3127" y="425"/>
                      <a:pt x="3099" y="418"/>
                    </a:cubicBezTo>
                    <a:lnTo>
                      <a:pt x="3099" y="418"/>
                    </a:lnTo>
                    <a:cubicBezTo>
                      <a:pt x="3106" y="388"/>
                      <a:pt x="3116" y="358"/>
                      <a:pt x="3130" y="331"/>
                    </a:cubicBezTo>
                    <a:lnTo>
                      <a:pt x="3130" y="331"/>
                    </a:lnTo>
                    <a:cubicBezTo>
                      <a:pt x="3121" y="329"/>
                      <a:pt x="3112" y="328"/>
                      <a:pt x="3103" y="328"/>
                    </a:cubicBezTo>
                    <a:cubicBezTo>
                      <a:pt x="3087" y="328"/>
                      <a:pt x="3070" y="331"/>
                      <a:pt x="3055" y="335"/>
                    </a:cubicBezTo>
                    <a:lnTo>
                      <a:pt x="3055" y="335"/>
                    </a:lnTo>
                    <a:cubicBezTo>
                      <a:pt x="3078" y="320"/>
                      <a:pt x="3098" y="302"/>
                      <a:pt x="3116" y="281"/>
                    </a:cubicBezTo>
                    <a:cubicBezTo>
                      <a:pt x="3125" y="270"/>
                      <a:pt x="3132" y="251"/>
                      <a:pt x="3120" y="243"/>
                    </a:cubicBezTo>
                    <a:lnTo>
                      <a:pt x="3120" y="243"/>
                    </a:lnTo>
                    <a:cubicBezTo>
                      <a:pt x="3117" y="241"/>
                      <a:pt x="3113" y="240"/>
                      <a:pt x="3109" y="240"/>
                    </a:cubicBezTo>
                    <a:cubicBezTo>
                      <a:pt x="3107" y="240"/>
                      <a:pt x="3105" y="241"/>
                      <a:pt x="3103" y="241"/>
                    </a:cubicBezTo>
                    <a:lnTo>
                      <a:pt x="3103" y="241"/>
                    </a:lnTo>
                    <a:cubicBezTo>
                      <a:pt x="3072" y="246"/>
                      <a:pt x="3041" y="256"/>
                      <a:pt x="3014" y="272"/>
                    </a:cubicBezTo>
                    <a:lnTo>
                      <a:pt x="3014" y="272"/>
                    </a:lnTo>
                    <a:cubicBezTo>
                      <a:pt x="3027" y="265"/>
                      <a:pt x="3037" y="254"/>
                      <a:pt x="3045" y="242"/>
                    </a:cubicBezTo>
                    <a:lnTo>
                      <a:pt x="3045" y="242"/>
                    </a:lnTo>
                    <a:lnTo>
                      <a:pt x="3045" y="241"/>
                    </a:lnTo>
                    <a:cubicBezTo>
                      <a:pt x="3048" y="237"/>
                      <a:pt x="3050" y="231"/>
                      <a:pt x="3050" y="225"/>
                    </a:cubicBezTo>
                    <a:cubicBezTo>
                      <a:pt x="3050" y="220"/>
                      <a:pt x="3047" y="214"/>
                      <a:pt x="3045" y="209"/>
                    </a:cubicBezTo>
                    <a:cubicBezTo>
                      <a:pt x="3043" y="207"/>
                      <a:pt x="3042" y="204"/>
                      <a:pt x="3040" y="202"/>
                    </a:cubicBezTo>
                    <a:lnTo>
                      <a:pt x="3040" y="202"/>
                    </a:lnTo>
                    <a:cubicBezTo>
                      <a:pt x="3039" y="202"/>
                      <a:pt x="3037" y="202"/>
                      <a:pt x="3037" y="201"/>
                    </a:cubicBezTo>
                    <a:cubicBezTo>
                      <a:pt x="3032" y="198"/>
                      <a:pt x="3028" y="197"/>
                      <a:pt x="3023" y="196"/>
                    </a:cubicBezTo>
                    <a:lnTo>
                      <a:pt x="3023" y="196"/>
                    </a:lnTo>
                    <a:cubicBezTo>
                      <a:pt x="3022" y="196"/>
                      <a:pt x="3021" y="196"/>
                      <a:pt x="3020" y="196"/>
                    </a:cubicBezTo>
                    <a:cubicBezTo>
                      <a:pt x="3006" y="196"/>
                      <a:pt x="2993" y="200"/>
                      <a:pt x="2981" y="207"/>
                    </a:cubicBezTo>
                    <a:cubicBezTo>
                      <a:pt x="2972" y="212"/>
                      <a:pt x="2964" y="219"/>
                      <a:pt x="2958" y="228"/>
                    </a:cubicBezTo>
                    <a:lnTo>
                      <a:pt x="2958" y="228"/>
                    </a:lnTo>
                    <a:cubicBezTo>
                      <a:pt x="2953" y="234"/>
                      <a:pt x="2948" y="241"/>
                      <a:pt x="2945" y="247"/>
                    </a:cubicBezTo>
                    <a:cubicBezTo>
                      <a:pt x="2935" y="262"/>
                      <a:pt x="2929" y="279"/>
                      <a:pt x="2924" y="295"/>
                    </a:cubicBezTo>
                    <a:lnTo>
                      <a:pt x="2924" y="295"/>
                    </a:lnTo>
                    <a:cubicBezTo>
                      <a:pt x="2915" y="273"/>
                      <a:pt x="2910" y="249"/>
                      <a:pt x="2910" y="224"/>
                    </a:cubicBezTo>
                    <a:cubicBezTo>
                      <a:pt x="2910" y="216"/>
                      <a:pt x="2911" y="209"/>
                      <a:pt x="2912" y="201"/>
                    </a:cubicBezTo>
                    <a:lnTo>
                      <a:pt x="2846" y="328"/>
                    </a:lnTo>
                    <a:lnTo>
                      <a:pt x="2846" y="328"/>
                    </a:lnTo>
                    <a:cubicBezTo>
                      <a:pt x="2845" y="330"/>
                      <a:pt x="2843" y="331"/>
                      <a:pt x="2843" y="333"/>
                    </a:cubicBezTo>
                    <a:cubicBezTo>
                      <a:pt x="2840" y="338"/>
                      <a:pt x="2837" y="342"/>
                      <a:pt x="2832" y="345"/>
                    </a:cubicBezTo>
                    <a:cubicBezTo>
                      <a:pt x="2817" y="352"/>
                      <a:pt x="2800" y="336"/>
                      <a:pt x="2801" y="320"/>
                    </a:cubicBezTo>
                    <a:lnTo>
                      <a:pt x="2801" y="320"/>
                    </a:lnTo>
                    <a:cubicBezTo>
                      <a:pt x="2802" y="310"/>
                      <a:pt x="2805" y="302"/>
                      <a:pt x="2810" y="294"/>
                    </a:cubicBezTo>
                    <a:cubicBezTo>
                      <a:pt x="2813" y="288"/>
                      <a:pt x="2818" y="282"/>
                      <a:pt x="2823" y="277"/>
                    </a:cubicBezTo>
                    <a:lnTo>
                      <a:pt x="2870" y="221"/>
                    </a:lnTo>
                    <a:lnTo>
                      <a:pt x="2870" y="221"/>
                    </a:lnTo>
                    <a:cubicBezTo>
                      <a:pt x="2861" y="217"/>
                      <a:pt x="2851" y="214"/>
                      <a:pt x="2840" y="214"/>
                    </a:cubicBezTo>
                    <a:cubicBezTo>
                      <a:pt x="2828" y="214"/>
                      <a:pt x="2817" y="217"/>
                      <a:pt x="2807" y="223"/>
                    </a:cubicBezTo>
                    <a:cubicBezTo>
                      <a:pt x="2802" y="226"/>
                      <a:pt x="2799" y="228"/>
                      <a:pt x="2795" y="232"/>
                    </a:cubicBezTo>
                    <a:lnTo>
                      <a:pt x="2795" y="232"/>
                    </a:lnTo>
                    <a:cubicBezTo>
                      <a:pt x="2800" y="230"/>
                      <a:pt x="2805" y="228"/>
                      <a:pt x="2810" y="225"/>
                    </a:cubicBezTo>
                    <a:cubicBezTo>
                      <a:pt x="2820" y="219"/>
                      <a:pt x="2829" y="210"/>
                      <a:pt x="2836" y="199"/>
                    </a:cubicBezTo>
                    <a:cubicBezTo>
                      <a:pt x="2841" y="189"/>
                      <a:pt x="2845" y="177"/>
                      <a:pt x="2845" y="165"/>
                    </a:cubicBezTo>
                    <a:lnTo>
                      <a:pt x="2845" y="165"/>
                    </a:lnTo>
                    <a:lnTo>
                      <a:pt x="2845" y="164"/>
                    </a:lnTo>
                    <a:cubicBezTo>
                      <a:pt x="2845" y="158"/>
                      <a:pt x="2844" y="152"/>
                      <a:pt x="2841" y="147"/>
                    </a:cubicBezTo>
                    <a:cubicBezTo>
                      <a:pt x="2840" y="146"/>
                      <a:pt x="2839" y="144"/>
                      <a:pt x="2839" y="143"/>
                    </a:cubicBezTo>
                    <a:cubicBezTo>
                      <a:pt x="2825" y="127"/>
                      <a:pt x="2798" y="137"/>
                      <a:pt x="2782" y="150"/>
                    </a:cubicBezTo>
                    <a:lnTo>
                      <a:pt x="2782" y="150"/>
                    </a:lnTo>
                    <a:cubicBezTo>
                      <a:pt x="2767" y="163"/>
                      <a:pt x="2754" y="178"/>
                      <a:pt x="2745" y="195"/>
                    </a:cubicBezTo>
                    <a:cubicBezTo>
                      <a:pt x="2738" y="206"/>
                      <a:pt x="2733" y="218"/>
                      <a:pt x="2730" y="230"/>
                    </a:cubicBezTo>
                    <a:lnTo>
                      <a:pt x="2730" y="230"/>
                    </a:lnTo>
                    <a:cubicBezTo>
                      <a:pt x="2733" y="219"/>
                      <a:pt x="2734" y="208"/>
                      <a:pt x="2734" y="197"/>
                    </a:cubicBezTo>
                    <a:cubicBezTo>
                      <a:pt x="2734" y="178"/>
                      <a:pt x="2730" y="159"/>
                      <a:pt x="2720" y="142"/>
                    </a:cubicBezTo>
                    <a:lnTo>
                      <a:pt x="2720" y="142"/>
                    </a:lnTo>
                    <a:cubicBezTo>
                      <a:pt x="2689" y="197"/>
                      <a:pt x="2662" y="254"/>
                      <a:pt x="2638" y="313"/>
                    </a:cubicBezTo>
                    <a:cubicBezTo>
                      <a:pt x="2653" y="295"/>
                      <a:pt x="2636" y="263"/>
                      <a:pt x="2612" y="261"/>
                    </a:cubicBezTo>
                    <a:lnTo>
                      <a:pt x="2612" y="261"/>
                    </a:lnTo>
                    <a:cubicBezTo>
                      <a:pt x="2605" y="262"/>
                      <a:pt x="2596" y="264"/>
                      <a:pt x="2591" y="267"/>
                    </a:cubicBezTo>
                    <a:cubicBezTo>
                      <a:pt x="2583" y="272"/>
                      <a:pt x="2577" y="277"/>
                      <a:pt x="2574" y="284"/>
                    </a:cubicBezTo>
                    <a:cubicBezTo>
                      <a:pt x="2570" y="290"/>
                      <a:pt x="2568" y="297"/>
                      <a:pt x="2568" y="304"/>
                    </a:cubicBezTo>
                    <a:cubicBezTo>
                      <a:pt x="2563" y="285"/>
                      <a:pt x="2559" y="265"/>
                      <a:pt x="2552" y="246"/>
                    </a:cubicBezTo>
                    <a:cubicBezTo>
                      <a:pt x="2523" y="298"/>
                      <a:pt x="2449" y="327"/>
                      <a:pt x="2390" y="329"/>
                    </a:cubicBezTo>
                    <a:cubicBezTo>
                      <a:pt x="2395" y="311"/>
                      <a:pt x="2404" y="294"/>
                      <a:pt x="2409" y="276"/>
                    </a:cubicBezTo>
                    <a:lnTo>
                      <a:pt x="2409" y="276"/>
                    </a:lnTo>
                    <a:cubicBezTo>
                      <a:pt x="2405" y="275"/>
                      <a:pt x="2401" y="275"/>
                      <a:pt x="2398" y="275"/>
                    </a:cubicBezTo>
                    <a:cubicBezTo>
                      <a:pt x="2384" y="275"/>
                      <a:pt x="2370" y="279"/>
                      <a:pt x="2360" y="285"/>
                    </a:cubicBezTo>
                    <a:cubicBezTo>
                      <a:pt x="2355" y="288"/>
                      <a:pt x="2352" y="290"/>
                      <a:pt x="2348" y="294"/>
                    </a:cubicBezTo>
                    <a:lnTo>
                      <a:pt x="2348" y="294"/>
                    </a:lnTo>
                    <a:cubicBezTo>
                      <a:pt x="2361" y="286"/>
                      <a:pt x="2371" y="275"/>
                      <a:pt x="2380" y="261"/>
                    </a:cubicBezTo>
                    <a:cubicBezTo>
                      <a:pt x="2387" y="248"/>
                      <a:pt x="2392" y="232"/>
                      <a:pt x="2392" y="216"/>
                    </a:cubicBezTo>
                    <a:lnTo>
                      <a:pt x="2392" y="215"/>
                    </a:lnTo>
                    <a:lnTo>
                      <a:pt x="2392" y="215"/>
                    </a:lnTo>
                    <a:cubicBezTo>
                      <a:pt x="2392" y="215"/>
                      <a:pt x="2392" y="214"/>
                      <a:pt x="2392" y="213"/>
                    </a:cubicBezTo>
                    <a:cubicBezTo>
                      <a:pt x="2392" y="208"/>
                      <a:pt x="2391" y="204"/>
                      <a:pt x="2389" y="200"/>
                    </a:cubicBezTo>
                    <a:cubicBezTo>
                      <a:pt x="2387" y="197"/>
                      <a:pt x="2384" y="194"/>
                      <a:pt x="2382" y="192"/>
                    </a:cubicBezTo>
                    <a:lnTo>
                      <a:pt x="2382" y="192"/>
                    </a:lnTo>
                    <a:cubicBezTo>
                      <a:pt x="2379" y="191"/>
                      <a:pt x="2376" y="191"/>
                      <a:pt x="2373" y="191"/>
                    </a:cubicBezTo>
                    <a:cubicBezTo>
                      <a:pt x="2368" y="191"/>
                      <a:pt x="2362" y="192"/>
                      <a:pt x="2359" y="194"/>
                    </a:cubicBezTo>
                    <a:cubicBezTo>
                      <a:pt x="2356" y="196"/>
                      <a:pt x="2355" y="197"/>
                      <a:pt x="2353" y="199"/>
                    </a:cubicBezTo>
                    <a:lnTo>
                      <a:pt x="2353" y="199"/>
                    </a:lnTo>
                    <a:cubicBezTo>
                      <a:pt x="2337" y="211"/>
                      <a:pt x="2322" y="227"/>
                      <a:pt x="2313" y="244"/>
                    </a:cubicBezTo>
                    <a:cubicBezTo>
                      <a:pt x="2299" y="267"/>
                      <a:pt x="2293" y="293"/>
                      <a:pt x="2292" y="319"/>
                    </a:cubicBezTo>
                    <a:lnTo>
                      <a:pt x="2292" y="319"/>
                    </a:lnTo>
                    <a:cubicBezTo>
                      <a:pt x="2283" y="297"/>
                      <a:pt x="2272" y="276"/>
                      <a:pt x="2260" y="256"/>
                    </a:cubicBezTo>
                    <a:cubicBezTo>
                      <a:pt x="2252" y="242"/>
                      <a:pt x="2244" y="229"/>
                      <a:pt x="2235" y="215"/>
                    </a:cubicBezTo>
                    <a:lnTo>
                      <a:pt x="2235" y="215"/>
                    </a:lnTo>
                    <a:cubicBezTo>
                      <a:pt x="2223" y="241"/>
                      <a:pt x="2216" y="268"/>
                      <a:pt x="2214" y="296"/>
                    </a:cubicBezTo>
                    <a:lnTo>
                      <a:pt x="2214" y="296"/>
                    </a:lnTo>
                    <a:cubicBezTo>
                      <a:pt x="2213" y="312"/>
                      <a:pt x="2208" y="329"/>
                      <a:pt x="2200" y="344"/>
                    </a:cubicBezTo>
                    <a:cubicBezTo>
                      <a:pt x="2194" y="353"/>
                      <a:pt x="2187" y="362"/>
                      <a:pt x="2179" y="369"/>
                    </a:cubicBezTo>
                    <a:cubicBezTo>
                      <a:pt x="2158" y="387"/>
                      <a:pt x="2119" y="384"/>
                      <a:pt x="2109" y="358"/>
                    </a:cubicBezTo>
                    <a:cubicBezTo>
                      <a:pt x="2106" y="349"/>
                      <a:pt x="2106" y="339"/>
                      <a:pt x="2102" y="330"/>
                    </a:cubicBezTo>
                    <a:lnTo>
                      <a:pt x="2102" y="330"/>
                    </a:lnTo>
                    <a:lnTo>
                      <a:pt x="2101" y="329"/>
                    </a:lnTo>
                    <a:cubicBezTo>
                      <a:pt x="2097" y="322"/>
                      <a:pt x="2091" y="317"/>
                      <a:pt x="2084" y="312"/>
                    </a:cubicBezTo>
                    <a:cubicBezTo>
                      <a:pt x="2076" y="308"/>
                      <a:pt x="2068" y="305"/>
                      <a:pt x="2060" y="305"/>
                    </a:cubicBezTo>
                    <a:cubicBezTo>
                      <a:pt x="2055" y="305"/>
                      <a:pt x="2050" y="306"/>
                      <a:pt x="2045" y="307"/>
                    </a:cubicBezTo>
                    <a:lnTo>
                      <a:pt x="2045" y="307"/>
                    </a:lnTo>
                    <a:cubicBezTo>
                      <a:pt x="2037" y="310"/>
                      <a:pt x="2028" y="314"/>
                      <a:pt x="2020" y="319"/>
                    </a:cubicBezTo>
                    <a:cubicBezTo>
                      <a:pt x="2009" y="325"/>
                      <a:pt x="1999" y="333"/>
                      <a:pt x="1990" y="342"/>
                    </a:cubicBezTo>
                    <a:lnTo>
                      <a:pt x="2003" y="261"/>
                    </a:lnTo>
                    <a:lnTo>
                      <a:pt x="2003" y="261"/>
                    </a:lnTo>
                    <a:cubicBezTo>
                      <a:pt x="2004" y="259"/>
                      <a:pt x="2004" y="258"/>
                      <a:pt x="2004" y="256"/>
                    </a:cubicBezTo>
                    <a:cubicBezTo>
                      <a:pt x="2004" y="253"/>
                      <a:pt x="2003" y="250"/>
                      <a:pt x="2002" y="248"/>
                    </a:cubicBezTo>
                    <a:cubicBezTo>
                      <a:pt x="1998" y="242"/>
                      <a:pt x="1991" y="242"/>
                      <a:pt x="1984" y="243"/>
                    </a:cubicBezTo>
                    <a:lnTo>
                      <a:pt x="1929" y="249"/>
                    </a:lnTo>
                    <a:cubicBezTo>
                      <a:pt x="1934" y="224"/>
                      <a:pt x="1960" y="211"/>
                      <a:pt x="1976" y="191"/>
                    </a:cubicBezTo>
                    <a:cubicBezTo>
                      <a:pt x="1992" y="172"/>
                      <a:pt x="1992" y="132"/>
                      <a:pt x="1967" y="130"/>
                    </a:cubicBezTo>
                    <a:cubicBezTo>
                      <a:pt x="1952" y="129"/>
                      <a:pt x="1933" y="142"/>
                      <a:pt x="1925" y="130"/>
                    </a:cubicBezTo>
                    <a:lnTo>
                      <a:pt x="1925" y="130"/>
                    </a:lnTo>
                    <a:cubicBezTo>
                      <a:pt x="1934" y="123"/>
                      <a:pt x="1941" y="115"/>
                      <a:pt x="1948" y="104"/>
                    </a:cubicBezTo>
                    <a:cubicBezTo>
                      <a:pt x="1949" y="101"/>
                      <a:pt x="1952" y="97"/>
                      <a:pt x="1954" y="93"/>
                    </a:cubicBezTo>
                    <a:lnTo>
                      <a:pt x="1954" y="93"/>
                    </a:lnTo>
                    <a:cubicBezTo>
                      <a:pt x="1955" y="90"/>
                      <a:pt x="1955" y="87"/>
                      <a:pt x="1955" y="84"/>
                    </a:cubicBezTo>
                    <a:cubicBezTo>
                      <a:pt x="1955" y="79"/>
                      <a:pt x="1953" y="73"/>
                      <a:pt x="1951" y="69"/>
                    </a:cubicBezTo>
                    <a:cubicBezTo>
                      <a:pt x="1948" y="65"/>
                      <a:pt x="1945" y="61"/>
                      <a:pt x="1940" y="58"/>
                    </a:cubicBezTo>
                    <a:cubicBezTo>
                      <a:pt x="1938" y="57"/>
                      <a:pt x="1936" y="56"/>
                      <a:pt x="1934" y="56"/>
                    </a:cubicBezTo>
                    <a:lnTo>
                      <a:pt x="1934" y="56"/>
                    </a:lnTo>
                    <a:cubicBezTo>
                      <a:pt x="1933" y="56"/>
                      <a:pt x="1932" y="56"/>
                      <a:pt x="1932" y="56"/>
                    </a:cubicBezTo>
                    <a:cubicBezTo>
                      <a:pt x="1925" y="56"/>
                      <a:pt x="1919" y="57"/>
                      <a:pt x="1914" y="60"/>
                    </a:cubicBezTo>
                    <a:cubicBezTo>
                      <a:pt x="1843" y="91"/>
                      <a:pt x="1804" y="168"/>
                      <a:pt x="1782" y="242"/>
                    </a:cubicBezTo>
                    <a:lnTo>
                      <a:pt x="1782" y="242"/>
                    </a:lnTo>
                    <a:cubicBezTo>
                      <a:pt x="1781" y="207"/>
                      <a:pt x="1771" y="173"/>
                      <a:pt x="1754" y="143"/>
                    </a:cubicBezTo>
                    <a:cubicBezTo>
                      <a:pt x="1752" y="140"/>
                      <a:pt x="1750" y="138"/>
                      <a:pt x="1749" y="135"/>
                    </a:cubicBezTo>
                    <a:lnTo>
                      <a:pt x="1749" y="135"/>
                    </a:lnTo>
                    <a:cubicBezTo>
                      <a:pt x="1741" y="144"/>
                      <a:pt x="1733" y="155"/>
                      <a:pt x="1728" y="165"/>
                    </a:cubicBezTo>
                    <a:cubicBezTo>
                      <a:pt x="1706" y="201"/>
                      <a:pt x="1696" y="242"/>
                      <a:pt x="1696" y="284"/>
                    </a:cubicBezTo>
                    <a:lnTo>
                      <a:pt x="1696" y="284"/>
                    </a:lnTo>
                    <a:lnTo>
                      <a:pt x="1668" y="203"/>
                    </a:lnTo>
                    <a:lnTo>
                      <a:pt x="1668" y="203"/>
                    </a:lnTo>
                    <a:cubicBezTo>
                      <a:pt x="1667" y="227"/>
                      <a:pt x="1660" y="250"/>
                      <a:pt x="1649" y="270"/>
                    </a:cubicBezTo>
                    <a:cubicBezTo>
                      <a:pt x="1643" y="279"/>
                      <a:pt x="1638" y="287"/>
                      <a:pt x="1631" y="295"/>
                    </a:cubicBezTo>
                    <a:lnTo>
                      <a:pt x="1631" y="295"/>
                    </a:lnTo>
                    <a:cubicBezTo>
                      <a:pt x="1628" y="286"/>
                      <a:pt x="1626" y="277"/>
                      <a:pt x="1626" y="268"/>
                    </a:cubicBezTo>
                    <a:cubicBezTo>
                      <a:pt x="1626" y="255"/>
                      <a:pt x="1629" y="242"/>
                      <a:pt x="1636" y="231"/>
                    </a:cubicBezTo>
                    <a:cubicBezTo>
                      <a:pt x="1640" y="224"/>
                      <a:pt x="1645" y="218"/>
                      <a:pt x="1651" y="213"/>
                    </a:cubicBezTo>
                    <a:lnTo>
                      <a:pt x="1651" y="213"/>
                    </a:lnTo>
                    <a:cubicBezTo>
                      <a:pt x="1642" y="210"/>
                      <a:pt x="1633" y="208"/>
                      <a:pt x="1624" y="208"/>
                    </a:cubicBezTo>
                    <a:cubicBezTo>
                      <a:pt x="1612" y="208"/>
                      <a:pt x="1600" y="211"/>
                      <a:pt x="1589" y="217"/>
                    </a:cubicBezTo>
                    <a:cubicBezTo>
                      <a:pt x="1588" y="218"/>
                      <a:pt x="1587" y="218"/>
                      <a:pt x="1586" y="219"/>
                    </a:cubicBezTo>
                    <a:lnTo>
                      <a:pt x="1586" y="219"/>
                    </a:lnTo>
                    <a:cubicBezTo>
                      <a:pt x="1594" y="210"/>
                      <a:pt x="1600" y="200"/>
                      <a:pt x="1606" y="190"/>
                    </a:cubicBezTo>
                    <a:cubicBezTo>
                      <a:pt x="1613" y="178"/>
                      <a:pt x="1619" y="164"/>
                      <a:pt x="1624" y="151"/>
                    </a:cubicBezTo>
                    <a:lnTo>
                      <a:pt x="1624" y="151"/>
                    </a:lnTo>
                    <a:cubicBezTo>
                      <a:pt x="1626" y="147"/>
                      <a:pt x="1626" y="143"/>
                      <a:pt x="1626" y="139"/>
                    </a:cubicBezTo>
                    <a:cubicBezTo>
                      <a:pt x="1626" y="138"/>
                      <a:pt x="1626" y="136"/>
                      <a:pt x="1626" y="135"/>
                    </a:cubicBezTo>
                    <a:cubicBezTo>
                      <a:pt x="1623" y="123"/>
                      <a:pt x="1606" y="119"/>
                      <a:pt x="1595" y="126"/>
                    </a:cubicBezTo>
                    <a:lnTo>
                      <a:pt x="1595" y="126"/>
                    </a:lnTo>
                    <a:cubicBezTo>
                      <a:pt x="1589" y="131"/>
                      <a:pt x="1582" y="137"/>
                      <a:pt x="1579" y="144"/>
                    </a:cubicBezTo>
                    <a:cubicBezTo>
                      <a:pt x="1576" y="148"/>
                      <a:pt x="1575" y="152"/>
                      <a:pt x="1574" y="156"/>
                    </a:cubicBezTo>
                    <a:lnTo>
                      <a:pt x="1574" y="156"/>
                    </a:lnTo>
                    <a:cubicBezTo>
                      <a:pt x="1578" y="140"/>
                      <a:pt x="1580" y="123"/>
                      <a:pt x="1580" y="107"/>
                    </a:cubicBezTo>
                    <a:cubicBezTo>
                      <a:pt x="1580" y="72"/>
                      <a:pt x="1571" y="39"/>
                      <a:pt x="1554" y="9"/>
                    </a:cubicBezTo>
                    <a:cubicBezTo>
                      <a:pt x="1553" y="7"/>
                      <a:pt x="1552" y="5"/>
                      <a:pt x="1551" y="4"/>
                    </a:cubicBezTo>
                    <a:lnTo>
                      <a:pt x="1551" y="4"/>
                    </a:lnTo>
                    <a:cubicBezTo>
                      <a:pt x="1539" y="79"/>
                      <a:pt x="1516" y="152"/>
                      <a:pt x="1483" y="220"/>
                    </a:cubicBezTo>
                    <a:cubicBezTo>
                      <a:pt x="1460" y="206"/>
                      <a:pt x="1463" y="172"/>
                      <a:pt x="1476" y="148"/>
                    </a:cubicBezTo>
                    <a:cubicBezTo>
                      <a:pt x="1489" y="125"/>
                      <a:pt x="1510" y="104"/>
                      <a:pt x="1516" y="78"/>
                    </a:cubicBezTo>
                    <a:lnTo>
                      <a:pt x="1516" y="78"/>
                    </a:lnTo>
                    <a:cubicBezTo>
                      <a:pt x="1495" y="78"/>
                      <a:pt x="1473" y="85"/>
                      <a:pt x="1455" y="95"/>
                    </a:cubicBezTo>
                    <a:cubicBezTo>
                      <a:pt x="1441" y="103"/>
                      <a:pt x="1430" y="113"/>
                      <a:pt x="1420" y="124"/>
                    </a:cubicBezTo>
                    <a:lnTo>
                      <a:pt x="1420" y="124"/>
                    </a:lnTo>
                    <a:cubicBezTo>
                      <a:pt x="1405" y="142"/>
                      <a:pt x="1392" y="162"/>
                      <a:pt x="1380" y="182"/>
                    </a:cubicBezTo>
                    <a:cubicBezTo>
                      <a:pt x="1373" y="193"/>
                      <a:pt x="1367" y="205"/>
                      <a:pt x="1362" y="217"/>
                    </a:cubicBezTo>
                    <a:lnTo>
                      <a:pt x="1362" y="217"/>
                    </a:lnTo>
                    <a:cubicBezTo>
                      <a:pt x="1359" y="214"/>
                      <a:pt x="1356" y="211"/>
                      <a:pt x="1354" y="207"/>
                    </a:cubicBezTo>
                    <a:cubicBezTo>
                      <a:pt x="1350" y="200"/>
                      <a:pt x="1348" y="193"/>
                      <a:pt x="1348" y="185"/>
                    </a:cubicBezTo>
                    <a:cubicBezTo>
                      <a:pt x="1348" y="177"/>
                      <a:pt x="1350" y="169"/>
                      <a:pt x="1354" y="163"/>
                    </a:cubicBezTo>
                    <a:cubicBezTo>
                      <a:pt x="1354" y="162"/>
                      <a:pt x="1354" y="162"/>
                      <a:pt x="1354" y="162"/>
                    </a:cubicBezTo>
                    <a:lnTo>
                      <a:pt x="1354" y="162"/>
                    </a:lnTo>
                    <a:cubicBezTo>
                      <a:pt x="1365" y="145"/>
                      <a:pt x="1376" y="128"/>
                      <a:pt x="1389" y="113"/>
                    </a:cubicBezTo>
                    <a:lnTo>
                      <a:pt x="1389" y="113"/>
                    </a:lnTo>
                    <a:cubicBezTo>
                      <a:pt x="1390" y="112"/>
                      <a:pt x="1390" y="111"/>
                      <a:pt x="1391" y="110"/>
                    </a:cubicBezTo>
                    <a:cubicBezTo>
                      <a:pt x="1393" y="105"/>
                      <a:pt x="1395" y="100"/>
                      <a:pt x="1395" y="95"/>
                    </a:cubicBezTo>
                    <a:lnTo>
                      <a:pt x="1395" y="95"/>
                    </a:lnTo>
                    <a:cubicBezTo>
                      <a:pt x="1395" y="91"/>
                      <a:pt x="1394" y="87"/>
                      <a:pt x="1392" y="83"/>
                    </a:cubicBezTo>
                    <a:cubicBezTo>
                      <a:pt x="1389" y="79"/>
                      <a:pt x="1385" y="75"/>
                      <a:pt x="1381" y="72"/>
                    </a:cubicBezTo>
                    <a:cubicBezTo>
                      <a:pt x="1376" y="70"/>
                      <a:pt x="1371" y="68"/>
                      <a:pt x="1366" y="68"/>
                    </a:cubicBezTo>
                    <a:cubicBezTo>
                      <a:pt x="1365" y="68"/>
                      <a:pt x="1364" y="68"/>
                      <a:pt x="1364" y="68"/>
                    </a:cubicBezTo>
                    <a:lnTo>
                      <a:pt x="1364" y="68"/>
                    </a:lnTo>
                    <a:cubicBezTo>
                      <a:pt x="1352" y="70"/>
                      <a:pt x="1340" y="74"/>
                      <a:pt x="1331" y="79"/>
                    </a:cubicBezTo>
                    <a:cubicBezTo>
                      <a:pt x="1327" y="81"/>
                      <a:pt x="1324" y="84"/>
                      <a:pt x="1321" y="86"/>
                    </a:cubicBezTo>
                    <a:lnTo>
                      <a:pt x="1321" y="86"/>
                    </a:lnTo>
                    <a:cubicBezTo>
                      <a:pt x="1329" y="79"/>
                      <a:pt x="1335" y="71"/>
                      <a:pt x="1341" y="61"/>
                    </a:cubicBezTo>
                    <a:cubicBezTo>
                      <a:pt x="1343" y="56"/>
                      <a:pt x="1347" y="50"/>
                      <a:pt x="1349" y="43"/>
                    </a:cubicBezTo>
                    <a:lnTo>
                      <a:pt x="1349" y="43"/>
                    </a:lnTo>
                    <a:cubicBezTo>
                      <a:pt x="1350" y="40"/>
                      <a:pt x="1351" y="37"/>
                      <a:pt x="1351" y="33"/>
                    </a:cubicBezTo>
                    <a:cubicBezTo>
                      <a:pt x="1351" y="27"/>
                      <a:pt x="1349" y="22"/>
                      <a:pt x="1346" y="16"/>
                    </a:cubicBezTo>
                    <a:cubicBezTo>
                      <a:pt x="1343" y="11"/>
                      <a:pt x="1338" y="6"/>
                      <a:pt x="1333" y="3"/>
                    </a:cubicBezTo>
                    <a:cubicBezTo>
                      <a:pt x="1331" y="2"/>
                      <a:pt x="1331" y="2"/>
                      <a:pt x="1330" y="1"/>
                    </a:cubicBezTo>
                    <a:lnTo>
                      <a:pt x="1330" y="1"/>
                    </a:lnTo>
                    <a:cubicBezTo>
                      <a:pt x="1327" y="0"/>
                      <a:pt x="1324" y="0"/>
                      <a:pt x="1321" y="0"/>
                    </a:cubicBezTo>
                    <a:cubicBezTo>
                      <a:pt x="1315" y="0"/>
                      <a:pt x="1308" y="1"/>
                      <a:pt x="1303" y="4"/>
                    </a:cubicBezTo>
                    <a:cubicBezTo>
                      <a:pt x="1226" y="31"/>
                      <a:pt x="1178" y="112"/>
                      <a:pt x="1165" y="193"/>
                    </a:cubicBezTo>
                    <a:lnTo>
                      <a:pt x="1165" y="193"/>
                    </a:lnTo>
                    <a:cubicBezTo>
                      <a:pt x="1164" y="191"/>
                      <a:pt x="1163" y="190"/>
                      <a:pt x="1162" y="188"/>
                    </a:cubicBezTo>
                    <a:cubicBezTo>
                      <a:pt x="1157" y="179"/>
                      <a:pt x="1150" y="172"/>
                      <a:pt x="1141" y="167"/>
                    </a:cubicBezTo>
                    <a:cubicBezTo>
                      <a:pt x="1136" y="164"/>
                      <a:pt x="1130" y="162"/>
                      <a:pt x="1124" y="161"/>
                    </a:cubicBezTo>
                    <a:lnTo>
                      <a:pt x="1124" y="161"/>
                    </a:lnTo>
                    <a:cubicBezTo>
                      <a:pt x="1119" y="184"/>
                      <a:pt x="1116" y="208"/>
                      <a:pt x="1116" y="232"/>
                    </a:cubicBezTo>
                    <a:cubicBezTo>
                      <a:pt x="1116" y="243"/>
                      <a:pt x="1117" y="254"/>
                      <a:pt x="1118" y="266"/>
                    </a:cubicBezTo>
                    <a:lnTo>
                      <a:pt x="1060" y="222"/>
                    </a:lnTo>
                    <a:cubicBezTo>
                      <a:pt x="1059" y="239"/>
                      <a:pt x="1086" y="323"/>
                      <a:pt x="1036" y="302"/>
                    </a:cubicBezTo>
                    <a:lnTo>
                      <a:pt x="1036" y="302"/>
                    </a:lnTo>
                    <a:cubicBezTo>
                      <a:pt x="1029" y="298"/>
                      <a:pt x="1023" y="291"/>
                      <a:pt x="1019" y="284"/>
                    </a:cubicBezTo>
                    <a:cubicBezTo>
                      <a:pt x="1016" y="279"/>
                      <a:pt x="1014" y="274"/>
                      <a:pt x="1013" y="268"/>
                    </a:cubicBezTo>
                    <a:lnTo>
                      <a:pt x="1013" y="268"/>
                    </a:lnTo>
                    <a:cubicBezTo>
                      <a:pt x="1001" y="233"/>
                      <a:pt x="995" y="196"/>
                      <a:pt x="995" y="159"/>
                    </a:cubicBezTo>
                    <a:cubicBezTo>
                      <a:pt x="995" y="154"/>
                      <a:pt x="995" y="149"/>
                      <a:pt x="995" y="144"/>
                    </a:cubicBezTo>
                    <a:lnTo>
                      <a:pt x="995" y="144"/>
                    </a:lnTo>
                    <a:cubicBezTo>
                      <a:pt x="991" y="173"/>
                      <a:pt x="981" y="200"/>
                      <a:pt x="967" y="225"/>
                    </a:cubicBezTo>
                    <a:cubicBezTo>
                      <a:pt x="965" y="228"/>
                      <a:pt x="963" y="231"/>
                      <a:pt x="961" y="234"/>
                    </a:cubicBezTo>
                    <a:lnTo>
                      <a:pt x="941" y="119"/>
                    </a:lnTo>
                    <a:lnTo>
                      <a:pt x="941" y="119"/>
                    </a:lnTo>
                    <a:cubicBezTo>
                      <a:pt x="930" y="146"/>
                      <a:pt x="923" y="174"/>
                      <a:pt x="921" y="203"/>
                    </a:cubicBezTo>
                    <a:lnTo>
                      <a:pt x="921" y="203"/>
                    </a:lnTo>
                    <a:cubicBezTo>
                      <a:pt x="919" y="190"/>
                      <a:pt x="914" y="177"/>
                      <a:pt x="907" y="165"/>
                    </a:cubicBezTo>
                    <a:cubicBezTo>
                      <a:pt x="896" y="146"/>
                      <a:pt x="880" y="130"/>
                      <a:pt x="860" y="118"/>
                    </a:cubicBezTo>
                    <a:cubicBezTo>
                      <a:pt x="854" y="115"/>
                      <a:pt x="847" y="111"/>
                      <a:pt x="840" y="109"/>
                    </a:cubicBezTo>
                    <a:lnTo>
                      <a:pt x="840" y="109"/>
                    </a:lnTo>
                    <a:cubicBezTo>
                      <a:pt x="841" y="127"/>
                      <a:pt x="847" y="146"/>
                      <a:pt x="857" y="162"/>
                    </a:cubicBezTo>
                    <a:cubicBezTo>
                      <a:pt x="860" y="167"/>
                      <a:pt x="863" y="173"/>
                      <a:pt x="867" y="177"/>
                    </a:cubicBezTo>
                    <a:lnTo>
                      <a:pt x="867" y="177"/>
                    </a:lnTo>
                    <a:cubicBezTo>
                      <a:pt x="863" y="174"/>
                      <a:pt x="858" y="171"/>
                      <a:pt x="853" y="168"/>
                    </a:cubicBezTo>
                    <a:cubicBezTo>
                      <a:pt x="832" y="156"/>
                      <a:pt x="809" y="150"/>
                      <a:pt x="785" y="150"/>
                    </a:cubicBezTo>
                    <a:cubicBezTo>
                      <a:pt x="778" y="150"/>
                      <a:pt x="771" y="150"/>
                      <a:pt x="764" y="151"/>
                    </a:cubicBezTo>
                    <a:lnTo>
                      <a:pt x="764" y="151"/>
                    </a:lnTo>
                    <a:cubicBezTo>
                      <a:pt x="766" y="157"/>
                      <a:pt x="768" y="162"/>
                      <a:pt x="772" y="168"/>
                    </a:cubicBezTo>
                    <a:cubicBezTo>
                      <a:pt x="781" y="185"/>
                      <a:pt x="796" y="200"/>
                      <a:pt x="813" y="211"/>
                    </a:cubicBezTo>
                    <a:lnTo>
                      <a:pt x="813" y="211"/>
                    </a:lnTo>
                    <a:cubicBezTo>
                      <a:pt x="803" y="208"/>
                      <a:pt x="793" y="207"/>
                      <a:pt x="783" y="207"/>
                    </a:cubicBezTo>
                    <a:cubicBezTo>
                      <a:pt x="769" y="207"/>
                      <a:pt x="756" y="210"/>
                      <a:pt x="743" y="216"/>
                    </a:cubicBezTo>
                    <a:lnTo>
                      <a:pt x="785" y="307"/>
                    </a:lnTo>
                    <a:lnTo>
                      <a:pt x="729" y="290"/>
                    </a:lnTo>
                    <a:lnTo>
                      <a:pt x="729" y="290"/>
                    </a:lnTo>
                    <a:cubicBezTo>
                      <a:pt x="728" y="295"/>
                      <a:pt x="728" y="301"/>
                      <a:pt x="728" y="306"/>
                    </a:cubicBezTo>
                    <a:cubicBezTo>
                      <a:pt x="728" y="311"/>
                      <a:pt x="728" y="317"/>
                      <a:pt x="729" y="322"/>
                    </a:cubicBezTo>
                    <a:cubicBezTo>
                      <a:pt x="711" y="300"/>
                      <a:pt x="680" y="319"/>
                      <a:pt x="656" y="329"/>
                    </a:cubicBezTo>
                    <a:cubicBezTo>
                      <a:pt x="631" y="340"/>
                      <a:pt x="593" y="321"/>
                      <a:pt x="604" y="291"/>
                    </a:cubicBezTo>
                    <a:lnTo>
                      <a:pt x="571" y="314"/>
                    </a:lnTo>
                    <a:lnTo>
                      <a:pt x="571" y="314"/>
                    </a:lnTo>
                    <a:cubicBezTo>
                      <a:pt x="561" y="283"/>
                      <a:pt x="556" y="250"/>
                      <a:pt x="556" y="217"/>
                    </a:cubicBezTo>
                    <a:cubicBezTo>
                      <a:pt x="556" y="203"/>
                      <a:pt x="557" y="188"/>
                      <a:pt x="559" y="174"/>
                    </a:cubicBezTo>
                    <a:lnTo>
                      <a:pt x="559" y="174"/>
                    </a:lnTo>
                    <a:cubicBezTo>
                      <a:pt x="556" y="180"/>
                      <a:pt x="553" y="186"/>
                      <a:pt x="550" y="192"/>
                    </a:cubicBezTo>
                    <a:cubicBezTo>
                      <a:pt x="540" y="208"/>
                      <a:pt x="528" y="223"/>
                      <a:pt x="513" y="234"/>
                    </a:cubicBezTo>
                    <a:lnTo>
                      <a:pt x="513" y="234"/>
                    </a:lnTo>
                    <a:cubicBezTo>
                      <a:pt x="504" y="200"/>
                      <a:pt x="489" y="167"/>
                      <a:pt x="472" y="136"/>
                    </a:cubicBezTo>
                    <a:cubicBezTo>
                      <a:pt x="461" y="117"/>
                      <a:pt x="450" y="100"/>
                      <a:pt x="436" y="83"/>
                    </a:cubicBezTo>
                    <a:lnTo>
                      <a:pt x="436" y="83"/>
                    </a:lnTo>
                    <a:cubicBezTo>
                      <a:pt x="434" y="86"/>
                      <a:pt x="432" y="88"/>
                      <a:pt x="431" y="91"/>
                    </a:cubicBezTo>
                    <a:cubicBezTo>
                      <a:pt x="425" y="101"/>
                      <a:pt x="422" y="111"/>
                      <a:pt x="422" y="122"/>
                    </a:cubicBezTo>
                    <a:cubicBezTo>
                      <a:pt x="422" y="133"/>
                      <a:pt x="425" y="144"/>
                      <a:pt x="430" y="153"/>
                    </a:cubicBezTo>
                    <a:lnTo>
                      <a:pt x="430" y="153"/>
                    </a:lnTo>
                    <a:cubicBezTo>
                      <a:pt x="425" y="148"/>
                      <a:pt x="418" y="144"/>
                      <a:pt x="412" y="140"/>
                    </a:cubicBezTo>
                    <a:cubicBezTo>
                      <a:pt x="396" y="131"/>
                      <a:pt x="378" y="125"/>
                      <a:pt x="359" y="124"/>
                    </a:cubicBezTo>
                    <a:lnTo>
                      <a:pt x="359" y="124"/>
                    </a:lnTo>
                    <a:cubicBezTo>
                      <a:pt x="360" y="147"/>
                      <a:pt x="366" y="169"/>
                      <a:pt x="378" y="189"/>
                    </a:cubicBezTo>
                    <a:cubicBezTo>
                      <a:pt x="381" y="194"/>
                      <a:pt x="383" y="198"/>
                      <a:pt x="386" y="202"/>
                    </a:cubicBezTo>
                    <a:lnTo>
                      <a:pt x="386" y="202"/>
                    </a:lnTo>
                    <a:cubicBezTo>
                      <a:pt x="373" y="197"/>
                      <a:pt x="359" y="194"/>
                      <a:pt x="345" y="194"/>
                    </a:cubicBezTo>
                    <a:cubicBezTo>
                      <a:pt x="333" y="194"/>
                      <a:pt x="320" y="196"/>
                      <a:pt x="309" y="200"/>
                    </a:cubicBezTo>
                    <a:lnTo>
                      <a:pt x="309" y="200"/>
                    </a:lnTo>
                    <a:cubicBezTo>
                      <a:pt x="313" y="214"/>
                      <a:pt x="318" y="227"/>
                      <a:pt x="326" y="240"/>
                    </a:cubicBezTo>
                    <a:cubicBezTo>
                      <a:pt x="333" y="253"/>
                      <a:pt x="343" y="265"/>
                      <a:pt x="353" y="276"/>
                    </a:cubicBezTo>
                    <a:lnTo>
                      <a:pt x="268" y="269"/>
                    </a:lnTo>
                    <a:lnTo>
                      <a:pt x="268" y="269"/>
                    </a:lnTo>
                    <a:cubicBezTo>
                      <a:pt x="276" y="283"/>
                      <a:pt x="280" y="300"/>
                      <a:pt x="280" y="317"/>
                    </a:cubicBezTo>
                    <a:cubicBezTo>
                      <a:pt x="280" y="325"/>
                      <a:pt x="279" y="333"/>
                      <a:pt x="277" y="342"/>
                    </a:cubicBezTo>
                    <a:lnTo>
                      <a:pt x="198" y="254"/>
                    </a:lnTo>
                    <a:lnTo>
                      <a:pt x="198" y="254"/>
                    </a:lnTo>
                    <a:cubicBezTo>
                      <a:pt x="200" y="267"/>
                      <a:pt x="201" y="280"/>
                      <a:pt x="201" y="292"/>
                    </a:cubicBezTo>
                    <a:cubicBezTo>
                      <a:pt x="201" y="307"/>
                      <a:pt x="199" y="322"/>
                      <a:pt x="197" y="337"/>
                    </a:cubicBezTo>
                    <a:lnTo>
                      <a:pt x="197" y="337"/>
                    </a:lnTo>
                    <a:cubicBezTo>
                      <a:pt x="196" y="336"/>
                      <a:pt x="196" y="335"/>
                      <a:pt x="195" y="334"/>
                    </a:cubicBezTo>
                    <a:cubicBezTo>
                      <a:pt x="180" y="308"/>
                      <a:pt x="161" y="285"/>
                      <a:pt x="138" y="266"/>
                    </a:cubicBezTo>
                    <a:lnTo>
                      <a:pt x="138" y="266"/>
                    </a:lnTo>
                    <a:cubicBezTo>
                      <a:pt x="137" y="273"/>
                      <a:pt x="136" y="280"/>
                      <a:pt x="136" y="287"/>
                    </a:cubicBezTo>
                    <a:cubicBezTo>
                      <a:pt x="136" y="306"/>
                      <a:pt x="141" y="325"/>
                      <a:pt x="151" y="342"/>
                    </a:cubicBezTo>
                    <a:cubicBezTo>
                      <a:pt x="152" y="345"/>
                      <a:pt x="154" y="347"/>
                      <a:pt x="156" y="349"/>
                    </a:cubicBezTo>
                    <a:cubicBezTo>
                      <a:pt x="157" y="352"/>
                      <a:pt x="10" y="340"/>
                      <a:pt x="0" y="340"/>
                    </a:cubicBezTo>
                    <a:lnTo>
                      <a:pt x="0" y="556"/>
                    </a:lnTo>
                    <a:lnTo>
                      <a:pt x="3025" y="556"/>
                    </a:lnTo>
                    <a:lnTo>
                      <a:pt x="3025" y="55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9"/>
              <p:cNvSpPr/>
              <p:nvPr/>
            </p:nvSpPr>
            <p:spPr>
              <a:xfrm>
                <a:off x="7886170" y="4972121"/>
                <a:ext cx="1257826" cy="177200"/>
              </a:xfrm>
              <a:custGeom>
                <a:avLst/>
                <a:gdLst/>
                <a:ahLst/>
                <a:cxnLst/>
                <a:rect l="l" t="t" r="r" b="b"/>
                <a:pathLst>
                  <a:path w="4117" h="580" extrusionOk="0">
                    <a:moveTo>
                      <a:pt x="4117" y="572"/>
                    </a:moveTo>
                    <a:lnTo>
                      <a:pt x="144" y="572"/>
                    </a:lnTo>
                    <a:cubicBezTo>
                      <a:pt x="107" y="572"/>
                      <a:pt x="33" y="589"/>
                      <a:pt x="0" y="572"/>
                    </a:cubicBezTo>
                    <a:lnTo>
                      <a:pt x="29" y="560"/>
                    </a:lnTo>
                    <a:lnTo>
                      <a:pt x="29" y="560"/>
                    </a:lnTo>
                    <a:cubicBezTo>
                      <a:pt x="26" y="556"/>
                      <a:pt x="24" y="552"/>
                      <a:pt x="21" y="548"/>
                    </a:cubicBezTo>
                    <a:cubicBezTo>
                      <a:pt x="18" y="541"/>
                      <a:pt x="14" y="534"/>
                      <a:pt x="12" y="527"/>
                    </a:cubicBezTo>
                    <a:cubicBezTo>
                      <a:pt x="43" y="513"/>
                      <a:pt x="80" y="548"/>
                      <a:pt x="110" y="534"/>
                    </a:cubicBezTo>
                    <a:lnTo>
                      <a:pt x="110" y="534"/>
                    </a:lnTo>
                    <a:cubicBezTo>
                      <a:pt x="120" y="528"/>
                      <a:pt x="128" y="520"/>
                      <a:pt x="134" y="510"/>
                    </a:cubicBezTo>
                    <a:cubicBezTo>
                      <a:pt x="148" y="491"/>
                      <a:pt x="163" y="468"/>
                      <a:pt x="158" y="444"/>
                    </a:cubicBezTo>
                    <a:cubicBezTo>
                      <a:pt x="156" y="433"/>
                      <a:pt x="149" y="422"/>
                      <a:pt x="146" y="411"/>
                    </a:cubicBezTo>
                    <a:lnTo>
                      <a:pt x="146" y="411"/>
                    </a:lnTo>
                    <a:cubicBezTo>
                      <a:pt x="144" y="408"/>
                      <a:pt x="144" y="404"/>
                      <a:pt x="144" y="401"/>
                    </a:cubicBezTo>
                    <a:cubicBezTo>
                      <a:pt x="144" y="396"/>
                      <a:pt x="145" y="392"/>
                      <a:pt x="147" y="388"/>
                    </a:cubicBezTo>
                    <a:cubicBezTo>
                      <a:pt x="149" y="384"/>
                      <a:pt x="152" y="382"/>
                      <a:pt x="155" y="379"/>
                    </a:cubicBezTo>
                    <a:lnTo>
                      <a:pt x="155" y="379"/>
                    </a:lnTo>
                    <a:cubicBezTo>
                      <a:pt x="159" y="378"/>
                      <a:pt x="163" y="377"/>
                      <a:pt x="167" y="377"/>
                    </a:cubicBezTo>
                    <a:cubicBezTo>
                      <a:pt x="168" y="377"/>
                      <a:pt x="170" y="377"/>
                      <a:pt x="172" y="378"/>
                    </a:cubicBezTo>
                    <a:lnTo>
                      <a:pt x="283" y="384"/>
                    </a:lnTo>
                    <a:lnTo>
                      <a:pt x="240" y="316"/>
                    </a:lnTo>
                    <a:lnTo>
                      <a:pt x="240" y="316"/>
                    </a:lnTo>
                    <a:cubicBezTo>
                      <a:pt x="239" y="315"/>
                      <a:pt x="239" y="314"/>
                      <a:pt x="238" y="313"/>
                    </a:cubicBezTo>
                    <a:cubicBezTo>
                      <a:pt x="236" y="309"/>
                      <a:pt x="235" y="305"/>
                      <a:pt x="234" y="301"/>
                    </a:cubicBezTo>
                    <a:cubicBezTo>
                      <a:pt x="234" y="284"/>
                      <a:pt x="259" y="282"/>
                      <a:pt x="276" y="286"/>
                    </a:cubicBezTo>
                    <a:cubicBezTo>
                      <a:pt x="338" y="302"/>
                      <a:pt x="449" y="353"/>
                      <a:pt x="510" y="338"/>
                    </a:cubicBezTo>
                    <a:lnTo>
                      <a:pt x="510" y="338"/>
                    </a:lnTo>
                    <a:cubicBezTo>
                      <a:pt x="493" y="311"/>
                      <a:pt x="473" y="286"/>
                      <a:pt x="451" y="264"/>
                    </a:cubicBezTo>
                    <a:lnTo>
                      <a:pt x="569" y="314"/>
                    </a:lnTo>
                    <a:lnTo>
                      <a:pt x="569" y="314"/>
                    </a:lnTo>
                    <a:cubicBezTo>
                      <a:pt x="556" y="291"/>
                      <a:pt x="550" y="265"/>
                      <a:pt x="550" y="239"/>
                    </a:cubicBezTo>
                    <a:cubicBezTo>
                      <a:pt x="550" y="219"/>
                      <a:pt x="554" y="199"/>
                      <a:pt x="561" y="181"/>
                    </a:cubicBezTo>
                    <a:lnTo>
                      <a:pt x="561" y="181"/>
                    </a:lnTo>
                    <a:cubicBezTo>
                      <a:pt x="583" y="197"/>
                      <a:pt x="601" y="217"/>
                      <a:pt x="615" y="241"/>
                    </a:cubicBezTo>
                    <a:cubicBezTo>
                      <a:pt x="615" y="242"/>
                      <a:pt x="616" y="243"/>
                      <a:pt x="616" y="243"/>
                    </a:cubicBezTo>
                    <a:lnTo>
                      <a:pt x="616" y="243"/>
                    </a:lnTo>
                    <a:cubicBezTo>
                      <a:pt x="617" y="215"/>
                      <a:pt x="626" y="188"/>
                      <a:pt x="639" y="163"/>
                    </a:cubicBezTo>
                    <a:cubicBezTo>
                      <a:pt x="646" y="152"/>
                      <a:pt x="653" y="142"/>
                      <a:pt x="661" y="133"/>
                    </a:cubicBezTo>
                    <a:lnTo>
                      <a:pt x="661" y="133"/>
                    </a:lnTo>
                    <a:cubicBezTo>
                      <a:pt x="665" y="128"/>
                      <a:pt x="671" y="123"/>
                      <a:pt x="676" y="120"/>
                    </a:cubicBezTo>
                    <a:cubicBezTo>
                      <a:pt x="680" y="118"/>
                      <a:pt x="683" y="116"/>
                      <a:pt x="686" y="115"/>
                    </a:cubicBezTo>
                    <a:cubicBezTo>
                      <a:pt x="710" y="110"/>
                      <a:pt x="730" y="136"/>
                      <a:pt x="729" y="160"/>
                    </a:cubicBezTo>
                    <a:lnTo>
                      <a:pt x="729" y="160"/>
                    </a:lnTo>
                    <a:cubicBezTo>
                      <a:pt x="726" y="174"/>
                      <a:pt x="721" y="188"/>
                      <a:pt x="714" y="200"/>
                    </a:cubicBezTo>
                    <a:cubicBezTo>
                      <a:pt x="710" y="208"/>
                      <a:pt x="704" y="216"/>
                      <a:pt x="697" y="223"/>
                    </a:cubicBezTo>
                    <a:lnTo>
                      <a:pt x="697" y="223"/>
                    </a:lnTo>
                    <a:cubicBezTo>
                      <a:pt x="698" y="223"/>
                      <a:pt x="699" y="223"/>
                      <a:pt x="699" y="222"/>
                    </a:cubicBezTo>
                    <a:cubicBezTo>
                      <a:pt x="711" y="215"/>
                      <a:pt x="723" y="212"/>
                      <a:pt x="736" y="212"/>
                    </a:cubicBezTo>
                    <a:cubicBezTo>
                      <a:pt x="740" y="212"/>
                      <a:pt x="745" y="212"/>
                      <a:pt x="749" y="213"/>
                    </a:cubicBezTo>
                    <a:lnTo>
                      <a:pt x="749" y="213"/>
                    </a:lnTo>
                    <a:cubicBezTo>
                      <a:pt x="744" y="225"/>
                      <a:pt x="742" y="238"/>
                      <a:pt x="742" y="251"/>
                    </a:cubicBezTo>
                    <a:cubicBezTo>
                      <a:pt x="742" y="270"/>
                      <a:pt x="748" y="289"/>
                      <a:pt x="757" y="306"/>
                    </a:cubicBezTo>
                    <a:cubicBezTo>
                      <a:pt x="765" y="320"/>
                      <a:pt x="775" y="331"/>
                      <a:pt x="787" y="340"/>
                    </a:cubicBezTo>
                    <a:lnTo>
                      <a:pt x="827" y="261"/>
                    </a:lnTo>
                    <a:lnTo>
                      <a:pt x="868" y="323"/>
                    </a:lnTo>
                    <a:lnTo>
                      <a:pt x="868" y="323"/>
                    </a:lnTo>
                    <a:cubicBezTo>
                      <a:pt x="869" y="308"/>
                      <a:pt x="874" y="294"/>
                      <a:pt x="881" y="281"/>
                    </a:cubicBezTo>
                    <a:cubicBezTo>
                      <a:pt x="889" y="268"/>
                      <a:pt x="899" y="256"/>
                      <a:pt x="912" y="248"/>
                    </a:cubicBezTo>
                    <a:lnTo>
                      <a:pt x="912" y="248"/>
                    </a:lnTo>
                    <a:cubicBezTo>
                      <a:pt x="921" y="265"/>
                      <a:pt x="926" y="284"/>
                      <a:pt x="926" y="304"/>
                    </a:cubicBezTo>
                    <a:cubicBezTo>
                      <a:pt x="926" y="310"/>
                      <a:pt x="925" y="316"/>
                      <a:pt x="924" y="322"/>
                    </a:cubicBezTo>
                    <a:lnTo>
                      <a:pt x="924" y="322"/>
                    </a:lnTo>
                    <a:cubicBezTo>
                      <a:pt x="929" y="315"/>
                      <a:pt x="936" y="309"/>
                      <a:pt x="944" y="304"/>
                    </a:cubicBezTo>
                    <a:cubicBezTo>
                      <a:pt x="953" y="299"/>
                      <a:pt x="964" y="296"/>
                      <a:pt x="975" y="296"/>
                    </a:cubicBezTo>
                    <a:cubicBezTo>
                      <a:pt x="980" y="296"/>
                      <a:pt x="985" y="297"/>
                      <a:pt x="989" y="298"/>
                    </a:cubicBezTo>
                    <a:cubicBezTo>
                      <a:pt x="1013" y="305"/>
                      <a:pt x="1026" y="339"/>
                      <a:pt x="1008" y="357"/>
                    </a:cubicBezTo>
                    <a:lnTo>
                      <a:pt x="1008" y="357"/>
                    </a:lnTo>
                    <a:cubicBezTo>
                      <a:pt x="1012" y="357"/>
                      <a:pt x="1015" y="357"/>
                      <a:pt x="1019" y="357"/>
                    </a:cubicBezTo>
                    <a:cubicBezTo>
                      <a:pt x="1035" y="357"/>
                      <a:pt x="1051" y="353"/>
                      <a:pt x="1064" y="345"/>
                    </a:cubicBezTo>
                    <a:cubicBezTo>
                      <a:pt x="1078" y="337"/>
                      <a:pt x="1090" y="326"/>
                      <a:pt x="1098" y="312"/>
                    </a:cubicBezTo>
                    <a:cubicBezTo>
                      <a:pt x="1100" y="309"/>
                      <a:pt x="1101" y="306"/>
                      <a:pt x="1102" y="302"/>
                    </a:cubicBezTo>
                    <a:lnTo>
                      <a:pt x="1102" y="302"/>
                    </a:lnTo>
                    <a:cubicBezTo>
                      <a:pt x="1103" y="303"/>
                      <a:pt x="1103" y="303"/>
                      <a:pt x="1103" y="304"/>
                    </a:cubicBezTo>
                    <a:cubicBezTo>
                      <a:pt x="1110" y="315"/>
                      <a:pt x="1120" y="325"/>
                      <a:pt x="1131" y="331"/>
                    </a:cubicBezTo>
                    <a:cubicBezTo>
                      <a:pt x="1143" y="338"/>
                      <a:pt x="1156" y="341"/>
                      <a:pt x="1169" y="341"/>
                    </a:cubicBezTo>
                    <a:cubicBezTo>
                      <a:pt x="1183" y="341"/>
                      <a:pt x="1195" y="337"/>
                      <a:pt x="1206" y="331"/>
                    </a:cubicBezTo>
                    <a:cubicBezTo>
                      <a:pt x="1213" y="327"/>
                      <a:pt x="1219" y="323"/>
                      <a:pt x="1224" y="318"/>
                    </a:cubicBezTo>
                    <a:lnTo>
                      <a:pt x="1284" y="348"/>
                    </a:lnTo>
                    <a:lnTo>
                      <a:pt x="1300" y="245"/>
                    </a:lnTo>
                    <a:lnTo>
                      <a:pt x="1325" y="305"/>
                    </a:lnTo>
                    <a:cubicBezTo>
                      <a:pt x="1343" y="281"/>
                      <a:pt x="1350" y="252"/>
                      <a:pt x="1364" y="226"/>
                    </a:cubicBezTo>
                    <a:cubicBezTo>
                      <a:pt x="1378" y="200"/>
                      <a:pt x="1405" y="177"/>
                      <a:pt x="1433" y="182"/>
                    </a:cubicBezTo>
                    <a:cubicBezTo>
                      <a:pt x="1462" y="187"/>
                      <a:pt x="1475" y="235"/>
                      <a:pt x="1448" y="245"/>
                    </a:cubicBezTo>
                    <a:lnTo>
                      <a:pt x="1448" y="245"/>
                    </a:lnTo>
                    <a:cubicBezTo>
                      <a:pt x="1451" y="243"/>
                      <a:pt x="1455" y="241"/>
                      <a:pt x="1458" y="239"/>
                    </a:cubicBezTo>
                    <a:cubicBezTo>
                      <a:pt x="1480" y="227"/>
                      <a:pt x="1504" y="220"/>
                      <a:pt x="1529" y="220"/>
                    </a:cubicBezTo>
                    <a:cubicBezTo>
                      <a:pt x="1540" y="220"/>
                      <a:pt x="1551" y="222"/>
                      <a:pt x="1561" y="224"/>
                    </a:cubicBezTo>
                    <a:lnTo>
                      <a:pt x="1536" y="321"/>
                    </a:lnTo>
                    <a:lnTo>
                      <a:pt x="1536" y="321"/>
                    </a:lnTo>
                    <a:cubicBezTo>
                      <a:pt x="1583" y="303"/>
                      <a:pt x="1631" y="288"/>
                      <a:pt x="1679" y="276"/>
                    </a:cubicBezTo>
                    <a:lnTo>
                      <a:pt x="1732" y="139"/>
                    </a:lnTo>
                    <a:lnTo>
                      <a:pt x="1732" y="139"/>
                    </a:lnTo>
                    <a:cubicBezTo>
                      <a:pt x="1743" y="174"/>
                      <a:pt x="1751" y="209"/>
                      <a:pt x="1756" y="245"/>
                    </a:cubicBezTo>
                    <a:cubicBezTo>
                      <a:pt x="1784" y="227"/>
                      <a:pt x="1789" y="184"/>
                      <a:pt x="1818" y="169"/>
                    </a:cubicBezTo>
                    <a:lnTo>
                      <a:pt x="1818" y="169"/>
                    </a:lnTo>
                    <a:cubicBezTo>
                      <a:pt x="1825" y="166"/>
                      <a:pt x="1832" y="164"/>
                      <a:pt x="1839" y="164"/>
                    </a:cubicBezTo>
                    <a:cubicBezTo>
                      <a:pt x="1846" y="164"/>
                      <a:pt x="1854" y="166"/>
                      <a:pt x="1860" y="170"/>
                    </a:cubicBezTo>
                    <a:cubicBezTo>
                      <a:pt x="1867" y="174"/>
                      <a:pt x="1872" y="180"/>
                      <a:pt x="1876" y="186"/>
                    </a:cubicBezTo>
                    <a:cubicBezTo>
                      <a:pt x="1880" y="193"/>
                      <a:pt x="1882" y="200"/>
                      <a:pt x="1882" y="207"/>
                    </a:cubicBezTo>
                    <a:cubicBezTo>
                      <a:pt x="1882" y="215"/>
                      <a:pt x="1880" y="222"/>
                      <a:pt x="1876" y="229"/>
                    </a:cubicBezTo>
                    <a:cubicBezTo>
                      <a:pt x="1872" y="236"/>
                      <a:pt x="1867" y="241"/>
                      <a:pt x="1860" y="245"/>
                    </a:cubicBezTo>
                    <a:cubicBezTo>
                      <a:pt x="1857" y="247"/>
                      <a:pt x="1853" y="248"/>
                      <a:pt x="1850" y="249"/>
                    </a:cubicBezTo>
                    <a:lnTo>
                      <a:pt x="1850" y="249"/>
                    </a:lnTo>
                    <a:cubicBezTo>
                      <a:pt x="1853" y="244"/>
                      <a:pt x="1858" y="239"/>
                      <a:pt x="1863" y="236"/>
                    </a:cubicBezTo>
                    <a:cubicBezTo>
                      <a:pt x="1869" y="233"/>
                      <a:pt x="1876" y="231"/>
                      <a:pt x="1882" y="231"/>
                    </a:cubicBezTo>
                    <a:cubicBezTo>
                      <a:pt x="1889" y="231"/>
                      <a:pt x="1896" y="233"/>
                      <a:pt x="1901" y="236"/>
                    </a:cubicBezTo>
                    <a:cubicBezTo>
                      <a:pt x="1907" y="239"/>
                      <a:pt x="1911" y="245"/>
                      <a:pt x="1914" y="250"/>
                    </a:cubicBezTo>
                    <a:cubicBezTo>
                      <a:pt x="1918" y="256"/>
                      <a:pt x="1919" y="262"/>
                      <a:pt x="1919" y="268"/>
                    </a:cubicBezTo>
                    <a:cubicBezTo>
                      <a:pt x="1919" y="275"/>
                      <a:pt x="1918" y="281"/>
                      <a:pt x="1914" y="287"/>
                    </a:cubicBezTo>
                    <a:cubicBezTo>
                      <a:pt x="1911" y="293"/>
                      <a:pt x="1907" y="298"/>
                      <a:pt x="1901" y="301"/>
                    </a:cubicBezTo>
                    <a:cubicBezTo>
                      <a:pt x="1901" y="301"/>
                      <a:pt x="1900" y="301"/>
                      <a:pt x="1899" y="302"/>
                    </a:cubicBezTo>
                    <a:lnTo>
                      <a:pt x="1899" y="302"/>
                    </a:lnTo>
                    <a:cubicBezTo>
                      <a:pt x="1906" y="298"/>
                      <a:pt x="1913" y="296"/>
                      <a:pt x="1921" y="296"/>
                    </a:cubicBezTo>
                    <a:cubicBezTo>
                      <a:pt x="1929" y="296"/>
                      <a:pt x="1937" y="298"/>
                      <a:pt x="1944" y="302"/>
                    </a:cubicBezTo>
                    <a:cubicBezTo>
                      <a:pt x="1951" y="306"/>
                      <a:pt x="1957" y="312"/>
                      <a:pt x="1961" y="319"/>
                    </a:cubicBezTo>
                    <a:cubicBezTo>
                      <a:pt x="1965" y="326"/>
                      <a:pt x="1967" y="333"/>
                      <a:pt x="1967" y="340"/>
                    </a:cubicBezTo>
                    <a:lnTo>
                      <a:pt x="1967" y="340"/>
                    </a:lnTo>
                    <a:cubicBezTo>
                      <a:pt x="1969" y="338"/>
                      <a:pt x="1972" y="337"/>
                      <a:pt x="1974" y="336"/>
                    </a:cubicBezTo>
                    <a:cubicBezTo>
                      <a:pt x="1987" y="328"/>
                      <a:pt x="2002" y="323"/>
                      <a:pt x="2017" y="322"/>
                    </a:cubicBezTo>
                    <a:lnTo>
                      <a:pt x="2017" y="322"/>
                    </a:lnTo>
                    <a:lnTo>
                      <a:pt x="2017" y="322"/>
                    </a:lnTo>
                    <a:cubicBezTo>
                      <a:pt x="2023" y="322"/>
                      <a:pt x="2030" y="324"/>
                      <a:pt x="2035" y="327"/>
                    </a:cubicBezTo>
                    <a:cubicBezTo>
                      <a:pt x="2041" y="330"/>
                      <a:pt x="2045" y="334"/>
                      <a:pt x="2048" y="340"/>
                    </a:cubicBezTo>
                    <a:cubicBezTo>
                      <a:pt x="2051" y="344"/>
                      <a:pt x="2052" y="349"/>
                      <a:pt x="2052" y="354"/>
                    </a:cubicBezTo>
                    <a:cubicBezTo>
                      <a:pt x="2107" y="328"/>
                      <a:pt x="2156" y="333"/>
                      <a:pt x="2213" y="341"/>
                    </a:cubicBezTo>
                    <a:cubicBezTo>
                      <a:pt x="2239" y="345"/>
                      <a:pt x="2404" y="385"/>
                      <a:pt x="2353" y="326"/>
                    </a:cubicBezTo>
                    <a:cubicBezTo>
                      <a:pt x="2431" y="343"/>
                      <a:pt x="2498" y="304"/>
                      <a:pt x="2444" y="224"/>
                    </a:cubicBezTo>
                    <a:cubicBezTo>
                      <a:pt x="2467" y="252"/>
                      <a:pt x="2491" y="280"/>
                      <a:pt x="2514" y="308"/>
                    </a:cubicBezTo>
                    <a:lnTo>
                      <a:pt x="2514" y="308"/>
                    </a:lnTo>
                    <a:cubicBezTo>
                      <a:pt x="2503" y="271"/>
                      <a:pt x="2498" y="232"/>
                      <a:pt x="2496" y="194"/>
                    </a:cubicBezTo>
                    <a:lnTo>
                      <a:pt x="2496" y="194"/>
                    </a:lnTo>
                    <a:cubicBezTo>
                      <a:pt x="2504" y="196"/>
                      <a:pt x="2513" y="198"/>
                      <a:pt x="2520" y="203"/>
                    </a:cubicBezTo>
                    <a:cubicBezTo>
                      <a:pt x="2535" y="212"/>
                      <a:pt x="2546" y="223"/>
                      <a:pt x="2554" y="237"/>
                    </a:cubicBezTo>
                    <a:lnTo>
                      <a:pt x="2554" y="237"/>
                    </a:lnTo>
                    <a:cubicBezTo>
                      <a:pt x="2553" y="229"/>
                      <a:pt x="2553" y="221"/>
                      <a:pt x="2553" y="213"/>
                    </a:cubicBezTo>
                    <a:cubicBezTo>
                      <a:pt x="2553" y="162"/>
                      <a:pt x="2567" y="112"/>
                      <a:pt x="2592" y="67"/>
                    </a:cubicBezTo>
                    <a:cubicBezTo>
                      <a:pt x="2607" y="42"/>
                      <a:pt x="2625" y="20"/>
                      <a:pt x="2646" y="0"/>
                    </a:cubicBezTo>
                    <a:lnTo>
                      <a:pt x="2646" y="0"/>
                    </a:lnTo>
                    <a:cubicBezTo>
                      <a:pt x="2652" y="16"/>
                      <a:pt x="2656" y="34"/>
                      <a:pt x="2656" y="52"/>
                    </a:cubicBezTo>
                    <a:cubicBezTo>
                      <a:pt x="2656" y="75"/>
                      <a:pt x="2650" y="99"/>
                      <a:pt x="2638" y="119"/>
                    </a:cubicBezTo>
                    <a:lnTo>
                      <a:pt x="2700" y="75"/>
                    </a:lnTo>
                    <a:cubicBezTo>
                      <a:pt x="2708" y="69"/>
                      <a:pt x="2719" y="63"/>
                      <a:pt x="2729" y="66"/>
                    </a:cubicBezTo>
                    <a:cubicBezTo>
                      <a:pt x="2744" y="73"/>
                      <a:pt x="2740" y="96"/>
                      <a:pt x="2731" y="110"/>
                    </a:cubicBezTo>
                    <a:lnTo>
                      <a:pt x="2731" y="110"/>
                    </a:lnTo>
                    <a:cubicBezTo>
                      <a:pt x="2716" y="137"/>
                      <a:pt x="2695" y="160"/>
                      <a:pt x="2670" y="178"/>
                    </a:cubicBezTo>
                    <a:lnTo>
                      <a:pt x="2670" y="178"/>
                    </a:lnTo>
                    <a:cubicBezTo>
                      <a:pt x="2672" y="177"/>
                      <a:pt x="2674" y="175"/>
                      <a:pt x="2677" y="174"/>
                    </a:cubicBezTo>
                    <a:cubicBezTo>
                      <a:pt x="2708" y="156"/>
                      <a:pt x="2743" y="146"/>
                      <a:pt x="2780" y="146"/>
                    </a:cubicBezTo>
                    <a:cubicBezTo>
                      <a:pt x="2783" y="146"/>
                      <a:pt x="2786" y="146"/>
                      <a:pt x="2789" y="147"/>
                    </a:cubicBezTo>
                    <a:lnTo>
                      <a:pt x="2789" y="147"/>
                    </a:lnTo>
                    <a:cubicBezTo>
                      <a:pt x="2785" y="159"/>
                      <a:pt x="2780" y="170"/>
                      <a:pt x="2773" y="181"/>
                    </a:cubicBezTo>
                    <a:cubicBezTo>
                      <a:pt x="2758" y="208"/>
                      <a:pt x="2737" y="231"/>
                      <a:pt x="2712" y="250"/>
                    </a:cubicBezTo>
                    <a:cubicBezTo>
                      <a:pt x="2758" y="241"/>
                      <a:pt x="2781" y="332"/>
                      <a:pt x="2826" y="317"/>
                    </a:cubicBezTo>
                    <a:lnTo>
                      <a:pt x="2826" y="317"/>
                    </a:lnTo>
                    <a:cubicBezTo>
                      <a:pt x="2827" y="317"/>
                      <a:pt x="2828" y="316"/>
                      <a:pt x="2830" y="315"/>
                    </a:cubicBezTo>
                    <a:cubicBezTo>
                      <a:pt x="2838" y="310"/>
                      <a:pt x="2845" y="303"/>
                      <a:pt x="2849" y="295"/>
                    </a:cubicBezTo>
                    <a:cubicBezTo>
                      <a:pt x="2852" y="291"/>
                      <a:pt x="2853" y="288"/>
                      <a:pt x="2854" y="283"/>
                    </a:cubicBezTo>
                    <a:lnTo>
                      <a:pt x="2854" y="283"/>
                    </a:lnTo>
                    <a:cubicBezTo>
                      <a:pt x="2869" y="249"/>
                      <a:pt x="2876" y="212"/>
                      <a:pt x="2876" y="174"/>
                    </a:cubicBezTo>
                    <a:cubicBezTo>
                      <a:pt x="2876" y="169"/>
                      <a:pt x="2876" y="164"/>
                      <a:pt x="2876" y="159"/>
                    </a:cubicBezTo>
                    <a:lnTo>
                      <a:pt x="2876" y="159"/>
                    </a:lnTo>
                    <a:cubicBezTo>
                      <a:pt x="2880" y="181"/>
                      <a:pt x="2889" y="202"/>
                      <a:pt x="2900" y="222"/>
                    </a:cubicBezTo>
                    <a:cubicBezTo>
                      <a:pt x="2906" y="231"/>
                      <a:pt x="2911" y="240"/>
                      <a:pt x="2918" y="249"/>
                    </a:cubicBezTo>
                    <a:lnTo>
                      <a:pt x="2944" y="134"/>
                    </a:lnTo>
                    <a:lnTo>
                      <a:pt x="2944" y="134"/>
                    </a:lnTo>
                    <a:cubicBezTo>
                      <a:pt x="2958" y="160"/>
                      <a:pt x="2966" y="188"/>
                      <a:pt x="2968" y="218"/>
                    </a:cubicBezTo>
                    <a:lnTo>
                      <a:pt x="2968" y="218"/>
                    </a:lnTo>
                    <a:cubicBezTo>
                      <a:pt x="2971" y="208"/>
                      <a:pt x="2976" y="199"/>
                      <a:pt x="2980" y="191"/>
                    </a:cubicBezTo>
                    <a:cubicBezTo>
                      <a:pt x="2994" y="169"/>
                      <a:pt x="3011" y="151"/>
                      <a:pt x="3032" y="139"/>
                    </a:cubicBezTo>
                    <a:cubicBezTo>
                      <a:pt x="3044" y="132"/>
                      <a:pt x="3057" y="127"/>
                      <a:pt x="3071" y="124"/>
                    </a:cubicBezTo>
                    <a:lnTo>
                      <a:pt x="3071" y="124"/>
                    </a:lnTo>
                    <a:cubicBezTo>
                      <a:pt x="3069" y="139"/>
                      <a:pt x="3065" y="153"/>
                      <a:pt x="3056" y="167"/>
                    </a:cubicBezTo>
                    <a:cubicBezTo>
                      <a:pt x="3051" y="176"/>
                      <a:pt x="3044" y="185"/>
                      <a:pt x="3036" y="192"/>
                    </a:cubicBezTo>
                    <a:lnTo>
                      <a:pt x="3036" y="192"/>
                    </a:lnTo>
                    <a:lnTo>
                      <a:pt x="3037" y="192"/>
                    </a:lnTo>
                    <a:cubicBezTo>
                      <a:pt x="3068" y="174"/>
                      <a:pt x="3103" y="165"/>
                      <a:pt x="3138" y="165"/>
                    </a:cubicBezTo>
                    <a:cubicBezTo>
                      <a:pt x="3147" y="165"/>
                      <a:pt x="3156" y="165"/>
                      <a:pt x="3165" y="166"/>
                    </a:cubicBezTo>
                    <a:lnTo>
                      <a:pt x="3165" y="166"/>
                    </a:lnTo>
                    <a:cubicBezTo>
                      <a:pt x="3164" y="168"/>
                      <a:pt x="3163" y="169"/>
                      <a:pt x="3162" y="171"/>
                    </a:cubicBezTo>
                    <a:cubicBezTo>
                      <a:pt x="3150" y="192"/>
                      <a:pt x="3132" y="210"/>
                      <a:pt x="3110" y="223"/>
                    </a:cubicBezTo>
                    <a:cubicBezTo>
                      <a:pt x="3108" y="224"/>
                      <a:pt x="3106" y="225"/>
                      <a:pt x="3103" y="226"/>
                    </a:cubicBezTo>
                    <a:lnTo>
                      <a:pt x="3103" y="226"/>
                    </a:lnTo>
                    <a:cubicBezTo>
                      <a:pt x="3115" y="223"/>
                      <a:pt x="3127" y="222"/>
                      <a:pt x="3140" y="222"/>
                    </a:cubicBezTo>
                    <a:cubicBezTo>
                      <a:pt x="3157" y="222"/>
                      <a:pt x="3174" y="225"/>
                      <a:pt x="3190" y="231"/>
                    </a:cubicBezTo>
                    <a:lnTo>
                      <a:pt x="3137" y="322"/>
                    </a:lnTo>
                    <a:lnTo>
                      <a:pt x="3208" y="305"/>
                    </a:lnTo>
                    <a:lnTo>
                      <a:pt x="3208" y="305"/>
                    </a:lnTo>
                    <a:cubicBezTo>
                      <a:pt x="3208" y="309"/>
                      <a:pt x="3209" y="314"/>
                      <a:pt x="3209" y="319"/>
                    </a:cubicBezTo>
                    <a:cubicBezTo>
                      <a:pt x="3209" y="325"/>
                      <a:pt x="3208" y="331"/>
                      <a:pt x="3206" y="337"/>
                    </a:cubicBezTo>
                    <a:cubicBezTo>
                      <a:pt x="3230" y="315"/>
                      <a:pt x="3268" y="334"/>
                      <a:pt x="3298" y="344"/>
                    </a:cubicBezTo>
                    <a:cubicBezTo>
                      <a:pt x="3329" y="355"/>
                      <a:pt x="3377" y="336"/>
                      <a:pt x="3364" y="306"/>
                    </a:cubicBezTo>
                    <a:lnTo>
                      <a:pt x="3404" y="329"/>
                    </a:lnTo>
                    <a:lnTo>
                      <a:pt x="3404" y="329"/>
                    </a:lnTo>
                    <a:cubicBezTo>
                      <a:pt x="3417" y="298"/>
                      <a:pt x="3423" y="266"/>
                      <a:pt x="3423" y="232"/>
                    </a:cubicBezTo>
                    <a:cubicBezTo>
                      <a:pt x="3423" y="218"/>
                      <a:pt x="3422" y="203"/>
                      <a:pt x="3419" y="189"/>
                    </a:cubicBezTo>
                    <a:lnTo>
                      <a:pt x="3419" y="189"/>
                    </a:lnTo>
                    <a:cubicBezTo>
                      <a:pt x="3420" y="191"/>
                      <a:pt x="3421" y="192"/>
                      <a:pt x="3422" y="194"/>
                    </a:cubicBezTo>
                    <a:cubicBezTo>
                      <a:pt x="3435" y="217"/>
                      <a:pt x="3454" y="236"/>
                      <a:pt x="3477" y="249"/>
                    </a:cubicBezTo>
                    <a:lnTo>
                      <a:pt x="3477" y="249"/>
                    </a:lnTo>
                    <a:cubicBezTo>
                      <a:pt x="3485" y="226"/>
                      <a:pt x="3495" y="203"/>
                      <a:pt x="3507" y="182"/>
                    </a:cubicBezTo>
                    <a:cubicBezTo>
                      <a:pt x="3525" y="151"/>
                      <a:pt x="3547" y="123"/>
                      <a:pt x="3573" y="98"/>
                    </a:cubicBezTo>
                    <a:lnTo>
                      <a:pt x="3573" y="98"/>
                    </a:lnTo>
                    <a:cubicBezTo>
                      <a:pt x="3577" y="102"/>
                      <a:pt x="3580" y="106"/>
                      <a:pt x="3583" y="111"/>
                    </a:cubicBezTo>
                    <a:cubicBezTo>
                      <a:pt x="3588" y="119"/>
                      <a:pt x="3590" y="128"/>
                      <a:pt x="3590" y="137"/>
                    </a:cubicBezTo>
                    <a:cubicBezTo>
                      <a:pt x="3590" y="146"/>
                      <a:pt x="3588" y="155"/>
                      <a:pt x="3583" y="163"/>
                    </a:cubicBezTo>
                    <a:cubicBezTo>
                      <a:pt x="3582" y="165"/>
                      <a:pt x="3581" y="167"/>
                      <a:pt x="3580" y="168"/>
                    </a:cubicBezTo>
                    <a:lnTo>
                      <a:pt x="3580" y="168"/>
                    </a:lnTo>
                    <a:cubicBezTo>
                      <a:pt x="3583" y="166"/>
                      <a:pt x="3586" y="164"/>
                      <a:pt x="3589" y="162"/>
                    </a:cubicBezTo>
                    <a:cubicBezTo>
                      <a:pt x="3614" y="148"/>
                      <a:pt x="3641" y="140"/>
                      <a:pt x="3669" y="139"/>
                    </a:cubicBezTo>
                    <a:lnTo>
                      <a:pt x="3669" y="139"/>
                    </a:lnTo>
                    <a:cubicBezTo>
                      <a:pt x="3668" y="158"/>
                      <a:pt x="3662" y="176"/>
                      <a:pt x="3652" y="193"/>
                    </a:cubicBezTo>
                    <a:cubicBezTo>
                      <a:pt x="3647" y="202"/>
                      <a:pt x="3641" y="210"/>
                      <a:pt x="3634" y="217"/>
                    </a:cubicBezTo>
                    <a:lnTo>
                      <a:pt x="3634" y="217"/>
                    </a:lnTo>
                    <a:cubicBezTo>
                      <a:pt x="3651" y="212"/>
                      <a:pt x="3668" y="209"/>
                      <a:pt x="3686" y="209"/>
                    </a:cubicBezTo>
                    <a:cubicBezTo>
                      <a:pt x="3701" y="209"/>
                      <a:pt x="3716" y="211"/>
                      <a:pt x="3731" y="215"/>
                    </a:cubicBezTo>
                    <a:lnTo>
                      <a:pt x="3731" y="215"/>
                    </a:lnTo>
                    <a:cubicBezTo>
                      <a:pt x="3727" y="224"/>
                      <a:pt x="3724" y="232"/>
                      <a:pt x="3719" y="240"/>
                    </a:cubicBezTo>
                    <a:cubicBezTo>
                      <a:pt x="3709" y="259"/>
                      <a:pt x="3693" y="276"/>
                      <a:pt x="3676" y="291"/>
                    </a:cubicBezTo>
                    <a:lnTo>
                      <a:pt x="3782" y="284"/>
                    </a:lnTo>
                    <a:lnTo>
                      <a:pt x="3782" y="284"/>
                    </a:lnTo>
                    <a:cubicBezTo>
                      <a:pt x="3781" y="286"/>
                      <a:pt x="3780" y="288"/>
                      <a:pt x="3778" y="291"/>
                    </a:cubicBezTo>
                    <a:cubicBezTo>
                      <a:pt x="3772" y="303"/>
                      <a:pt x="3767" y="317"/>
                      <a:pt x="3767" y="331"/>
                    </a:cubicBezTo>
                    <a:cubicBezTo>
                      <a:pt x="3767" y="340"/>
                      <a:pt x="3768" y="348"/>
                      <a:pt x="3771" y="357"/>
                    </a:cubicBezTo>
                    <a:lnTo>
                      <a:pt x="3870" y="269"/>
                    </a:lnTo>
                    <a:lnTo>
                      <a:pt x="3870" y="269"/>
                    </a:lnTo>
                    <a:cubicBezTo>
                      <a:pt x="3867" y="282"/>
                      <a:pt x="3866" y="295"/>
                      <a:pt x="3866" y="308"/>
                    </a:cubicBezTo>
                    <a:cubicBezTo>
                      <a:pt x="3866" y="323"/>
                      <a:pt x="3868" y="338"/>
                      <a:pt x="3871" y="352"/>
                    </a:cubicBezTo>
                    <a:lnTo>
                      <a:pt x="3871" y="352"/>
                    </a:lnTo>
                    <a:cubicBezTo>
                      <a:pt x="3891" y="324"/>
                      <a:pt x="3915" y="300"/>
                      <a:pt x="3944" y="281"/>
                    </a:cubicBezTo>
                    <a:lnTo>
                      <a:pt x="3944" y="281"/>
                    </a:lnTo>
                    <a:cubicBezTo>
                      <a:pt x="3945" y="288"/>
                      <a:pt x="3946" y="294"/>
                      <a:pt x="3946" y="301"/>
                    </a:cubicBezTo>
                    <a:cubicBezTo>
                      <a:pt x="3946" y="318"/>
                      <a:pt x="3942" y="334"/>
                      <a:pt x="3933" y="348"/>
                    </a:cubicBezTo>
                    <a:cubicBezTo>
                      <a:pt x="3930" y="354"/>
                      <a:pt x="3926" y="359"/>
                      <a:pt x="3922" y="364"/>
                    </a:cubicBezTo>
                    <a:cubicBezTo>
                      <a:pt x="3917" y="369"/>
                      <a:pt x="4104" y="355"/>
                      <a:pt x="4116" y="355"/>
                    </a:cubicBezTo>
                    <a:lnTo>
                      <a:pt x="4117" y="57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9"/>
              <p:cNvSpPr/>
              <p:nvPr/>
            </p:nvSpPr>
            <p:spPr>
              <a:xfrm>
                <a:off x="4095818" y="4846250"/>
                <a:ext cx="952365" cy="325975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472" extrusionOk="0">
                    <a:moveTo>
                      <a:pt x="445" y="472"/>
                    </a:moveTo>
                    <a:cubicBezTo>
                      <a:pt x="508" y="472"/>
                      <a:pt x="572" y="471"/>
                      <a:pt x="635" y="465"/>
                    </a:cubicBezTo>
                    <a:cubicBezTo>
                      <a:pt x="699" y="459"/>
                      <a:pt x="755" y="468"/>
                      <a:pt x="815" y="462"/>
                    </a:cubicBezTo>
                    <a:lnTo>
                      <a:pt x="815" y="462"/>
                    </a:lnTo>
                    <a:cubicBezTo>
                      <a:pt x="856" y="459"/>
                      <a:pt x="898" y="457"/>
                      <a:pt x="940" y="457"/>
                    </a:cubicBezTo>
                    <a:cubicBezTo>
                      <a:pt x="988" y="457"/>
                      <a:pt x="1035" y="459"/>
                      <a:pt x="1083" y="463"/>
                    </a:cubicBezTo>
                    <a:lnTo>
                      <a:pt x="1083" y="463"/>
                    </a:lnTo>
                    <a:cubicBezTo>
                      <a:pt x="1113" y="465"/>
                      <a:pt x="1143" y="466"/>
                      <a:pt x="1174" y="466"/>
                    </a:cubicBezTo>
                    <a:cubicBezTo>
                      <a:pt x="1218" y="466"/>
                      <a:pt x="1263" y="464"/>
                      <a:pt x="1307" y="460"/>
                    </a:cubicBezTo>
                    <a:cubicBezTo>
                      <a:pt x="1312" y="460"/>
                      <a:pt x="1319" y="458"/>
                      <a:pt x="1320" y="453"/>
                    </a:cubicBezTo>
                    <a:cubicBezTo>
                      <a:pt x="1322" y="448"/>
                      <a:pt x="1316" y="443"/>
                      <a:pt x="1311" y="441"/>
                    </a:cubicBezTo>
                    <a:lnTo>
                      <a:pt x="1311" y="441"/>
                    </a:lnTo>
                    <a:cubicBezTo>
                      <a:pt x="1306" y="440"/>
                      <a:pt x="1301" y="438"/>
                      <a:pt x="1296" y="435"/>
                    </a:cubicBezTo>
                    <a:lnTo>
                      <a:pt x="1295" y="435"/>
                    </a:lnTo>
                    <a:cubicBezTo>
                      <a:pt x="1318" y="430"/>
                      <a:pt x="1341" y="424"/>
                      <a:pt x="1364" y="417"/>
                    </a:cubicBezTo>
                    <a:cubicBezTo>
                      <a:pt x="1371" y="415"/>
                      <a:pt x="1382" y="409"/>
                      <a:pt x="1378" y="401"/>
                    </a:cubicBezTo>
                    <a:cubicBezTo>
                      <a:pt x="1375" y="393"/>
                      <a:pt x="1371" y="395"/>
                      <a:pt x="1366" y="394"/>
                    </a:cubicBezTo>
                    <a:lnTo>
                      <a:pt x="1366" y="394"/>
                    </a:lnTo>
                    <a:cubicBezTo>
                      <a:pt x="1354" y="391"/>
                      <a:pt x="1341" y="390"/>
                      <a:pt x="1329" y="390"/>
                    </a:cubicBezTo>
                    <a:cubicBezTo>
                      <a:pt x="1312" y="390"/>
                      <a:pt x="1295" y="392"/>
                      <a:pt x="1278" y="397"/>
                    </a:cubicBezTo>
                    <a:lnTo>
                      <a:pt x="1278" y="397"/>
                    </a:lnTo>
                    <a:cubicBezTo>
                      <a:pt x="1285" y="394"/>
                      <a:pt x="1293" y="391"/>
                      <a:pt x="1298" y="387"/>
                    </a:cubicBezTo>
                    <a:cubicBezTo>
                      <a:pt x="1314" y="379"/>
                      <a:pt x="1328" y="367"/>
                      <a:pt x="1342" y="355"/>
                    </a:cubicBezTo>
                    <a:cubicBezTo>
                      <a:pt x="1310" y="367"/>
                      <a:pt x="1279" y="378"/>
                      <a:pt x="1247" y="390"/>
                    </a:cubicBezTo>
                    <a:lnTo>
                      <a:pt x="1247" y="390"/>
                    </a:lnTo>
                    <a:cubicBezTo>
                      <a:pt x="1238" y="393"/>
                      <a:pt x="1228" y="395"/>
                      <a:pt x="1218" y="395"/>
                    </a:cubicBezTo>
                    <a:cubicBezTo>
                      <a:pt x="1216" y="395"/>
                      <a:pt x="1214" y="395"/>
                      <a:pt x="1212" y="395"/>
                    </a:cubicBezTo>
                    <a:cubicBezTo>
                      <a:pt x="1256" y="370"/>
                      <a:pt x="1291" y="355"/>
                      <a:pt x="1318" y="310"/>
                    </a:cubicBezTo>
                    <a:lnTo>
                      <a:pt x="1318" y="310"/>
                    </a:lnTo>
                    <a:cubicBezTo>
                      <a:pt x="1310" y="309"/>
                      <a:pt x="1302" y="309"/>
                      <a:pt x="1294" y="309"/>
                    </a:cubicBezTo>
                    <a:cubicBezTo>
                      <a:pt x="1259" y="309"/>
                      <a:pt x="1224" y="316"/>
                      <a:pt x="1192" y="329"/>
                    </a:cubicBezTo>
                    <a:lnTo>
                      <a:pt x="1192" y="329"/>
                    </a:lnTo>
                    <a:cubicBezTo>
                      <a:pt x="1223" y="309"/>
                      <a:pt x="1250" y="285"/>
                      <a:pt x="1273" y="256"/>
                    </a:cubicBezTo>
                    <a:cubicBezTo>
                      <a:pt x="1280" y="248"/>
                      <a:pt x="1286" y="236"/>
                      <a:pt x="1279" y="228"/>
                    </a:cubicBezTo>
                    <a:lnTo>
                      <a:pt x="1279" y="228"/>
                    </a:lnTo>
                    <a:cubicBezTo>
                      <a:pt x="1278" y="227"/>
                      <a:pt x="1277" y="226"/>
                      <a:pt x="1275" y="225"/>
                    </a:cubicBezTo>
                    <a:cubicBezTo>
                      <a:pt x="1272" y="223"/>
                      <a:pt x="1268" y="222"/>
                      <a:pt x="1264" y="222"/>
                    </a:cubicBezTo>
                    <a:cubicBezTo>
                      <a:pt x="1262" y="222"/>
                      <a:pt x="1260" y="222"/>
                      <a:pt x="1258" y="223"/>
                    </a:cubicBezTo>
                    <a:lnTo>
                      <a:pt x="1258" y="223"/>
                    </a:lnTo>
                    <a:cubicBezTo>
                      <a:pt x="1234" y="226"/>
                      <a:pt x="1212" y="233"/>
                      <a:pt x="1191" y="245"/>
                    </a:cubicBezTo>
                    <a:cubicBezTo>
                      <a:pt x="1183" y="250"/>
                      <a:pt x="1174" y="256"/>
                      <a:pt x="1167" y="262"/>
                    </a:cubicBezTo>
                    <a:lnTo>
                      <a:pt x="1167" y="262"/>
                    </a:lnTo>
                    <a:cubicBezTo>
                      <a:pt x="1184" y="245"/>
                      <a:pt x="1200" y="226"/>
                      <a:pt x="1212" y="204"/>
                    </a:cubicBezTo>
                    <a:cubicBezTo>
                      <a:pt x="1232" y="171"/>
                      <a:pt x="1242" y="135"/>
                      <a:pt x="1246" y="97"/>
                    </a:cubicBezTo>
                    <a:lnTo>
                      <a:pt x="1246" y="97"/>
                    </a:lnTo>
                    <a:cubicBezTo>
                      <a:pt x="1220" y="114"/>
                      <a:pt x="1199" y="138"/>
                      <a:pt x="1183" y="165"/>
                    </a:cubicBezTo>
                    <a:cubicBezTo>
                      <a:pt x="1171" y="185"/>
                      <a:pt x="1163" y="206"/>
                      <a:pt x="1159" y="229"/>
                    </a:cubicBezTo>
                    <a:lnTo>
                      <a:pt x="1159" y="229"/>
                    </a:lnTo>
                    <a:cubicBezTo>
                      <a:pt x="1164" y="201"/>
                      <a:pt x="1167" y="172"/>
                      <a:pt x="1167" y="142"/>
                    </a:cubicBezTo>
                    <a:cubicBezTo>
                      <a:pt x="1167" y="113"/>
                      <a:pt x="1164" y="84"/>
                      <a:pt x="1159" y="56"/>
                    </a:cubicBezTo>
                    <a:lnTo>
                      <a:pt x="1159" y="56"/>
                    </a:lnTo>
                    <a:cubicBezTo>
                      <a:pt x="1150" y="94"/>
                      <a:pt x="1138" y="132"/>
                      <a:pt x="1123" y="168"/>
                    </a:cubicBezTo>
                    <a:cubicBezTo>
                      <a:pt x="1109" y="200"/>
                      <a:pt x="1083" y="225"/>
                      <a:pt x="1070" y="255"/>
                    </a:cubicBezTo>
                    <a:lnTo>
                      <a:pt x="1070" y="255"/>
                    </a:lnTo>
                    <a:cubicBezTo>
                      <a:pt x="1079" y="232"/>
                      <a:pt x="1084" y="208"/>
                      <a:pt x="1085" y="183"/>
                    </a:cubicBezTo>
                    <a:cubicBezTo>
                      <a:pt x="1085" y="179"/>
                      <a:pt x="1085" y="175"/>
                      <a:pt x="1081" y="173"/>
                    </a:cubicBezTo>
                    <a:cubicBezTo>
                      <a:pt x="1077" y="172"/>
                      <a:pt x="1073" y="176"/>
                      <a:pt x="1070" y="179"/>
                    </a:cubicBezTo>
                    <a:lnTo>
                      <a:pt x="1044" y="216"/>
                    </a:lnTo>
                    <a:lnTo>
                      <a:pt x="1044" y="216"/>
                    </a:lnTo>
                    <a:cubicBezTo>
                      <a:pt x="1051" y="197"/>
                      <a:pt x="1056" y="177"/>
                      <a:pt x="1060" y="157"/>
                    </a:cubicBezTo>
                    <a:cubicBezTo>
                      <a:pt x="1052" y="169"/>
                      <a:pt x="1015" y="239"/>
                      <a:pt x="1003" y="213"/>
                    </a:cubicBezTo>
                    <a:lnTo>
                      <a:pt x="1003" y="213"/>
                    </a:lnTo>
                    <a:cubicBezTo>
                      <a:pt x="1009" y="182"/>
                      <a:pt x="1018" y="152"/>
                      <a:pt x="1030" y="123"/>
                    </a:cubicBezTo>
                    <a:lnTo>
                      <a:pt x="1030" y="123"/>
                    </a:lnTo>
                    <a:cubicBezTo>
                      <a:pt x="1022" y="127"/>
                      <a:pt x="1014" y="131"/>
                      <a:pt x="1007" y="135"/>
                    </a:cubicBezTo>
                    <a:cubicBezTo>
                      <a:pt x="973" y="155"/>
                      <a:pt x="946" y="183"/>
                      <a:pt x="925" y="217"/>
                    </a:cubicBezTo>
                    <a:cubicBezTo>
                      <a:pt x="924" y="220"/>
                      <a:pt x="922" y="223"/>
                      <a:pt x="920" y="226"/>
                    </a:cubicBezTo>
                    <a:lnTo>
                      <a:pt x="920" y="226"/>
                    </a:lnTo>
                    <a:cubicBezTo>
                      <a:pt x="959" y="156"/>
                      <a:pt x="983" y="79"/>
                      <a:pt x="988" y="0"/>
                    </a:cubicBezTo>
                    <a:lnTo>
                      <a:pt x="988" y="0"/>
                    </a:lnTo>
                    <a:cubicBezTo>
                      <a:pt x="985" y="1"/>
                      <a:pt x="982" y="3"/>
                      <a:pt x="979" y="4"/>
                    </a:cubicBezTo>
                    <a:cubicBezTo>
                      <a:pt x="950" y="21"/>
                      <a:pt x="927" y="44"/>
                      <a:pt x="910" y="73"/>
                    </a:cubicBezTo>
                    <a:cubicBezTo>
                      <a:pt x="904" y="84"/>
                      <a:pt x="898" y="97"/>
                      <a:pt x="894" y="109"/>
                    </a:cubicBezTo>
                    <a:lnTo>
                      <a:pt x="894" y="109"/>
                    </a:lnTo>
                    <a:cubicBezTo>
                      <a:pt x="879" y="156"/>
                      <a:pt x="870" y="205"/>
                      <a:pt x="868" y="254"/>
                    </a:cubicBezTo>
                    <a:lnTo>
                      <a:pt x="868" y="254"/>
                    </a:lnTo>
                    <a:cubicBezTo>
                      <a:pt x="864" y="183"/>
                      <a:pt x="856" y="113"/>
                      <a:pt x="844" y="43"/>
                    </a:cubicBezTo>
                    <a:cubicBezTo>
                      <a:pt x="797" y="102"/>
                      <a:pt x="798" y="184"/>
                      <a:pt x="801" y="259"/>
                    </a:cubicBezTo>
                    <a:lnTo>
                      <a:pt x="801" y="259"/>
                    </a:lnTo>
                    <a:cubicBezTo>
                      <a:pt x="793" y="198"/>
                      <a:pt x="778" y="137"/>
                      <a:pt x="757" y="78"/>
                    </a:cubicBezTo>
                    <a:cubicBezTo>
                      <a:pt x="715" y="141"/>
                      <a:pt x="739" y="230"/>
                      <a:pt x="777" y="286"/>
                    </a:cubicBezTo>
                    <a:lnTo>
                      <a:pt x="777" y="286"/>
                    </a:lnTo>
                    <a:cubicBezTo>
                      <a:pt x="764" y="266"/>
                      <a:pt x="747" y="249"/>
                      <a:pt x="724" y="237"/>
                    </a:cubicBezTo>
                    <a:cubicBezTo>
                      <a:pt x="721" y="235"/>
                      <a:pt x="716" y="233"/>
                      <a:pt x="712" y="231"/>
                    </a:cubicBezTo>
                    <a:lnTo>
                      <a:pt x="712" y="231"/>
                    </a:lnTo>
                    <a:lnTo>
                      <a:pt x="712" y="230"/>
                    </a:lnTo>
                    <a:cubicBezTo>
                      <a:pt x="710" y="229"/>
                      <a:pt x="708" y="229"/>
                      <a:pt x="706" y="229"/>
                    </a:cubicBezTo>
                    <a:cubicBezTo>
                      <a:pt x="705" y="229"/>
                      <a:pt x="704" y="229"/>
                      <a:pt x="703" y="229"/>
                    </a:cubicBezTo>
                    <a:cubicBezTo>
                      <a:pt x="697" y="231"/>
                      <a:pt x="697" y="239"/>
                      <a:pt x="698" y="245"/>
                    </a:cubicBezTo>
                    <a:lnTo>
                      <a:pt x="698" y="245"/>
                    </a:lnTo>
                    <a:cubicBezTo>
                      <a:pt x="705" y="275"/>
                      <a:pt x="715" y="303"/>
                      <a:pt x="730" y="329"/>
                    </a:cubicBezTo>
                    <a:cubicBezTo>
                      <a:pt x="732" y="332"/>
                      <a:pt x="735" y="336"/>
                      <a:pt x="737" y="339"/>
                    </a:cubicBezTo>
                    <a:lnTo>
                      <a:pt x="737" y="339"/>
                    </a:lnTo>
                    <a:cubicBezTo>
                      <a:pt x="712" y="299"/>
                      <a:pt x="680" y="264"/>
                      <a:pt x="642" y="236"/>
                    </a:cubicBezTo>
                    <a:cubicBezTo>
                      <a:pt x="651" y="285"/>
                      <a:pt x="663" y="333"/>
                      <a:pt x="676" y="381"/>
                    </a:cubicBezTo>
                    <a:lnTo>
                      <a:pt x="676" y="381"/>
                    </a:lnTo>
                    <a:cubicBezTo>
                      <a:pt x="668" y="370"/>
                      <a:pt x="660" y="359"/>
                      <a:pt x="652" y="346"/>
                    </a:cubicBezTo>
                    <a:cubicBezTo>
                      <a:pt x="645" y="334"/>
                      <a:pt x="639" y="321"/>
                      <a:pt x="634" y="308"/>
                    </a:cubicBezTo>
                    <a:lnTo>
                      <a:pt x="634" y="308"/>
                    </a:lnTo>
                    <a:cubicBezTo>
                      <a:pt x="635" y="338"/>
                      <a:pt x="642" y="367"/>
                      <a:pt x="652" y="395"/>
                    </a:cubicBezTo>
                    <a:lnTo>
                      <a:pt x="652" y="395"/>
                    </a:lnTo>
                    <a:cubicBezTo>
                      <a:pt x="637" y="390"/>
                      <a:pt x="621" y="388"/>
                      <a:pt x="605" y="388"/>
                    </a:cubicBezTo>
                    <a:cubicBezTo>
                      <a:pt x="578" y="388"/>
                      <a:pt x="551" y="395"/>
                      <a:pt x="527" y="407"/>
                    </a:cubicBezTo>
                    <a:cubicBezTo>
                      <a:pt x="559" y="382"/>
                      <a:pt x="594" y="354"/>
                      <a:pt x="602" y="315"/>
                    </a:cubicBezTo>
                    <a:lnTo>
                      <a:pt x="534" y="365"/>
                    </a:lnTo>
                    <a:lnTo>
                      <a:pt x="583" y="303"/>
                    </a:lnTo>
                    <a:lnTo>
                      <a:pt x="583" y="303"/>
                    </a:lnTo>
                    <a:cubicBezTo>
                      <a:pt x="561" y="323"/>
                      <a:pt x="538" y="342"/>
                      <a:pt x="514" y="360"/>
                    </a:cubicBezTo>
                    <a:lnTo>
                      <a:pt x="514" y="360"/>
                    </a:lnTo>
                    <a:cubicBezTo>
                      <a:pt x="504" y="365"/>
                      <a:pt x="496" y="369"/>
                      <a:pt x="485" y="375"/>
                    </a:cubicBezTo>
                    <a:cubicBezTo>
                      <a:pt x="479" y="379"/>
                      <a:pt x="470" y="384"/>
                      <a:pt x="463" y="389"/>
                    </a:cubicBezTo>
                    <a:cubicBezTo>
                      <a:pt x="506" y="348"/>
                      <a:pt x="551" y="303"/>
                      <a:pt x="556" y="244"/>
                    </a:cubicBezTo>
                    <a:lnTo>
                      <a:pt x="556" y="244"/>
                    </a:lnTo>
                    <a:cubicBezTo>
                      <a:pt x="547" y="248"/>
                      <a:pt x="539" y="253"/>
                      <a:pt x="530" y="257"/>
                    </a:cubicBezTo>
                    <a:cubicBezTo>
                      <a:pt x="511" y="269"/>
                      <a:pt x="492" y="284"/>
                      <a:pt x="477" y="302"/>
                    </a:cubicBezTo>
                    <a:lnTo>
                      <a:pt x="477" y="302"/>
                    </a:lnTo>
                    <a:cubicBezTo>
                      <a:pt x="486" y="290"/>
                      <a:pt x="495" y="277"/>
                      <a:pt x="502" y="264"/>
                    </a:cubicBezTo>
                    <a:cubicBezTo>
                      <a:pt x="522" y="231"/>
                      <a:pt x="535" y="195"/>
                      <a:pt x="543" y="158"/>
                    </a:cubicBezTo>
                    <a:lnTo>
                      <a:pt x="543" y="158"/>
                    </a:lnTo>
                    <a:cubicBezTo>
                      <a:pt x="539" y="169"/>
                      <a:pt x="534" y="179"/>
                      <a:pt x="527" y="190"/>
                    </a:cubicBezTo>
                    <a:cubicBezTo>
                      <a:pt x="513" y="216"/>
                      <a:pt x="494" y="239"/>
                      <a:pt x="472" y="260"/>
                    </a:cubicBezTo>
                    <a:cubicBezTo>
                      <a:pt x="480" y="227"/>
                      <a:pt x="498" y="197"/>
                      <a:pt x="504" y="162"/>
                    </a:cubicBezTo>
                    <a:cubicBezTo>
                      <a:pt x="508" y="142"/>
                      <a:pt x="498" y="72"/>
                      <a:pt x="507" y="60"/>
                    </a:cubicBezTo>
                    <a:lnTo>
                      <a:pt x="507" y="60"/>
                    </a:lnTo>
                    <a:cubicBezTo>
                      <a:pt x="492" y="81"/>
                      <a:pt x="478" y="102"/>
                      <a:pt x="465" y="125"/>
                    </a:cubicBezTo>
                    <a:cubicBezTo>
                      <a:pt x="448" y="155"/>
                      <a:pt x="432" y="186"/>
                      <a:pt x="420" y="219"/>
                    </a:cubicBezTo>
                    <a:lnTo>
                      <a:pt x="420" y="219"/>
                    </a:lnTo>
                    <a:cubicBezTo>
                      <a:pt x="421" y="209"/>
                      <a:pt x="421" y="199"/>
                      <a:pt x="421" y="189"/>
                    </a:cubicBezTo>
                    <a:cubicBezTo>
                      <a:pt x="421" y="162"/>
                      <a:pt x="418" y="136"/>
                      <a:pt x="411" y="110"/>
                    </a:cubicBezTo>
                    <a:lnTo>
                      <a:pt x="411" y="110"/>
                    </a:lnTo>
                    <a:cubicBezTo>
                      <a:pt x="393" y="145"/>
                      <a:pt x="380" y="181"/>
                      <a:pt x="370" y="218"/>
                    </a:cubicBezTo>
                    <a:cubicBezTo>
                      <a:pt x="358" y="143"/>
                      <a:pt x="342" y="60"/>
                      <a:pt x="279" y="16"/>
                    </a:cubicBezTo>
                    <a:lnTo>
                      <a:pt x="279" y="16"/>
                    </a:lnTo>
                    <a:cubicBezTo>
                      <a:pt x="277" y="14"/>
                      <a:pt x="276" y="13"/>
                      <a:pt x="274" y="12"/>
                    </a:cubicBezTo>
                    <a:cubicBezTo>
                      <a:pt x="271" y="10"/>
                      <a:pt x="267" y="9"/>
                      <a:pt x="263" y="9"/>
                    </a:cubicBezTo>
                    <a:cubicBezTo>
                      <a:pt x="260" y="9"/>
                      <a:pt x="257" y="10"/>
                      <a:pt x="254" y="11"/>
                    </a:cubicBezTo>
                    <a:cubicBezTo>
                      <a:pt x="245" y="16"/>
                      <a:pt x="246" y="30"/>
                      <a:pt x="249" y="40"/>
                    </a:cubicBezTo>
                    <a:cubicBezTo>
                      <a:pt x="264" y="100"/>
                      <a:pt x="287" y="159"/>
                      <a:pt x="306" y="218"/>
                    </a:cubicBezTo>
                    <a:cubicBezTo>
                      <a:pt x="275" y="176"/>
                      <a:pt x="257" y="120"/>
                      <a:pt x="212" y="93"/>
                    </a:cubicBezTo>
                    <a:lnTo>
                      <a:pt x="212" y="93"/>
                    </a:lnTo>
                    <a:cubicBezTo>
                      <a:pt x="215" y="119"/>
                      <a:pt x="223" y="145"/>
                      <a:pt x="236" y="168"/>
                    </a:cubicBezTo>
                    <a:cubicBezTo>
                      <a:pt x="237" y="169"/>
                      <a:pt x="238" y="171"/>
                      <a:pt x="239" y="172"/>
                    </a:cubicBezTo>
                    <a:lnTo>
                      <a:pt x="178" y="93"/>
                    </a:lnTo>
                    <a:cubicBezTo>
                      <a:pt x="195" y="140"/>
                      <a:pt x="216" y="187"/>
                      <a:pt x="229" y="236"/>
                    </a:cubicBezTo>
                    <a:lnTo>
                      <a:pt x="229" y="236"/>
                    </a:lnTo>
                    <a:cubicBezTo>
                      <a:pt x="207" y="212"/>
                      <a:pt x="181" y="192"/>
                      <a:pt x="153" y="176"/>
                    </a:cubicBezTo>
                    <a:cubicBezTo>
                      <a:pt x="127" y="161"/>
                      <a:pt x="99" y="150"/>
                      <a:pt x="70" y="142"/>
                    </a:cubicBezTo>
                    <a:cubicBezTo>
                      <a:pt x="105" y="172"/>
                      <a:pt x="139" y="203"/>
                      <a:pt x="170" y="236"/>
                    </a:cubicBezTo>
                    <a:lnTo>
                      <a:pt x="170" y="236"/>
                    </a:lnTo>
                    <a:cubicBezTo>
                      <a:pt x="146" y="224"/>
                      <a:pt x="119" y="216"/>
                      <a:pt x="93" y="212"/>
                    </a:cubicBezTo>
                    <a:lnTo>
                      <a:pt x="93" y="212"/>
                    </a:lnTo>
                    <a:cubicBezTo>
                      <a:pt x="133" y="237"/>
                      <a:pt x="170" y="267"/>
                      <a:pt x="202" y="303"/>
                    </a:cubicBezTo>
                    <a:lnTo>
                      <a:pt x="202" y="303"/>
                    </a:lnTo>
                    <a:cubicBezTo>
                      <a:pt x="166" y="287"/>
                      <a:pt x="127" y="279"/>
                      <a:pt x="88" y="279"/>
                    </a:cubicBezTo>
                    <a:cubicBezTo>
                      <a:pt x="83" y="279"/>
                      <a:pt x="78" y="279"/>
                      <a:pt x="73" y="279"/>
                    </a:cubicBezTo>
                    <a:lnTo>
                      <a:pt x="73" y="279"/>
                    </a:lnTo>
                    <a:cubicBezTo>
                      <a:pt x="82" y="283"/>
                      <a:pt x="91" y="288"/>
                      <a:pt x="100" y="293"/>
                    </a:cubicBezTo>
                    <a:cubicBezTo>
                      <a:pt x="116" y="302"/>
                      <a:pt x="131" y="313"/>
                      <a:pt x="144" y="325"/>
                    </a:cubicBezTo>
                    <a:lnTo>
                      <a:pt x="144" y="325"/>
                    </a:lnTo>
                    <a:cubicBezTo>
                      <a:pt x="135" y="322"/>
                      <a:pt x="125" y="321"/>
                      <a:pt x="115" y="321"/>
                    </a:cubicBezTo>
                    <a:cubicBezTo>
                      <a:pt x="97" y="321"/>
                      <a:pt x="80" y="325"/>
                      <a:pt x="65" y="333"/>
                    </a:cubicBezTo>
                    <a:lnTo>
                      <a:pt x="65" y="333"/>
                    </a:lnTo>
                    <a:cubicBezTo>
                      <a:pt x="67" y="334"/>
                      <a:pt x="70" y="336"/>
                      <a:pt x="72" y="337"/>
                    </a:cubicBezTo>
                    <a:cubicBezTo>
                      <a:pt x="96" y="351"/>
                      <a:pt x="119" y="366"/>
                      <a:pt x="142" y="382"/>
                    </a:cubicBezTo>
                    <a:lnTo>
                      <a:pt x="142" y="382"/>
                    </a:lnTo>
                    <a:cubicBezTo>
                      <a:pt x="120" y="392"/>
                      <a:pt x="97" y="397"/>
                      <a:pt x="73" y="397"/>
                    </a:cubicBezTo>
                    <a:cubicBezTo>
                      <a:pt x="49" y="397"/>
                      <a:pt x="26" y="392"/>
                      <a:pt x="4" y="382"/>
                    </a:cubicBezTo>
                    <a:lnTo>
                      <a:pt x="4" y="382"/>
                    </a:lnTo>
                    <a:cubicBezTo>
                      <a:pt x="16" y="390"/>
                      <a:pt x="29" y="398"/>
                      <a:pt x="42" y="405"/>
                    </a:cubicBezTo>
                    <a:cubicBezTo>
                      <a:pt x="54" y="412"/>
                      <a:pt x="67" y="419"/>
                      <a:pt x="80" y="426"/>
                    </a:cubicBezTo>
                    <a:lnTo>
                      <a:pt x="0" y="420"/>
                    </a:lnTo>
                    <a:lnTo>
                      <a:pt x="77" y="453"/>
                    </a:lnTo>
                    <a:lnTo>
                      <a:pt x="77" y="453"/>
                    </a:lnTo>
                    <a:cubicBezTo>
                      <a:pt x="57" y="456"/>
                      <a:pt x="37" y="458"/>
                      <a:pt x="17" y="459"/>
                    </a:cubicBezTo>
                    <a:cubicBezTo>
                      <a:pt x="53" y="460"/>
                      <a:pt x="87" y="468"/>
                      <a:pt x="122" y="467"/>
                    </a:cubicBezTo>
                    <a:cubicBezTo>
                      <a:pt x="232" y="467"/>
                      <a:pt x="338" y="472"/>
                      <a:pt x="445" y="47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1" name="Google Shape;491;p29"/>
            <p:cNvGrpSpPr/>
            <p:nvPr/>
          </p:nvGrpSpPr>
          <p:grpSpPr>
            <a:xfrm>
              <a:off x="8470801" y="4271243"/>
              <a:ext cx="622800" cy="337320"/>
              <a:chOff x="6802680" y="1923693"/>
              <a:chExt cx="622800" cy="337320"/>
            </a:xfrm>
          </p:grpSpPr>
          <p:sp>
            <p:nvSpPr>
              <p:cNvPr id="492" name="Google Shape;492;p29"/>
              <p:cNvSpPr/>
              <p:nvPr/>
            </p:nvSpPr>
            <p:spPr>
              <a:xfrm>
                <a:off x="7281480" y="2045373"/>
                <a:ext cx="144000" cy="211680"/>
              </a:xfrm>
              <a:custGeom>
                <a:avLst/>
                <a:gdLst/>
                <a:ahLst/>
                <a:cxnLst/>
                <a:rect l="l" t="t" r="r" b="b"/>
                <a:pathLst>
                  <a:path w="400" h="588" extrusionOk="0">
                    <a:moveTo>
                      <a:pt x="102" y="472"/>
                    </a:moveTo>
                    <a:lnTo>
                      <a:pt x="102" y="472"/>
                    </a:lnTo>
                    <a:cubicBezTo>
                      <a:pt x="103" y="471"/>
                      <a:pt x="104" y="470"/>
                      <a:pt x="105" y="469"/>
                    </a:cubicBezTo>
                    <a:cubicBezTo>
                      <a:pt x="115" y="460"/>
                      <a:pt x="144" y="469"/>
                      <a:pt x="151" y="476"/>
                    </a:cubicBezTo>
                    <a:lnTo>
                      <a:pt x="151" y="476"/>
                    </a:lnTo>
                    <a:cubicBezTo>
                      <a:pt x="154" y="480"/>
                      <a:pt x="158" y="484"/>
                      <a:pt x="162" y="487"/>
                    </a:cubicBezTo>
                    <a:lnTo>
                      <a:pt x="162" y="487"/>
                    </a:lnTo>
                    <a:lnTo>
                      <a:pt x="162" y="487"/>
                    </a:lnTo>
                    <a:cubicBezTo>
                      <a:pt x="164" y="488"/>
                      <a:pt x="166" y="489"/>
                      <a:pt x="168" y="489"/>
                    </a:cubicBezTo>
                    <a:cubicBezTo>
                      <a:pt x="170" y="489"/>
                      <a:pt x="172" y="488"/>
                      <a:pt x="174" y="487"/>
                    </a:cubicBezTo>
                    <a:cubicBezTo>
                      <a:pt x="175" y="487"/>
                      <a:pt x="177" y="485"/>
                      <a:pt x="177" y="484"/>
                    </a:cubicBezTo>
                    <a:lnTo>
                      <a:pt x="177" y="484"/>
                    </a:lnTo>
                    <a:cubicBezTo>
                      <a:pt x="178" y="489"/>
                      <a:pt x="180" y="493"/>
                      <a:pt x="182" y="497"/>
                    </a:cubicBezTo>
                    <a:cubicBezTo>
                      <a:pt x="183" y="500"/>
                      <a:pt x="185" y="502"/>
                      <a:pt x="187" y="504"/>
                    </a:cubicBezTo>
                    <a:lnTo>
                      <a:pt x="187" y="504"/>
                    </a:lnTo>
                    <a:lnTo>
                      <a:pt x="187" y="504"/>
                    </a:lnTo>
                    <a:cubicBezTo>
                      <a:pt x="189" y="505"/>
                      <a:pt x="192" y="506"/>
                      <a:pt x="194" y="506"/>
                    </a:cubicBezTo>
                    <a:cubicBezTo>
                      <a:pt x="196" y="506"/>
                      <a:pt x="198" y="505"/>
                      <a:pt x="200" y="504"/>
                    </a:cubicBezTo>
                    <a:cubicBezTo>
                      <a:pt x="202" y="503"/>
                      <a:pt x="204" y="502"/>
                      <a:pt x="205" y="500"/>
                    </a:cubicBezTo>
                    <a:cubicBezTo>
                      <a:pt x="206" y="499"/>
                      <a:pt x="206" y="498"/>
                      <a:pt x="206" y="497"/>
                    </a:cubicBezTo>
                    <a:cubicBezTo>
                      <a:pt x="210" y="507"/>
                      <a:pt x="214" y="518"/>
                      <a:pt x="224" y="521"/>
                    </a:cubicBezTo>
                    <a:lnTo>
                      <a:pt x="224" y="521"/>
                    </a:lnTo>
                    <a:cubicBezTo>
                      <a:pt x="225" y="521"/>
                      <a:pt x="226" y="521"/>
                      <a:pt x="227" y="521"/>
                    </a:cubicBezTo>
                    <a:cubicBezTo>
                      <a:pt x="230" y="521"/>
                      <a:pt x="233" y="520"/>
                      <a:pt x="236" y="519"/>
                    </a:cubicBezTo>
                    <a:cubicBezTo>
                      <a:pt x="239" y="517"/>
                      <a:pt x="242" y="515"/>
                      <a:pt x="243" y="512"/>
                    </a:cubicBezTo>
                    <a:cubicBezTo>
                      <a:pt x="245" y="509"/>
                      <a:pt x="245" y="506"/>
                      <a:pt x="245" y="503"/>
                    </a:cubicBezTo>
                    <a:lnTo>
                      <a:pt x="245" y="502"/>
                    </a:lnTo>
                    <a:cubicBezTo>
                      <a:pt x="248" y="513"/>
                      <a:pt x="255" y="523"/>
                      <a:pt x="265" y="523"/>
                    </a:cubicBezTo>
                    <a:cubicBezTo>
                      <a:pt x="275" y="523"/>
                      <a:pt x="286" y="505"/>
                      <a:pt x="278" y="498"/>
                    </a:cubicBezTo>
                    <a:lnTo>
                      <a:pt x="278" y="498"/>
                    </a:lnTo>
                    <a:cubicBezTo>
                      <a:pt x="287" y="509"/>
                      <a:pt x="298" y="518"/>
                      <a:pt x="311" y="526"/>
                    </a:cubicBezTo>
                    <a:cubicBezTo>
                      <a:pt x="314" y="528"/>
                      <a:pt x="318" y="529"/>
                      <a:pt x="321" y="531"/>
                    </a:cubicBezTo>
                    <a:lnTo>
                      <a:pt x="321" y="531"/>
                    </a:lnTo>
                    <a:lnTo>
                      <a:pt x="321" y="531"/>
                    </a:lnTo>
                    <a:cubicBezTo>
                      <a:pt x="323" y="532"/>
                      <a:pt x="324" y="532"/>
                      <a:pt x="326" y="532"/>
                    </a:cubicBezTo>
                    <a:cubicBezTo>
                      <a:pt x="328" y="532"/>
                      <a:pt x="329" y="532"/>
                      <a:pt x="331" y="531"/>
                    </a:cubicBezTo>
                    <a:lnTo>
                      <a:pt x="331" y="531"/>
                    </a:lnTo>
                    <a:lnTo>
                      <a:pt x="331" y="531"/>
                    </a:lnTo>
                    <a:cubicBezTo>
                      <a:pt x="332" y="530"/>
                      <a:pt x="333" y="529"/>
                      <a:pt x="334" y="527"/>
                    </a:cubicBezTo>
                    <a:cubicBezTo>
                      <a:pt x="335" y="525"/>
                      <a:pt x="336" y="523"/>
                      <a:pt x="336" y="520"/>
                    </a:cubicBezTo>
                    <a:cubicBezTo>
                      <a:pt x="336" y="518"/>
                      <a:pt x="335" y="515"/>
                      <a:pt x="334" y="513"/>
                    </a:cubicBezTo>
                    <a:lnTo>
                      <a:pt x="334" y="513"/>
                    </a:lnTo>
                    <a:cubicBezTo>
                      <a:pt x="331" y="508"/>
                      <a:pt x="330" y="503"/>
                      <a:pt x="330" y="497"/>
                    </a:cubicBezTo>
                    <a:lnTo>
                      <a:pt x="330" y="497"/>
                    </a:lnTo>
                    <a:cubicBezTo>
                      <a:pt x="351" y="509"/>
                      <a:pt x="375" y="517"/>
                      <a:pt x="400" y="521"/>
                    </a:cubicBezTo>
                    <a:lnTo>
                      <a:pt x="400" y="521"/>
                    </a:lnTo>
                    <a:cubicBezTo>
                      <a:pt x="398" y="518"/>
                      <a:pt x="397" y="515"/>
                      <a:pt x="395" y="512"/>
                    </a:cubicBezTo>
                    <a:cubicBezTo>
                      <a:pt x="389" y="501"/>
                      <a:pt x="380" y="491"/>
                      <a:pt x="369" y="483"/>
                    </a:cubicBezTo>
                    <a:lnTo>
                      <a:pt x="394" y="478"/>
                    </a:lnTo>
                    <a:lnTo>
                      <a:pt x="394" y="478"/>
                    </a:lnTo>
                    <a:cubicBezTo>
                      <a:pt x="384" y="463"/>
                      <a:pt x="372" y="449"/>
                      <a:pt x="359" y="437"/>
                    </a:cubicBezTo>
                    <a:lnTo>
                      <a:pt x="359" y="437"/>
                    </a:lnTo>
                    <a:cubicBezTo>
                      <a:pt x="360" y="438"/>
                      <a:pt x="361" y="438"/>
                      <a:pt x="362" y="438"/>
                    </a:cubicBezTo>
                    <a:cubicBezTo>
                      <a:pt x="368" y="438"/>
                      <a:pt x="373" y="436"/>
                      <a:pt x="378" y="433"/>
                    </a:cubicBezTo>
                    <a:cubicBezTo>
                      <a:pt x="380" y="432"/>
                      <a:pt x="382" y="431"/>
                      <a:pt x="384" y="429"/>
                    </a:cubicBezTo>
                    <a:lnTo>
                      <a:pt x="384" y="429"/>
                    </a:lnTo>
                    <a:cubicBezTo>
                      <a:pt x="378" y="425"/>
                      <a:pt x="372" y="421"/>
                      <a:pt x="366" y="418"/>
                    </a:cubicBezTo>
                    <a:cubicBezTo>
                      <a:pt x="337" y="401"/>
                      <a:pt x="304" y="391"/>
                      <a:pt x="270" y="389"/>
                    </a:cubicBezTo>
                    <a:cubicBezTo>
                      <a:pt x="231" y="387"/>
                      <a:pt x="190" y="397"/>
                      <a:pt x="153" y="389"/>
                    </a:cubicBezTo>
                    <a:cubicBezTo>
                      <a:pt x="48" y="367"/>
                      <a:pt x="138" y="206"/>
                      <a:pt x="110" y="120"/>
                    </a:cubicBezTo>
                    <a:cubicBezTo>
                      <a:pt x="96" y="76"/>
                      <a:pt x="60" y="47"/>
                      <a:pt x="49" y="0"/>
                    </a:cubicBezTo>
                    <a:lnTo>
                      <a:pt x="49" y="0"/>
                    </a:lnTo>
                    <a:cubicBezTo>
                      <a:pt x="44" y="11"/>
                      <a:pt x="42" y="23"/>
                      <a:pt x="42" y="35"/>
                    </a:cubicBezTo>
                    <a:cubicBezTo>
                      <a:pt x="42" y="46"/>
                      <a:pt x="44" y="58"/>
                      <a:pt x="49" y="69"/>
                    </a:cubicBezTo>
                    <a:cubicBezTo>
                      <a:pt x="43" y="66"/>
                      <a:pt x="33" y="65"/>
                      <a:pt x="29" y="73"/>
                    </a:cubicBezTo>
                    <a:cubicBezTo>
                      <a:pt x="24" y="84"/>
                      <a:pt x="39" y="93"/>
                      <a:pt x="34" y="105"/>
                    </a:cubicBezTo>
                    <a:cubicBezTo>
                      <a:pt x="29" y="96"/>
                      <a:pt x="15" y="105"/>
                      <a:pt x="12" y="116"/>
                    </a:cubicBezTo>
                    <a:lnTo>
                      <a:pt x="12" y="116"/>
                    </a:lnTo>
                    <a:cubicBezTo>
                      <a:pt x="12" y="118"/>
                      <a:pt x="11" y="120"/>
                      <a:pt x="11" y="122"/>
                    </a:cubicBezTo>
                    <a:cubicBezTo>
                      <a:pt x="11" y="126"/>
                      <a:pt x="12" y="130"/>
                      <a:pt x="15" y="134"/>
                    </a:cubicBezTo>
                    <a:cubicBezTo>
                      <a:pt x="17" y="137"/>
                      <a:pt x="20" y="140"/>
                      <a:pt x="23" y="143"/>
                    </a:cubicBezTo>
                    <a:cubicBezTo>
                      <a:pt x="12" y="147"/>
                      <a:pt x="12" y="168"/>
                      <a:pt x="18" y="178"/>
                    </a:cubicBezTo>
                    <a:cubicBezTo>
                      <a:pt x="25" y="187"/>
                      <a:pt x="36" y="197"/>
                      <a:pt x="33" y="211"/>
                    </a:cubicBezTo>
                    <a:lnTo>
                      <a:pt x="33" y="211"/>
                    </a:lnTo>
                    <a:cubicBezTo>
                      <a:pt x="28" y="209"/>
                      <a:pt x="23" y="208"/>
                      <a:pt x="18" y="208"/>
                    </a:cubicBezTo>
                    <a:cubicBezTo>
                      <a:pt x="13" y="208"/>
                      <a:pt x="7" y="209"/>
                      <a:pt x="2" y="212"/>
                    </a:cubicBezTo>
                    <a:cubicBezTo>
                      <a:pt x="2" y="212"/>
                      <a:pt x="1" y="213"/>
                      <a:pt x="0" y="213"/>
                    </a:cubicBezTo>
                    <a:lnTo>
                      <a:pt x="0" y="213"/>
                    </a:lnTo>
                    <a:cubicBezTo>
                      <a:pt x="11" y="226"/>
                      <a:pt x="23" y="236"/>
                      <a:pt x="37" y="245"/>
                    </a:cubicBezTo>
                    <a:lnTo>
                      <a:pt x="37" y="245"/>
                    </a:lnTo>
                    <a:cubicBezTo>
                      <a:pt x="28" y="246"/>
                      <a:pt x="20" y="249"/>
                      <a:pt x="13" y="253"/>
                    </a:cubicBezTo>
                    <a:cubicBezTo>
                      <a:pt x="13" y="253"/>
                      <a:pt x="12" y="253"/>
                      <a:pt x="12" y="254"/>
                    </a:cubicBezTo>
                    <a:lnTo>
                      <a:pt x="39" y="272"/>
                    </a:lnTo>
                    <a:lnTo>
                      <a:pt x="39" y="272"/>
                    </a:lnTo>
                    <a:cubicBezTo>
                      <a:pt x="33" y="277"/>
                      <a:pt x="28" y="282"/>
                      <a:pt x="24" y="289"/>
                    </a:cubicBezTo>
                    <a:cubicBezTo>
                      <a:pt x="21" y="296"/>
                      <a:pt x="20" y="304"/>
                      <a:pt x="24" y="308"/>
                    </a:cubicBezTo>
                    <a:cubicBezTo>
                      <a:pt x="28" y="311"/>
                      <a:pt x="35" y="311"/>
                      <a:pt x="36" y="316"/>
                    </a:cubicBezTo>
                    <a:lnTo>
                      <a:pt x="36" y="316"/>
                    </a:lnTo>
                    <a:cubicBezTo>
                      <a:pt x="36" y="317"/>
                      <a:pt x="36" y="318"/>
                      <a:pt x="36" y="318"/>
                    </a:cubicBezTo>
                    <a:cubicBezTo>
                      <a:pt x="36" y="321"/>
                      <a:pt x="36" y="323"/>
                      <a:pt x="35" y="325"/>
                    </a:cubicBezTo>
                    <a:cubicBezTo>
                      <a:pt x="28" y="340"/>
                      <a:pt x="42" y="384"/>
                      <a:pt x="44" y="399"/>
                    </a:cubicBezTo>
                    <a:cubicBezTo>
                      <a:pt x="50" y="439"/>
                      <a:pt x="44" y="447"/>
                      <a:pt x="22" y="482"/>
                    </a:cubicBezTo>
                    <a:lnTo>
                      <a:pt x="22" y="482"/>
                    </a:lnTo>
                    <a:cubicBezTo>
                      <a:pt x="22" y="483"/>
                      <a:pt x="21" y="484"/>
                      <a:pt x="21" y="484"/>
                    </a:cubicBezTo>
                    <a:cubicBezTo>
                      <a:pt x="13" y="497"/>
                      <a:pt x="8" y="512"/>
                      <a:pt x="7" y="527"/>
                    </a:cubicBezTo>
                    <a:lnTo>
                      <a:pt x="16" y="522"/>
                    </a:lnTo>
                    <a:lnTo>
                      <a:pt x="16" y="522"/>
                    </a:lnTo>
                    <a:lnTo>
                      <a:pt x="15" y="523"/>
                    </a:lnTo>
                    <a:cubicBezTo>
                      <a:pt x="13" y="527"/>
                      <a:pt x="11" y="533"/>
                      <a:pt x="10" y="538"/>
                    </a:cubicBezTo>
                    <a:cubicBezTo>
                      <a:pt x="10" y="544"/>
                      <a:pt x="13" y="549"/>
                      <a:pt x="17" y="549"/>
                    </a:cubicBezTo>
                    <a:cubicBezTo>
                      <a:pt x="22" y="548"/>
                      <a:pt x="28" y="538"/>
                      <a:pt x="29" y="531"/>
                    </a:cubicBezTo>
                    <a:lnTo>
                      <a:pt x="29" y="531"/>
                    </a:lnTo>
                    <a:cubicBezTo>
                      <a:pt x="29" y="535"/>
                      <a:pt x="28" y="539"/>
                      <a:pt x="28" y="543"/>
                    </a:cubicBezTo>
                    <a:cubicBezTo>
                      <a:pt x="28" y="549"/>
                      <a:pt x="29" y="556"/>
                      <a:pt x="31" y="562"/>
                    </a:cubicBezTo>
                    <a:cubicBezTo>
                      <a:pt x="34" y="570"/>
                      <a:pt x="41" y="577"/>
                      <a:pt x="49" y="573"/>
                    </a:cubicBezTo>
                    <a:cubicBezTo>
                      <a:pt x="57" y="569"/>
                      <a:pt x="58" y="559"/>
                      <a:pt x="60" y="551"/>
                    </a:cubicBezTo>
                    <a:cubicBezTo>
                      <a:pt x="62" y="560"/>
                      <a:pt x="65" y="569"/>
                      <a:pt x="67" y="577"/>
                    </a:cubicBezTo>
                    <a:lnTo>
                      <a:pt x="67" y="577"/>
                    </a:lnTo>
                    <a:cubicBezTo>
                      <a:pt x="68" y="580"/>
                      <a:pt x="70" y="581"/>
                      <a:pt x="70" y="583"/>
                    </a:cubicBezTo>
                    <a:cubicBezTo>
                      <a:pt x="71" y="585"/>
                      <a:pt x="71" y="586"/>
                      <a:pt x="72" y="587"/>
                    </a:cubicBezTo>
                    <a:cubicBezTo>
                      <a:pt x="79" y="592"/>
                      <a:pt x="90" y="583"/>
                      <a:pt x="92" y="573"/>
                    </a:cubicBezTo>
                    <a:lnTo>
                      <a:pt x="92" y="573"/>
                    </a:lnTo>
                    <a:cubicBezTo>
                      <a:pt x="92" y="570"/>
                      <a:pt x="93" y="567"/>
                      <a:pt x="93" y="564"/>
                    </a:cubicBezTo>
                    <a:cubicBezTo>
                      <a:pt x="93" y="557"/>
                      <a:pt x="91" y="551"/>
                      <a:pt x="89" y="545"/>
                    </a:cubicBezTo>
                    <a:lnTo>
                      <a:pt x="89" y="545"/>
                    </a:lnTo>
                    <a:cubicBezTo>
                      <a:pt x="90" y="548"/>
                      <a:pt x="92" y="549"/>
                      <a:pt x="93" y="552"/>
                    </a:cubicBezTo>
                    <a:cubicBezTo>
                      <a:pt x="100" y="562"/>
                      <a:pt x="108" y="572"/>
                      <a:pt x="118" y="578"/>
                    </a:cubicBezTo>
                    <a:cubicBezTo>
                      <a:pt x="124" y="582"/>
                      <a:pt x="131" y="584"/>
                      <a:pt x="138" y="586"/>
                    </a:cubicBezTo>
                    <a:lnTo>
                      <a:pt x="138" y="586"/>
                    </a:lnTo>
                    <a:cubicBezTo>
                      <a:pt x="134" y="573"/>
                      <a:pt x="129" y="561"/>
                      <a:pt x="122" y="550"/>
                    </a:cubicBezTo>
                    <a:cubicBezTo>
                      <a:pt x="119" y="543"/>
                      <a:pt x="114" y="537"/>
                      <a:pt x="110" y="531"/>
                    </a:cubicBezTo>
                    <a:cubicBezTo>
                      <a:pt x="104" y="520"/>
                      <a:pt x="90" y="489"/>
                      <a:pt x="102" y="4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9"/>
              <p:cNvSpPr/>
              <p:nvPr/>
            </p:nvSpPr>
            <p:spPr>
              <a:xfrm>
                <a:off x="6802680" y="1923693"/>
                <a:ext cx="105480" cy="7956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21" extrusionOk="0">
                    <a:moveTo>
                      <a:pt x="191" y="178"/>
                    </a:moveTo>
                    <a:lnTo>
                      <a:pt x="191" y="178"/>
                    </a:lnTo>
                    <a:cubicBezTo>
                      <a:pt x="192" y="180"/>
                      <a:pt x="193" y="182"/>
                      <a:pt x="194" y="184"/>
                    </a:cubicBezTo>
                    <a:lnTo>
                      <a:pt x="194" y="184"/>
                    </a:lnTo>
                    <a:cubicBezTo>
                      <a:pt x="195" y="188"/>
                      <a:pt x="198" y="192"/>
                      <a:pt x="199" y="195"/>
                    </a:cubicBezTo>
                    <a:cubicBezTo>
                      <a:pt x="206" y="206"/>
                      <a:pt x="214" y="215"/>
                      <a:pt x="224" y="221"/>
                    </a:cubicBezTo>
                    <a:lnTo>
                      <a:pt x="224" y="221"/>
                    </a:lnTo>
                    <a:cubicBezTo>
                      <a:pt x="224" y="216"/>
                      <a:pt x="222" y="211"/>
                      <a:pt x="220" y="207"/>
                    </a:cubicBezTo>
                    <a:cubicBezTo>
                      <a:pt x="220" y="206"/>
                      <a:pt x="219" y="206"/>
                      <a:pt x="219" y="205"/>
                    </a:cubicBezTo>
                    <a:lnTo>
                      <a:pt x="219" y="205"/>
                    </a:lnTo>
                    <a:cubicBezTo>
                      <a:pt x="222" y="208"/>
                      <a:pt x="226" y="211"/>
                      <a:pt x="230" y="213"/>
                    </a:cubicBezTo>
                    <a:cubicBezTo>
                      <a:pt x="230" y="213"/>
                      <a:pt x="231" y="214"/>
                      <a:pt x="232" y="214"/>
                    </a:cubicBezTo>
                    <a:lnTo>
                      <a:pt x="232" y="214"/>
                    </a:lnTo>
                    <a:lnTo>
                      <a:pt x="233" y="214"/>
                    </a:lnTo>
                    <a:lnTo>
                      <a:pt x="234" y="214"/>
                    </a:lnTo>
                    <a:cubicBezTo>
                      <a:pt x="236" y="214"/>
                      <a:pt x="236" y="210"/>
                      <a:pt x="235" y="209"/>
                    </a:cubicBezTo>
                    <a:cubicBezTo>
                      <a:pt x="234" y="207"/>
                      <a:pt x="233" y="206"/>
                      <a:pt x="233" y="204"/>
                    </a:cubicBezTo>
                    <a:lnTo>
                      <a:pt x="233" y="204"/>
                    </a:lnTo>
                    <a:cubicBezTo>
                      <a:pt x="237" y="208"/>
                      <a:pt x="241" y="211"/>
                      <a:pt x="246" y="214"/>
                    </a:cubicBezTo>
                    <a:cubicBezTo>
                      <a:pt x="248" y="215"/>
                      <a:pt x="250" y="216"/>
                      <a:pt x="252" y="217"/>
                    </a:cubicBezTo>
                    <a:cubicBezTo>
                      <a:pt x="254" y="218"/>
                      <a:pt x="257" y="218"/>
                      <a:pt x="258" y="217"/>
                    </a:cubicBezTo>
                    <a:lnTo>
                      <a:pt x="258" y="217"/>
                    </a:lnTo>
                    <a:cubicBezTo>
                      <a:pt x="259" y="216"/>
                      <a:pt x="259" y="215"/>
                      <a:pt x="259" y="215"/>
                    </a:cubicBezTo>
                    <a:cubicBezTo>
                      <a:pt x="259" y="214"/>
                      <a:pt x="259" y="213"/>
                      <a:pt x="258" y="212"/>
                    </a:cubicBezTo>
                    <a:lnTo>
                      <a:pt x="258" y="212"/>
                    </a:lnTo>
                    <a:cubicBezTo>
                      <a:pt x="257" y="211"/>
                      <a:pt x="256" y="209"/>
                      <a:pt x="255" y="207"/>
                    </a:cubicBezTo>
                    <a:cubicBezTo>
                      <a:pt x="252" y="202"/>
                      <a:pt x="249" y="196"/>
                      <a:pt x="245" y="191"/>
                    </a:cubicBezTo>
                    <a:lnTo>
                      <a:pt x="245" y="191"/>
                    </a:lnTo>
                    <a:cubicBezTo>
                      <a:pt x="246" y="192"/>
                      <a:pt x="247" y="192"/>
                      <a:pt x="248" y="193"/>
                    </a:cubicBezTo>
                    <a:cubicBezTo>
                      <a:pt x="252" y="196"/>
                      <a:pt x="258" y="197"/>
                      <a:pt x="263" y="197"/>
                    </a:cubicBezTo>
                    <a:cubicBezTo>
                      <a:pt x="265" y="197"/>
                      <a:pt x="267" y="197"/>
                      <a:pt x="269" y="197"/>
                    </a:cubicBezTo>
                    <a:lnTo>
                      <a:pt x="269" y="197"/>
                    </a:lnTo>
                    <a:cubicBezTo>
                      <a:pt x="269" y="195"/>
                      <a:pt x="268" y="194"/>
                      <a:pt x="268" y="194"/>
                    </a:cubicBezTo>
                    <a:cubicBezTo>
                      <a:pt x="266" y="190"/>
                      <a:pt x="263" y="188"/>
                      <a:pt x="260" y="186"/>
                    </a:cubicBezTo>
                    <a:cubicBezTo>
                      <a:pt x="258" y="185"/>
                      <a:pt x="257" y="184"/>
                      <a:pt x="255" y="184"/>
                    </a:cubicBezTo>
                    <a:lnTo>
                      <a:pt x="255" y="184"/>
                    </a:lnTo>
                    <a:cubicBezTo>
                      <a:pt x="259" y="185"/>
                      <a:pt x="262" y="186"/>
                      <a:pt x="266" y="186"/>
                    </a:cubicBezTo>
                    <a:cubicBezTo>
                      <a:pt x="271" y="186"/>
                      <a:pt x="275" y="185"/>
                      <a:pt x="279" y="183"/>
                    </a:cubicBezTo>
                    <a:cubicBezTo>
                      <a:pt x="281" y="182"/>
                      <a:pt x="281" y="181"/>
                      <a:pt x="282" y="181"/>
                    </a:cubicBezTo>
                    <a:lnTo>
                      <a:pt x="282" y="181"/>
                    </a:lnTo>
                    <a:cubicBezTo>
                      <a:pt x="274" y="176"/>
                      <a:pt x="265" y="173"/>
                      <a:pt x="255" y="172"/>
                    </a:cubicBezTo>
                    <a:lnTo>
                      <a:pt x="267" y="167"/>
                    </a:lnTo>
                    <a:cubicBezTo>
                      <a:pt x="257" y="167"/>
                      <a:pt x="248" y="167"/>
                      <a:pt x="238" y="166"/>
                    </a:cubicBezTo>
                    <a:lnTo>
                      <a:pt x="238" y="166"/>
                    </a:lnTo>
                    <a:cubicBezTo>
                      <a:pt x="228" y="165"/>
                      <a:pt x="219" y="163"/>
                      <a:pt x="210" y="158"/>
                    </a:cubicBezTo>
                    <a:cubicBezTo>
                      <a:pt x="204" y="152"/>
                      <a:pt x="221" y="149"/>
                      <a:pt x="226" y="145"/>
                    </a:cubicBezTo>
                    <a:lnTo>
                      <a:pt x="226" y="145"/>
                    </a:lnTo>
                    <a:cubicBezTo>
                      <a:pt x="223" y="145"/>
                      <a:pt x="221" y="144"/>
                      <a:pt x="219" y="143"/>
                    </a:cubicBezTo>
                    <a:cubicBezTo>
                      <a:pt x="217" y="141"/>
                      <a:pt x="215" y="140"/>
                      <a:pt x="213" y="138"/>
                    </a:cubicBezTo>
                    <a:cubicBezTo>
                      <a:pt x="216" y="140"/>
                      <a:pt x="233" y="132"/>
                      <a:pt x="235" y="131"/>
                    </a:cubicBezTo>
                    <a:cubicBezTo>
                      <a:pt x="237" y="129"/>
                      <a:pt x="237" y="129"/>
                      <a:pt x="237" y="128"/>
                    </a:cubicBezTo>
                    <a:lnTo>
                      <a:pt x="237" y="128"/>
                    </a:lnTo>
                    <a:lnTo>
                      <a:pt x="237" y="127"/>
                    </a:lnTo>
                    <a:cubicBezTo>
                      <a:pt x="236" y="127"/>
                      <a:pt x="236" y="126"/>
                      <a:pt x="235" y="126"/>
                    </a:cubicBezTo>
                    <a:lnTo>
                      <a:pt x="235" y="126"/>
                    </a:lnTo>
                    <a:lnTo>
                      <a:pt x="235" y="126"/>
                    </a:lnTo>
                    <a:cubicBezTo>
                      <a:pt x="235" y="126"/>
                      <a:pt x="234" y="125"/>
                      <a:pt x="233" y="125"/>
                    </a:cubicBezTo>
                    <a:cubicBezTo>
                      <a:pt x="230" y="123"/>
                      <a:pt x="227" y="122"/>
                      <a:pt x="223" y="121"/>
                    </a:cubicBezTo>
                    <a:lnTo>
                      <a:pt x="223" y="121"/>
                    </a:lnTo>
                    <a:cubicBezTo>
                      <a:pt x="229" y="119"/>
                      <a:pt x="234" y="117"/>
                      <a:pt x="238" y="115"/>
                    </a:cubicBezTo>
                    <a:cubicBezTo>
                      <a:pt x="244" y="112"/>
                      <a:pt x="249" y="107"/>
                      <a:pt x="253" y="102"/>
                    </a:cubicBezTo>
                    <a:lnTo>
                      <a:pt x="253" y="102"/>
                    </a:lnTo>
                    <a:cubicBezTo>
                      <a:pt x="252" y="102"/>
                      <a:pt x="251" y="102"/>
                      <a:pt x="250" y="102"/>
                    </a:cubicBezTo>
                    <a:cubicBezTo>
                      <a:pt x="247" y="102"/>
                      <a:pt x="244" y="103"/>
                      <a:pt x="241" y="103"/>
                    </a:cubicBezTo>
                    <a:cubicBezTo>
                      <a:pt x="247" y="102"/>
                      <a:pt x="279" y="87"/>
                      <a:pt x="267" y="80"/>
                    </a:cubicBezTo>
                    <a:lnTo>
                      <a:pt x="267" y="80"/>
                    </a:lnTo>
                    <a:cubicBezTo>
                      <a:pt x="265" y="79"/>
                      <a:pt x="262" y="78"/>
                      <a:pt x="260" y="78"/>
                    </a:cubicBezTo>
                    <a:cubicBezTo>
                      <a:pt x="259" y="78"/>
                      <a:pt x="259" y="78"/>
                      <a:pt x="259" y="78"/>
                    </a:cubicBezTo>
                    <a:lnTo>
                      <a:pt x="281" y="67"/>
                    </a:lnTo>
                    <a:lnTo>
                      <a:pt x="281" y="67"/>
                    </a:lnTo>
                    <a:cubicBezTo>
                      <a:pt x="282" y="67"/>
                      <a:pt x="282" y="67"/>
                      <a:pt x="282" y="67"/>
                    </a:cubicBezTo>
                    <a:cubicBezTo>
                      <a:pt x="283" y="66"/>
                      <a:pt x="284" y="66"/>
                      <a:pt x="284" y="65"/>
                    </a:cubicBezTo>
                    <a:lnTo>
                      <a:pt x="284" y="65"/>
                    </a:lnTo>
                    <a:cubicBezTo>
                      <a:pt x="285" y="65"/>
                      <a:pt x="285" y="64"/>
                      <a:pt x="285" y="63"/>
                    </a:cubicBezTo>
                    <a:cubicBezTo>
                      <a:pt x="285" y="62"/>
                      <a:pt x="285" y="61"/>
                      <a:pt x="284" y="60"/>
                    </a:cubicBezTo>
                    <a:cubicBezTo>
                      <a:pt x="284" y="60"/>
                      <a:pt x="283" y="60"/>
                      <a:pt x="282" y="59"/>
                    </a:cubicBezTo>
                    <a:cubicBezTo>
                      <a:pt x="282" y="58"/>
                      <a:pt x="282" y="58"/>
                      <a:pt x="281" y="58"/>
                    </a:cubicBezTo>
                    <a:lnTo>
                      <a:pt x="281" y="58"/>
                    </a:lnTo>
                    <a:cubicBezTo>
                      <a:pt x="280" y="58"/>
                      <a:pt x="279" y="58"/>
                      <a:pt x="277" y="58"/>
                    </a:cubicBezTo>
                    <a:cubicBezTo>
                      <a:pt x="276" y="58"/>
                      <a:pt x="274" y="58"/>
                      <a:pt x="273" y="58"/>
                    </a:cubicBezTo>
                    <a:lnTo>
                      <a:pt x="273" y="58"/>
                    </a:lnTo>
                    <a:cubicBezTo>
                      <a:pt x="274" y="58"/>
                      <a:pt x="275" y="57"/>
                      <a:pt x="277" y="56"/>
                    </a:cubicBezTo>
                    <a:cubicBezTo>
                      <a:pt x="283" y="52"/>
                      <a:pt x="289" y="47"/>
                      <a:pt x="293" y="42"/>
                    </a:cubicBezTo>
                    <a:lnTo>
                      <a:pt x="293" y="42"/>
                    </a:lnTo>
                    <a:cubicBezTo>
                      <a:pt x="289" y="41"/>
                      <a:pt x="285" y="40"/>
                      <a:pt x="281" y="40"/>
                    </a:cubicBezTo>
                    <a:cubicBezTo>
                      <a:pt x="279" y="40"/>
                      <a:pt x="277" y="40"/>
                      <a:pt x="274" y="41"/>
                    </a:cubicBezTo>
                    <a:lnTo>
                      <a:pt x="274" y="41"/>
                    </a:lnTo>
                    <a:cubicBezTo>
                      <a:pt x="280" y="37"/>
                      <a:pt x="285" y="32"/>
                      <a:pt x="288" y="26"/>
                    </a:cubicBezTo>
                    <a:cubicBezTo>
                      <a:pt x="291" y="22"/>
                      <a:pt x="292" y="18"/>
                      <a:pt x="293" y="14"/>
                    </a:cubicBezTo>
                    <a:lnTo>
                      <a:pt x="293" y="14"/>
                    </a:lnTo>
                    <a:cubicBezTo>
                      <a:pt x="291" y="15"/>
                      <a:pt x="289" y="16"/>
                      <a:pt x="287" y="17"/>
                    </a:cubicBezTo>
                    <a:cubicBezTo>
                      <a:pt x="283" y="20"/>
                      <a:pt x="278" y="22"/>
                      <a:pt x="272" y="25"/>
                    </a:cubicBezTo>
                    <a:lnTo>
                      <a:pt x="272" y="25"/>
                    </a:lnTo>
                    <a:cubicBezTo>
                      <a:pt x="278" y="18"/>
                      <a:pt x="284" y="11"/>
                      <a:pt x="288" y="4"/>
                    </a:cubicBezTo>
                    <a:cubicBezTo>
                      <a:pt x="289" y="3"/>
                      <a:pt x="289" y="2"/>
                      <a:pt x="290" y="0"/>
                    </a:cubicBezTo>
                    <a:lnTo>
                      <a:pt x="290" y="0"/>
                    </a:lnTo>
                    <a:cubicBezTo>
                      <a:pt x="286" y="2"/>
                      <a:pt x="282" y="5"/>
                      <a:pt x="278" y="7"/>
                    </a:cubicBezTo>
                    <a:cubicBezTo>
                      <a:pt x="261" y="17"/>
                      <a:pt x="245" y="28"/>
                      <a:pt x="231" y="42"/>
                    </a:cubicBezTo>
                    <a:lnTo>
                      <a:pt x="231" y="42"/>
                    </a:lnTo>
                    <a:cubicBezTo>
                      <a:pt x="225" y="47"/>
                      <a:pt x="219" y="53"/>
                      <a:pt x="214" y="59"/>
                    </a:cubicBezTo>
                    <a:lnTo>
                      <a:pt x="214" y="59"/>
                    </a:lnTo>
                    <a:cubicBezTo>
                      <a:pt x="212" y="62"/>
                      <a:pt x="210" y="65"/>
                      <a:pt x="208" y="68"/>
                    </a:cubicBezTo>
                    <a:cubicBezTo>
                      <a:pt x="202" y="79"/>
                      <a:pt x="198" y="90"/>
                      <a:pt x="195" y="101"/>
                    </a:cubicBezTo>
                    <a:cubicBezTo>
                      <a:pt x="191" y="113"/>
                      <a:pt x="193" y="130"/>
                      <a:pt x="181" y="136"/>
                    </a:cubicBezTo>
                    <a:lnTo>
                      <a:pt x="181" y="136"/>
                    </a:lnTo>
                    <a:cubicBezTo>
                      <a:pt x="178" y="137"/>
                      <a:pt x="175" y="138"/>
                      <a:pt x="171" y="138"/>
                    </a:cubicBezTo>
                    <a:cubicBezTo>
                      <a:pt x="167" y="138"/>
                      <a:pt x="163" y="137"/>
                      <a:pt x="159" y="135"/>
                    </a:cubicBezTo>
                    <a:cubicBezTo>
                      <a:pt x="135" y="127"/>
                      <a:pt x="111" y="108"/>
                      <a:pt x="85" y="109"/>
                    </a:cubicBezTo>
                    <a:cubicBezTo>
                      <a:pt x="60" y="110"/>
                      <a:pt x="32" y="110"/>
                      <a:pt x="5" y="113"/>
                    </a:cubicBezTo>
                    <a:cubicBezTo>
                      <a:pt x="3" y="113"/>
                      <a:pt x="0" y="115"/>
                      <a:pt x="0" y="117"/>
                    </a:cubicBezTo>
                    <a:lnTo>
                      <a:pt x="0" y="117"/>
                    </a:lnTo>
                    <a:cubicBezTo>
                      <a:pt x="0" y="117"/>
                      <a:pt x="1" y="117"/>
                      <a:pt x="1" y="118"/>
                    </a:cubicBezTo>
                    <a:lnTo>
                      <a:pt x="2" y="119"/>
                    </a:lnTo>
                    <a:lnTo>
                      <a:pt x="2" y="119"/>
                    </a:lnTo>
                    <a:cubicBezTo>
                      <a:pt x="3" y="120"/>
                      <a:pt x="5" y="121"/>
                      <a:pt x="6" y="122"/>
                    </a:cubicBezTo>
                    <a:cubicBezTo>
                      <a:pt x="10" y="124"/>
                      <a:pt x="15" y="126"/>
                      <a:pt x="19" y="126"/>
                    </a:cubicBezTo>
                    <a:cubicBezTo>
                      <a:pt x="25" y="127"/>
                      <a:pt x="32" y="127"/>
                      <a:pt x="38" y="129"/>
                    </a:cubicBezTo>
                    <a:lnTo>
                      <a:pt x="17" y="137"/>
                    </a:lnTo>
                    <a:lnTo>
                      <a:pt x="16" y="138"/>
                    </a:lnTo>
                    <a:lnTo>
                      <a:pt x="16" y="138"/>
                    </a:lnTo>
                    <a:lnTo>
                      <a:pt x="16" y="138"/>
                    </a:lnTo>
                    <a:cubicBezTo>
                      <a:pt x="22" y="140"/>
                      <a:pt x="28" y="141"/>
                      <a:pt x="34" y="141"/>
                    </a:cubicBezTo>
                    <a:cubicBezTo>
                      <a:pt x="35" y="141"/>
                      <a:pt x="37" y="141"/>
                      <a:pt x="38" y="141"/>
                    </a:cubicBezTo>
                    <a:cubicBezTo>
                      <a:pt x="43" y="141"/>
                      <a:pt x="47" y="139"/>
                      <a:pt x="51" y="143"/>
                    </a:cubicBezTo>
                    <a:cubicBezTo>
                      <a:pt x="46" y="147"/>
                      <a:pt x="39" y="149"/>
                      <a:pt x="33" y="152"/>
                    </a:cubicBezTo>
                    <a:lnTo>
                      <a:pt x="33" y="152"/>
                    </a:lnTo>
                    <a:lnTo>
                      <a:pt x="33" y="152"/>
                    </a:lnTo>
                    <a:lnTo>
                      <a:pt x="32" y="153"/>
                    </a:lnTo>
                    <a:lnTo>
                      <a:pt x="32" y="154"/>
                    </a:lnTo>
                    <a:cubicBezTo>
                      <a:pt x="32" y="155"/>
                      <a:pt x="32" y="156"/>
                      <a:pt x="33" y="156"/>
                    </a:cubicBezTo>
                    <a:lnTo>
                      <a:pt x="33" y="156"/>
                    </a:lnTo>
                    <a:lnTo>
                      <a:pt x="34" y="156"/>
                    </a:lnTo>
                    <a:cubicBezTo>
                      <a:pt x="36" y="158"/>
                      <a:pt x="40" y="159"/>
                      <a:pt x="43" y="159"/>
                    </a:cubicBezTo>
                    <a:cubicBezTo>
                      <a:pt x="44" y="159"/>
                      <a:pt x="46" y="159"/>
                      <a:pt x="47" y="159"/>
                    </a:cubicBezTo>
                    <a:lnTo>
                      <a:pt x="47" y="159"/>
                    </a:lnTo>
                    <a:cubicBezTo>
                      <a:pt x="54" y="158"/>
                      <a:pt x="61" y="156"/>
                      <a:pt x="68" y="154"/>
                    </a:cubicBezTo>
                    <a:cubicBezTo>
                      <a:pt x="71" y="152"/>
                      <a:pt x="82" y="149"/>
                      <a:pt x="84" y="146"/>
                    </a:cubicBezTo>
                    <a:lnTo>
                      <a:pt x="75" y="165"/>
                    </a:lnTo>
                    <a:lnTo>
                      <a:pt x="75" y="165"/>
                    </a:lnTo>
                    <a:cubicBezTo>
                      <a:pt x="81" y="165"/>
                      <a:pt x="86" y="163"/>
                      <a:pt x="91" y="161"/>
                    </a:cubicBezTo>
                    <a:cubicBezTo>
                      <a:pt x="93" y="160"/>
                      <a:pt x="95" y="158"/>
                      <a:pt x="97" y="156"/>
                    </a:cubicBezTo>
                    <a:lnTo>
                      <a:pt x="95" y="168"/>
                    </a:lnTo>
                    <a:lnTo>
                      <a:pt x="95" y="168"/>
                    </a:lnTo>
                    <a:cubicBezTo>
                      <a:pt x="94" y="169"/>
                      <a:pt x="94" y="169"/>
                      <a:pt x="94" y="170"/>
                    </a:cubicBezTo>
                    <a:cubicBezTo>
                      <a:pt x="94" y="171"/>
                      <a:pt x="94" y="172"/>
                      <a:pt x="95" y="173"/>
                    </a:cubicBezTo>
                    <a:cubicBezTo>
                      <a:pt x="97" y="176"/>
                      <a:pt x="102" y="174"/>
                      <a:pt x="104" y="171"/>
                    </a:cubicBezTo>
                    <a:cubicBezTo>
                      <a:pt x="106" y="167"/>
                      <a:pt x="108" y="163"/>
                      <a:pt x="111" y="161"/>
                    </a:cubicBezTo>
                    <a:lnTo>
                      <a:pt x="111" y="161"/>
                    </a:lnTo>
                    <a:cubicBezTo>
                      <a:pt x="111" y="162"/>
                      <a:pt x="111" y="163"/>
                      <a:pt x="111" y="165"/>
                    </a:cubicBezTo>
                    <a:cubicBezTo>
                      <a:pt x="111" y="166"/>
                      <a:pt x="111" y="167"/>
                      <a:pt x="111" y="168"/>
                    </a:cubicBezTo>
                    <a:cubicBezTo>
                      <a:pt x="111" y="170"/>
                      <a:pt x="113" y="173"/>
                      <a:pt x="116" y="173"/>
                    </a:cubicBezTo>
                    <a:lnTo>
                      <a:pt x="116" y="173"/>
                    </a:ln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7" y="172"/>
                      <a:pt x="117" y="171"/>
                      <a:pt x="118" y="171"/>
                    </a:cubicBezTo>
                    <a:lnTo>
                      <a:pt x="126" y="160"/>
                    </a:lnTo>
                    <a:cubicBezTo>
                      <a:pt x="126" y="161"/>
                      <a:pt x="137" y="172"/>
                      <a:pt x="138" y="173"/>
                    </a:cubicBezTo>
                    <a:lnTo>
                      <a:pt x="138" y="173"/>
                    </a:lnTo>
                    <a:cubicBezTo>
                      <a:pt x="139" y="173"/>
                      <a:pt x="139" y="173"/>
                      <a:pt x="139" y="173"/>
                    </a:cubicBezTo>
                    <a:cubicBezTo>
                      <a:pt x="140" y="174"/>
                      <a:pt x="141" y="174"/>
                      <a:pt x="142" y="174"/>
                    </a:cubicBezTo>
                    <a:lnTo>
                      <a:pt x="142" y="174"/>
                    </a:lnTo>
                    <a:lnTo>
                      <a:pt x="143" y="174"/>
                    </a:lnTo>
                    <a:cubicBezTo>
                      <a:pt x="144" y="173"/>
                      <a:pt x="144" y="173"/>
                      <a:pt x="145" y="172"/>
                    </a:cubicBezTo>
                    <a:cubicBezTo>
                      <a:pt x="145" y="172"/>
                      <a:pt x="145" y="171"/>
                      <a:pt x="145" y="170"/>
                    </a:cubicBezTo>
                    <a:lnTo>
                      <a:pt x="145" y="169"/>
                    </a:lnTo>
                    <a:lnTo>
                      <a:pt x="145" y="169"/>
                    </a:lnTo>
                    <a:cubicBezTo>
                      <a:pt x="145" y="168"/>
                      <a:pt x="145" y="167"/>
                      <a:pt x="144" y="166"/>
                    </a:cubicBezTo>
                    <a:cubicBezTo>
                      <a:pt x="143" y="165"/>
                      <a:pt x="143" y="164"/>
                      <a:pt x="142" y="163"/>
                    </a:cubicBezTo>
                    <a:lnTo>
                      <a:pt x="142" y="163"/>
                    </a:lnTo>
                    <a:lnTo>
                      <a:pt x="143" y="164"/>
                    </a:lnTo>
                    <a:cubicBezTo>
                      <a:pt x="149" y="167"/>
                      <a:pt x="156" y="170"/>
                      <a:pt x="163" y="171"/>
                    </a:cubicBezTo>
                    <a:lnTo>
                      <a:pt x="163" y="171"/>
                    </a:lnTo>
                    <a:lnTo>
                      <a:pt x="162" y="170"/>
                    </a:lnTo>
                    <a:cubicBezTo>
                      <a:pt x="161" y="168"/>
                      <a:pt x="159" y="166"/>
                      <a:pt x="157" y="165"/>
                    </a:cubicBezTo>
                    <a:lnTo>
                      <a:pt x="156" y="164"/>
                    </a:lnTo>
                    <a:lnTo>
                      <a:pt x="171" y="169"/>
                    </a:lnTo>
                    <a:cubicBezTo>
                      <a:pt x="172" y="169"/>
                      <a:pt x="173" y="169"/>
                      <a:pt x="174" y="169"/>
                    </a:cubicBezTo>
                    <a:cubicBezTo>
                      <a:pt x="174" y="169"/>
                      <a:pt x="174" y="166"/>
                      <a:pt x="172" y="167"/>
                    </a:cubicBezTo>
                    <a:cubicBezTo>
                      <a:pt x="178" y="172"/>
                      <a:pt x="186" y="172"/>
                      <a:pt x="190" y="177"/>
                    </a:cubicBezTo>
                    <a:lnTo>
                      <a:pt x="191" y="1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34550" rIns="90000" bIns="34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9"/>
              <p:cNvSpPr/>
              <p:nvPr/>
            </p:nvSpPr>
            <p:spPr>
              <a:xfrm>
                <a:off x="6970440" y="2126733"/>
                <a:ext cx="175320" cy="13428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73" extrusionOk="0">
                    <a:moveTo>
                      <a:pt x="384" y="41"/>
                    </a:moveTo>
                    <a:cubicBezTo>
                      <a:pt x="419" y="52"/>
                      <a:pt x="451" y="74"/>
                      <a:pt x="487" y="77"/>
                    </a:cubicBezTo>
                    <a:lnTo>
                      <a:pt x="487" y="77"/>
                    </a:lnTo>
                    <a:cubicBezTo>
                      <a:pt x="485" y="78"/>
                      <a:pt x="484" y="79"/>
                      <a:pt x="482" y="80"/>
                    </a:cubicBezTo>
                    <a:cubicBezTo>
                      <a:pt x="471" y="87"/>
                      <a:pt x="459" y="90"/>
                      <a:pt x="447" y="90"/>
                    </a:cubicBezTo>
                    <a:cubicBezTo>
                      <a:pt x="442" y="90"/>
                      <a:pt x="437" y="89"/>
                      <a:pt x="433" y="88"/>
                    </a:cubicBezTo>
                    <a:lnTo>
                      <a:pt x="474" y="124"/>
                    </a:lnTo>
                    <a:lnTo>
                      <a:pt x="474" y="124"/>
                    </a:lnTo>
                    <a:lnTo>
                      <a:pt x="473" y="124"/>
                    </a:lnTo>
                    <a:cubicBezTo>
                      <a:pt x="447" y="124"/>
                      <a:pt x="422" y="118"/>
                      <a:pt x="399" y="106"/>
                    </a:cubicBezTo>
                    <a:lnTo>
                      <a:pt x="399" y="106"/>
                    </a:lnTo>
                    <a:cubicBezTo>
                      <a:pt x="412" y="118"/>
                      <a:pt x="422" y="131"/>
                      <a:pt x="431" y="146"/>
                    </a:cubicBezTo>
                    <a:cubicBezTo>
                      <a:pt x="432" y="148"/>
                      <a:pt x="433" y="149"/>
                      <a:pt x="433" y="150"/>
                    </a:cubicBezTo>
                    <a:lnTo>
                      <a:pt x="433" y="150"/>
                    </a:lnTo>
                    <a:cubicBezTo>
                      <a:pt x="432" y="150"/>
                      <a:pt x="431" y="150"/>
                      <a:pt x="429" y="150"/>
                    </a:cubicBezTo>
                    <a:cubicBezTo>
                      <a:pt x="409" y="150"/>
                      <a:pt x="389" y="145"/>
                      <a:pt x="372" y="135"/>
                    </a:cubicBezTo>
                    <a:cubicBezTo>
                      <a:pt x="368" y="133"/>
                      <a:pt x="365" y="131"/>
                      <a:pt x="361" y="128"/>
                    </a:cubicBezTo>
                    <a:lnTo>
                      <a:pt x="361" y="128"/>
                    </a:lnTo>
                    <a:cubicBezTo>
                      <a:pt x="365" y="131"/>
                      <a:pt x="368" y="135"/>
                      <a:pt x="370" y="139"/>
                    </a:cubicBezTo>
                    <a:cubicBezTo>
                      <a:pt x="374" y="146"/>
                      <a:pt x="376" y="154"/>
                      <a:pt x="376" y="162"/>
                    </a:cubicBezTo>
                    <a:lnTo>
                      <a:pt x="376" y="162"/>
                    </a:lnTo>
                    <a:lnTo>
                      <a:pt x="376" y="162"/>
                    </a:lnTo>
                    <a:cubicBezTo>
                      <a:pt x="369" y="160"/>
                      <a:pt x="362" y="157"/>
                      <a:pt x="356" y="153"/>
                    </a:cubicBezTo>
                    <a:cubicBezTo>
                      <a:pt x="347" y="148"/>
                      <a:pt x="338" y="141"/>
                      <a:pt x="331" y="133"/>
                    </a:cubicBezTo>
                    <a:cubicBezTo>
                      <a:pt x="341" y="135"/>
                      <a:pt x="337" y="152"/>
                      <a:pt x="327" y="153"/>
                    </a:cubicBezTo>
                    <a:cubicBezTo>
                      <a:pt x="318" y="154"/>
                      <a:pt x="309" y="146"/>
                      <a:pt x="301" y="139"/>
                    </a:cubicBezTo>
                    <a:lnTo>
                      <a:pt x="307" y="168"/>
                    </a:lnTo>
                    <a:lnTo>
                      <a:pt x="274" y="156"/>
                    </a:lnTo>
                    <a:lnTo>
                      <a:pt x="274" y="156"/>
                    </a:lnTo>
                    <a:cubicBezTo>
                      <a:pt x="276" y="160"/>
                      <a:pt x="277" y="164"/>
                      <a:pt x="277" y="169"/>
                    </a:cubicBezTo>
                    <a:cubicBezTo>
                      <a:pt x="277" y="171"/>
                      <a:pt x="277" y="173"/>
                      <a:pt x="277" y="175"/>
                    </a:cubicBezTo>
                    <a:lnTo>
                      <a:pt x="251" y="169"/>
                    </a:lnTo>
                    <a:lnTo>
                      <a:pt x="251" y="169"/>
                    </a:lnTo>
                    <a:cubicBezTo>
                      <a:pt x="249" y="174"/>
                      <a:pt x="248" y="179"/>
                      <a:pt x="248" y="185"/>
                    </a:cubicBezTo>
                    <a:cubicBezTo>
                      <a:pt x="248" y="191"/>
                      <a:pt x="249" y="197"/>
                      <a:pt x="252" y="202"/>
                    </a:cubicBezTo>
                    <a:cubicBezTo>
                      <a:pt x="255" y="207"/>
                      <a:pt x="259" y="211"/>
                      <a:pt x="263" y="214"/>
                    </a:cubicBezTo>
                    <a:lnTo>
                      <a:pt x="263" y="214"/>
                    </a:lnTo>
                    <a:cubicBezTo>
                      <a:pt x="264" y="215"/>
                      <a:pt x="266" y="215"/>
                      <a:pt x="267" y="216"/>
                    </a:cubicBezTo>
                    <a:cubicBezTo>
                      <a:pt x="280" y="224"/>
                      <a:pt x="295" y="229"/>
                      <a:pt x="310" y="233"/>
                    </a:cubicBezTo>
                    <a:lnTo>
                      <a:pt x="310" y="233"/>
                    </a:lnTo>
                    <a:cubicBezTo>
                      <a:pt x="324" y="237"/>
                      <a:pt x="338" y="244"/>
                      <a:pt x="351" y="251"/>
                    </a:cubicBezTo>
                    <a:cubicBezTo>
                      <a:pt x="369" y="261"/>
                      <a:pt x="385" y="274"/>
                      <a:pt x="399" y="288"/>
                    </a:cubicBezTo>
                    <a:lnTo>
                      <a:pt x="345" y="270"/>
                    </a:lnTo>
                    <a:lnTo>
                      <a:pt x="380" y="315"/>
                    </a:lnTo>
                    <a:lnTo>
                      <a:pt x="327" y="301"/>
                    </a:lnTo>
                    <a:lnTo>
                      <a:pt x="327" y="301"/>
                    </a:lnTo>
                    <a:cubicBezTo>
                      <a:pt x="341" y="318"/>
                      <a:pt x="355" y="335"/>
                      <a:pt x="365" y="354"/>
                    </a:cubicBezTo>
                    <a:cubicBezTo>
                      <a:pt x="369" y="360"/>
                      <a:pt x="372" y="367"/>
                      <a:pt x="375" y="373"/>
                    </a:cubicBezTo>
                    <a:lnTo>
                      <a:pt x="375" y="373"/>
                    </a:lnTo>
                    <a:cubicBezTo>
                      <a:pt x="361" y="368"/>
                      <a:pt x="349" y="361"/>
                      <a:pt x="335" y="354"/>
                    </a:cubicBezTo>
                    <a:cubicBezTo>
                      <a:pt x="296" y="331"/>
                      <a:pt x="263" y="299"/>
                      <a:pt x="240" y="260"/>
                    </a:cubicBezTo>
                    <a:lnTo>
                      <a:pt x="240" y="260"/>
                    </a:lnTo>
                    <a:cubicBezTo>
                      <a:pt x="243" y="263"/>
                      <a:pt x="246" y="267"/>
                      <a:pt x="248" y="271"/>
                    </a:cubicBezTo>
                    <a:cubicBezTo>
                      <a:pt x="252" y="278"/>
                      <a:pt x="254" y="286"/>
                      <a:pt x="254" y="294"/>
                    </a:cubicBezTo>
                    <a:cubicBezTo>
                      <a:pt x="254" y="295"/>
                      <a:pt x="254" y="297"/>
                      <a:pt x="254" y="298"/>
                    </a:cubicBezTo>
                    <a:lnTo>
                      <a:pt x="254" y="298"/>
                    </a:lnTo>
                    <a:cubicBezTo>
                      <a:pt x="242" y="289"/>
                      <a:pt x="233" y="277"/>
                      <a:pt x="224" y="264"/>
                    </a:cubicBezTo>
                    <a:cubicBezTo>
                      <a:pt x="224" y="263"/>
                      <a:pt x="222" y="261"/>
                      <a:pt x="222" y="260"/>
                    </a:cubicBezTo>
                    <a:lnTo>
                      <a:pt x="222" y="260"/>
                    </a:lnTo>
                    <a:cubicBezTo>
                      <a:pt x="221" y="258"/>
                      <a:pt x="220" y="256"/>
                      <a:pt x="218" y="254"/>
                    </a:cubicBezTo>
                    <a:cubicBezTo>
                      <a:pt x="216" y="250"/>
                      <a:pt x="214" y="247"/>
                      <a:pt x="212" y="245"/>
                    </a:cubicBezTo>
                    <a:lnTo>
                      <a:pt x="212" y="245"/>
                    </a:lnTo>
                    <a:cubicBezTo>
                      <a:pt x="210" y="243"/>
                      <a:pt x="208" y="241"/>
                      <a:pt x="205" y="240"/>
                    </a:cubicBezTo>
                    <a:cubicBezTo>
                      <a:pt x="201" y="237"/>
                      <a:pt x="196" y="235"/>
                      <a:pt x="190" y="234"/>
                    </a:cubicBezTo>
                    <a:cubicBezTo>
                      <a:pt x="147" y="222"/>
                      <a:pt x="100" y="195"/>
                      <a:pt x="81" y="152"/>
                    </a:cubicBezTo>
                    <a:cubicBezTo>
                      <a:pt x="71" y="131"/>
                      <a:pt x="74" y="107"/>
                      <a:pt x="66" y="86"/>
                    </a:cubicBezTo>
                    <a:lnTo>
                      <a:pt x="66" y="86"/>
                    </a:lnTo>
                    <a:cubicBezTo>
                      <a:pt x="64" y="82"/>
                      <a:pt x="62" y="78"/>
                      <a:pt x="60" y="74"/>
                    </a:cubicBezTo>
                    <a:cubicBezTo>
                      <a:pt x="51" y="59"/>
                      <a:pt x="40" y="44"/>
                      <a:pt x="28" y="32"/>
                    </a:cubicBezTo>
                    <a:lnTo>
                      <a:pt x="28" y="32"/>
                    </a:lnTo>
                    <a:cubicBezTo>
                      <a:pt x="24" y="25"/>
                      <a:pt x="19" y="19"/>
                      <a:pt x="12" y="15"/>
                    </a:cubicBezTo>
                    <a:cubicBezTo>
                      <a:pt x="8" y="13"/>
                      <a:pt x="4" y="11"/>
                      <a:pt x="0" y="10"/>
                    </a:cubicBezTo>
                    <a:cubicBezTo>
                      <a:pt x="0" y="4"/>
                      <a:pt x="7" y="0"/>
                      <a:pt x="14" y="0"/>
                    </a:cubicBezTo>
                    <a:lnTo>
                      <a:pt x="14" y="0"/>
                    </a:lnTo>
                    <a:cubicBezTo>
                      <a:pt x="20" y="2"/>
                      <a:pt x="27" y="3"/>
                      <a:pt x="33" y="4"/>
                    </a:cubicBezTo>
                    <a:lnTo>
                      <a:pt x="33" y="4"/>
                    </a:lnTo>
                    <a:cubicBezTo>
                      <a:pt x="38" y="3"/>
                      <a:pt x="42" y="1"/>
                      <a:pt x="46" y="0"/>
                    </a:cubicBezTo>
                    <a:lnTo>
                      <a:pt x="46" y="0"/>
                    </a:lnTo>
                    <a:cubicBezTo>
                      <a:pt x="47" y="0"/>
                      <a:pt x="49" y="0"/>
                      <a:pt x="50" y="0"/>
                    </a:cubicBezTo>
                    <a:cubicBezTo>
                      <a:pt x="58" y="0"/>
                      <a:pt x="66" y="2"/>
                      <a:pt x="73" y="6"/>
                    </a:cubicBezTo>
                    <a:cubicBezTo>
                      <a:pt x="77" y="8"/>
                      <a:pt x="80" y="11"/>
                      <a:pt x="83" y="13"/>
                    </a:cubicBezTo>
                    <a:cubicBezTo>
                      <a:pt x="107" y="33"/>
                      <a:pt x="139" y="80"/>
                      <a:pt x="171" y="86"/>
                    </a:cubicBezTo>
                    <a:cubicBezTo>
                      <a:pt x="195" y="90"/>
                      <a:pt x="226" y="67"/>
                      <a:pt x="246" y="56"/>
                    </a:cubicBezTo>
                    <a:lnTo>
                      <a:pt x="246" y="56"/>
                    </a:lnTo>
                    <a:cubicBezTo>
                      <a:pt x="272" y="41"/>
                      <a:pt x="302" y="34"/>
                      <a:pt x="333" y="34"/>
                    </a:cubicBezTo>
                    <a:cubicBezTo>
                      <a:pt x="350" y="34"/>
                      <a:pt x="367" y="36"/>
                      <a:pt x="384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" name="Google Shape;495;p29"/>
            <p:cNvSpPr/>
            <p:nvPr/>
          </p:nvSpPr>
          <p:spPr>
            <a:xfrm>
              <a:off x="7884807" y="4699628"/>
              <a:ext cx="607670" cy="197249"/>
            </a:xfrm>
            <a:custGeom>
              <a:avLst/>
              <a:gdLst/>
              <a:ahLst/>
              <a:cxnLst/>
              <a:rect l="l" t="t" r="r" b="b"/>
              <a:pathLst>
                <a:path w="5385" h="1748" extrusionOk="0">
                  <a:moveTo>
                    <a:pt x="4758" y="1743"/>
                  </a:moveTo>
                  <a:cubicBezTo>
                    <a:pt x="4477" y="1758"/>
                    <a:pt x="4189" y="1736"/>
                    <a:pt x="3921" y="1736"/>
                  </a:cubicBezTo>
                  <a:cubicBezTo>
                    <a:pt x="2717" y="1736"/>
                    <a:pt x="1513" y="1721"/>
                    <a:pt x="310" y="1715"/>
                  </a:cubicBezTo>
                  <a:cubicBezTo>
                    <a:pt x="201" y="1715"/>
                    <a:pt x="83" y="1711"/>
                    <a:pt x="0" y="1641"/>
                  </a:cubicBezTo>
                  <a:lnTo>
                    <a:pt x="0" y="1641"/>
                  </a:lnTo>
                  <a:cubicBezTo>
                    <a:pt x="12" y="1630"/>
                    <a:pt x="26" y="1621"/>
                    <a:pt x="40" y="1613"/>
                  </a:cubicBezTo>
                  <a:cubicBezTo>
                    <a:pt x="79" y="1590"/>
                    <a:pt x="124" y="1577"/>
                    <a:pt x="170" y="1575"/>
                  </a:cubicBezTo>
                  <a:cubicBezTo>
                    <a:pt x="246" y="1319"/>
                    <a:pt x="585" y="1183"/>
                    <a:pt x="818" y="1315"/>
                  </a:cubicBezTo>
                  <a:cubicBezTo>
                    <a:pt x="774" y="1116"/>
                    <a:pt x="959" y="945"/>
                    <a:pt x="1147" y="941"/>
                  </a:cubicBezTo>
                  <a:cubicBezTo>
                    <a:pt x="1182" y="563"/>
                    <a:pt x="1448" y="277"/>
                    <a:pt x="1795" y="112"/>
                  </a:cubicBezTo>
                  <a:cubicBezTo>
                    <a:pt x="2078" y="-23"/>
                    <a:pt x="2421" y="-43"/>
                    <a:pt x="2704" y="93"/>
                  </a:cubicBezTo>
                  <a:cubicBezTo>
                    <a:pt x="2986" y="229"/>
                    <a:pt x="3192" y="530"/>
                    <a:pt x="3180" y="843"/>
                  </a:cubicBezTo>
                  <a:cubicBezTo>
                    <a:pt x="3387" y="718"/>
                    <a:pt x="3689" y="791"/>
                    <a:pt x="3815" y="996"/>
                  </a:cubicBezTo>
                  <a:lnTo>
                    <a:pt x="3815" y="996"/>
                  </a:lnTo>
                  <a:cubicBezTo>
                    <a:pt x="3820" y="986"/>
                    <a:pt x="3825" y="976"/>
                    <a:pt x="3831" y="967"/>
                  </a:cubicBezTo>
                  <a:cubicBezTo>
                    <a:pt x="3874" y="891"/>
                    <a:pt x="3937" y="828"/>
                    <a:pt x="4013" y="785"/>
                  </a:cubicBezTo>
                  <a:cubicBezTo>
                    <a:pt x="4089" y="741"/>
                    <a:pt x="4174" y="718"/>
                    <a:pt x="4262" y="718"/>
                  </a:cubicBezTo>
                  <a:cubicBezTo>
                    <a:pt x="4349" y="718"/>
                    <a:pt x="4435" y="741"/>
                    <a:pt x="4511" y="785"/>
                  </a:cubicBezTo>
                  <a:cubicBezTo>
                    <a:pt x="4586" y="828"/>
                    <a:pt x="4649" y="891"/>
                    <a:pt x="4693" y="967"/>
                  </a:cubicBezTo>
                  <a:cubicBezTo>
                    <a:pt x="4736" y="1043"/>
                    <a:pt x="4759" y="1128"/>
                    <a:pt x="4759" y="1216"/>
                  </a:cubicBezTo>
                  <a:cubicBezTo>
                    <a:pt x="4759" y="1225"/>
                    <a:pt x="4759" y="1234"/>
                    <a:pt x="4759" y="1243"/>
                  </a:cubicBezTo>
                  <a:cubicBezTo>
                    <a:pt x="4974" y="1130"/>
                    <a:pt x="5276" y="1241"/>
                    <a:pt x="5369" y="1466"/>
                  </a:cubicBezTo>
                  <a:cubicBezTo>
                    <a:pt x="5387" y="1510"/>
                    <a:pt x="5395" y="1564"/>
                    <a:pt x="5369" y="1603"/>
                  </a:cubicBezTo>
                  <a:lnTo>
                    <a:pt x="5369" y="1603"/>
                  </a:lnTo>
                  <a:cubicBezTo>
                    <a:pt x="5358" y="1615"/>
                    <a:pt x="5345" y="1625"/>
                    <a:pt x="5331" y="1633"/>
                  </a:cubicBezTo>
                  <a:cubicBezTo>
                    <a:pt x="5317" y="1641"/>
                    <a:pt x="5302" y="1647"/>
                    <a:pt x="5286" y="1651"/>
                  </a:cubicBezTo>
                  <a:lnTo>
                    <a:pt x="5286" y="1651"/>
                  </a:lnTo>
                  <a:cubicBezTo>
                    <a:pt x="5115" y="1705"/>
                    <a:pt x="4937" y="1736"/>
                    <a:pt x="4758" y="17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9"/>
            <p:cNvSpPr/>
            <p:nvPr/>
          </p:nvSpPr>
          <p:spPr>
            <a:xfrm flipH="1">
              <a:off x="1361357" y="4651603"/>
              <a:ext cx="607670" cy="197249"/>
            </a:xfrm>
            <a:custGeom>
              <a:avLst/>
              <a:gdLst/>
              <a:ahLst/>
              <a:cxnLst/>
              <a:rect l="l" t="t" r="r" b="b"/>
              <a:pathLst>
                <a:path w="5385" h="1748" extrusionOk="0">
                  <a:moveTo>
                    <a:pt x="4758" y="1743"/>
                  </a:moveTo>
                  <a:cubicBezTo>
                    <a:pt x="4477" y="1758"/>
                    <a:pt x="4189" y="1736"/>
                    <a:pt x="3921" y="1736"/>
                  </a:cubicBezTo>
                  <a:cubicBezTo>
                    <a:pt x="2717" y="1736"/>
                    <a:pt x="1513" y="1721"/>
                    <a:pt x="310" y="1715"/>
                  </a:cubicBezTo>
                  <a:cubicBezTo>
                    <a:pt x="201" y="1715"/>
                    <a:pt x="83" y="1711"/>
                    <a:pt x="0" y="1641"/>
                  </a:cubicBezTo>
                  <a:lnTo>
                    <a:pt x="0" y="1641"/>
                  </a:lnTo>
                  <a:cubicBezTo>
                    <a:pt x="12" y="1630"/>
                    <a:pt x="26" y="1621"/>
                    <a:pt x="40" y="1613"/>
                  </a:cubicBezTo>
                  <a:cubicBezTo>
                    <a:pt x="79" y="1590"/>
                    <a:pt x="124" y="1577"/>
                    <a:pt x="170" y="1575"/>
                  </a:cubicBezTo>
                  <a:cubicBezTo>
                    <a:pt x="246" y="1319"/>
                    <a:pt x="585" y="1183"/>
                    <a:pt x="818" y="1315"/>
                  </a:cubicBezTo>
                  <a:cubicBezTo>
                    <a:pt x="774" y="1116"/>
                    <a:pt x="959" y="945"/>
                    <a:pt x="1147" y="941"/>
                  </a:cubicBezTo>
                  <a:cubicBezTo>
                    <a:pt x="1182" y="563"/>
                    <a:pt x="1448" y="277"/>
                    <a:pt x="1795" y="112"/>
                  </a:cubicBezTo>
                  <a:cubicBezTo>
                    <a:pt x="2078" y="-23"/>
                    <a:pt x="2421" y="-43"/>
                    <a:pt x="2704" y="93"/>
                  </a:cubicBezTo>
                  <a:cubicBezTo>
                    <a:pt x="2986" y="229"/>
                    <a:pt x="3192" y="530"/>
                    <a:pt x="3180" y="843"/>
                  </a:cubicBezTo>
                  <a:cubicBezTo>
                    <a:pt x="3387" y="718"/>
                    <a:pt x="3689" y="791"/>
                    <a:pt x="3815" y="996"/>
                  </a:cubicBezTo>
                  <a:lnTo>
                    <a:pt x="3815" y="996"/>
                  </a:lnTo>
                  <a:cubicBezTo>
                    <a:pt x="3820" y="986"/>
                    <a:pt x="3825" y="976"/>
                    <a:pt x="3831" y="967"/>
                  </a:cubicBezTo>
                  <a:cubicBezTo>
                    <a:pt x="3874" y="891"/>
                    <a:pt x="3937" y="828"/>
                    <a:pt x="4013" y="785"/>
                  </a:cubicBezTo>
                  <a:cubicBezTo>
                    <a:pt x="4089" y="741"/>
                    <a:pt x="4174" y="718"/>
                    <a:pt x="4262" y="718"/>
                  </a:cubicBezTo>
                  <a:cubicBezTo>
                    <a:pt x="4349" y="718"/>
                    <a:pt x="4435" y="741"/>
                    <a:pt x="4511" y="785"/>
                  </a:cubicBezTo>
                  <a:cubicBezTo>
                    <a:pt x="4586" y="828"/>
                    <a:pt x="4649" y="891"/>
                    <a:pt x="4693" y="967"/>
                  </a:cubicBezTo>
                  <a:cubicBezTo>
                    <a:pt x="4736" y="1043"/>
                    <a:pt x="4759" y="1128"/>
                    <a:pt x="4759" y="1216"/>
                  </a:cubicBezTo>
                  <a:cubicBezTo>
                    <a:pt x="4759" y="1225"/>
                    <a:pt x="4759" y="1234"/>
                    <a:pt x="4759" y="1243"/>
                  </a:cubicBezTo>
                  <a:cubicBezTo>
                    <a:pt x="4974" y="1130"/>
                    <a:pt x="5276" y="1241"/>
                    <a:pt x="5369" y="1466"/>
                  </a:cubicBezTo>
                  <a:cubicBezTo>
                    <a:pt x="5387" y="1510"/>
                    <a:pt x="5395" y="1564"/>
                    <a:pt x="5369" y="1603"/>
                  </a:cubicBezTo>
                  <a:lnTo>
                    <a:pt x="5369" y="1603"/>
                  </a:lnTo>
                  <a:cubicBezTo>
                    <a:pt x="5358" y="1615"/>
                    <a:pt x="5345" y="1625"/>
                    <a:pt x="5331" y="1633"/>
                  </a:cubicBezTo>
                  <a:cubicBezTo>
                    <a:pt x="5317" y="1641"/>
                    <a:pt x="5302" y="1647"/>
                    <a:pt x="5286" y="1651"/>
                  </a:cubicBezTo>
                  <a:lnTo>
                    <a:pt x="5286" y="1651"/>
                  </a:lnTo>
                  <a:cubicBezTo>
                    <a:pt x="5115" y="1705"/>
                    <a:pt x="4937" y="1736"/>
                    <a:pt x="4758" y="17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7" name="Google Shape;497;p29"/>
            <p:cNvGrpSpPr/>
            <p:nvPr/>
          </p:nvGrpSpPr>
          <p:grpSpPr>
            <a:xfrm>
              <a:off x="128993" y="4172308"/>
              <a:ext cx="451080" cy="290880"/>
              <a:chOff x="7896505" y="2488733"/>
              <a:chExt cx="451080" cy="290880"/>
            </a:xfrm>
          </p:grpSpPr>
          <p:sp>
            <p:nvSpPr>
              <p:cNvPr id="498" name="Google Shape;498;p29"/>
              <p:cNvSpPr/>
              <p:nvPr/>
            </p:nvSpPr>
            <p:spPr>
              <a:xfrm>
                <a:off x="7896505" y="2488733"/>
                <a:ext cx="26136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41" extrusionOk="0">
                    <a:moveTo>
                      <a:pt x="288" y="102"/>
                    </a:moveTo>
                    <a:lnTo>
                      <a:pt x="288" y="102"/>
                    </a:lnTo>
                    <a:cubicBezTo>
                      <a:pt x="288" y="100"/>
                      <a:pt x="288" y="99"/>
                      <a:pt x="288" y="97"/>
                    </a:cubicBezTo>
                    <a:cubicBezTo>
                      <a:pt x="288" y="94"/>
                      <a:pt x="287" y="90"/>
                      <a:pt x="286" y="86"/>
                    </a:cubicBezTo>
                    <a:lnTo>
                      <a:pt x="286" y="86"/>
                    </a:lnTo>
                    <a:cubicBezTo>
                      <a:pt x="283" y="77"/>
                      <a:pt x="281" y="67"/>
                      <a:pt x="281" y="57"/>
                    </a:cubicBezTo>
                    <a:cubicBezTo>
                      <a:pt x="281" y="55"/>
                      <a:pt x="281" y="53"/>
                      <a:pt x="281" y="51"/>
                    </a:cubicBezTo>
                    <a:cubicBezTo>
                      <a:pt x="283" y="42"/>
                      <a:pt x="287" y="34"/>
                      <a:pt x="289" y="26"/>
                    </a:cubicBezTo>
                    <a:lnTo>
                      <a:pt x="289" y="26"/>
                    </a:lnTo>
                    <a:cubicBezTo>
                      <a:pt x="290" y="23"/>
                      <a:pt x="290" y="20"/>
                      <a:pt x="290" y="18"/>
                    </a:cubicBezTo>
                    <a:cubicBezTo>
                      <a:pt x="290" y="12"/>
                      <a:pt x="290" y="8"/>
                      <a:pt x="286" y="3"/>
                    </a:cubicBezTo>
                    <a:cubicBezTo>
                      <a:pt x="286" y="2"/>
                      <a:pt x="285" y="1"/>
                      <a:pt x="284" y="0"/>
                    </a:cubicBezTo>
                    <a:cubicBezTo>
                      <a:pt x="293" y="1"/>
                      <a:pt x="298" y="11"/>
                      <a:pt x="306" y="17"/>
                    </a:cubicBezTo>
                    <a:cubicBezTo>
                      <a:pt x="310" y="20"/>
                      <a:pt x="314" y="23"/>
                      <a:pt x="318" y="25"/>
                    </a:cubicBezTo>
                    <a:cubicBezTo>
                      <a:pt x="335" y="37"/>
                      <a:pt x="335" y="55"/>
                      <a:pt x="344" y="70"/>
                    </a:cubicBezTo>
                    <a:lnTo>
                      <a:pt x="344" y="70"/>
                    </a:lnTo>
                    <a:cubicBezTo>
                      <a:pt x="344" y="70"/>
                      <a:pt x="345" y="71"/>
                      <a:pt x="345" y="72"/>
                    </a:cubicBezTo>
                    <a:cubicBezTo>
                      <a:pt x="350" y="81"/>
                      <a:pt x="358" y="88"/>
                      <a:pt x="367" y="93"/>
                    </a:cubicBezTo>
                    <a:cubicBezTo>
                      <a:pt x="373" y="97"/>
                      <a:pt x="380" y="99"/>
                      <a:pt x="387" y="101"/>
                    </a:cubicBezTo>
                    <a:cubicBezTo>
                      <a:pt x="411" y="104"/>
                      <a:pt x="432" y="90"/>
                      <a:pt x="453" y="83"/>
                    </a:cubicBezTo>
                    <a:lnTo>
                      <a:pt x="453" y="83"/>
                    </a:lnTo>
                    <a:cubicBezTo>
                      <a:pt x="463" y="81"/>
                      <a:pt x="474" y="80"/>
                      <a:pt x="484" y="80"/>
                    </a:cubicBezTo>
                    <a:cubicBezTo>
                      <a:pt x="502" y="80"/>
                      <a:pt x="520" y="83"/>
                      <a:pt x="537" y="89"/>
                    </a:cubicBezTo>
                    <a:cubicBezTo>
                      <a:pt x="559" y="95"/>
                      <a:pt x="580" y="102"/>
                      <a:pt x="602" y="110"/>
                    </a:cubicBezTo>
                    <a:lnTo>
                      <a:pt x="701" y="146"/>
                    </a:lnTo>
                    <a:lnTo>
                      <a:pt x="701" y="146"/>
                    </a:lnTo>
                    <a:cubicBezTo>
                      <a:pt x="706" y="148"/>
                      <a:pt x="710" y="150"/>
                      <a:pt x="715" y="152"/>
                    </a:cubicBezTo>
                    <a:cubicBezTo>
                      <a:pt x="717" y="153"/>
                      <a:pt x="719" y="155"/>
                      <a:pt x="721" y="156"/>
                    </a:cubicBezTo>
                    <a:cubicBezTo>
                      <a:pt x="724" y="159"/>
                      <a:pt x="727" y="161"/>
                      <a:pt x="725" y="164"/>
                    </a:cubicBezTo>
                    <a:cubicBezTo>
                      <a:pt x="724" y="166"/>
                      <a:pt x="721" y="167"/>
                      <a:pt x="718" y="168"/>
                    </a:cubicBezTo>
                    <a:lnTo>
                      <a:pt x="718" y="168"/>
                    </a:lnTo>
                    <a:cubicBezTo>
                      <a:pt x="704" y="170"/>
                      <a:pt x="689" y="171"/>
                      <a:pt x="675" y="171"/>
                    </a:cubicBezTo>
                    <a:cubicBezTo>
                      <a:pt x="673" y="171"/>
                      <a:pt x="671" y="171"/>
                      <a:pt x="669" y="171"/>
                    </a:cubicBezTo>
                    <a:lnTo>
                      <a:pt x="689" y="189"/>
                    </a:lnTo>
                    <a:cubicBezTo>
                      <a:pt x="691" y="191"/>
                      <a:pt x="693" y="193"/>
                      <a:pt x="692" y="195"/>
                    </a:cubicBezTo>
                    <a:lnTo>
                      <a:pt x="692" y="195"/>
                    </a:lnTo>
                    <a:cubicBezTo>
                      <a:pt x="692" y="196"/>
                      <a:pt x="691" y="196"/>
                      <a:pt x="691" y="196"/>
                    </a:cubicBezTo>
                    <a:cubicBezTo>
                      <a:pt x="690" y="197"/>
                      <a:pt x="689" y="197"/>
                      <a:pt x="688" y="197"/>
                    </a:cubicBezTo>
                    <a:lnTo>
                      <a:pt x="688" y="197"/>
                    </a:lnTo>
                    <a:cubicBezTo>
                      <a:pt x="683" y="198"/>
                      <a:pt x="679" y="198"/>
                      <a:pt x="673" y="198"/>
                    </a:cubicBezTo>
                    <a:cubicBezTo>
                      <a:pt x="668" y="198"/>
                      <a:pt x="662" y="198"/>
                      <a:pt x="657" y="197"/>
                    </a:cubicBezTo>
                    <a:lnTo>
                      <a:pt x="657" y="197"/>
                    </a:lnTo>
                    <a:cubicBezTo>
                      <a:pt x="643" y="197"/>
                      <a:pt x="630" y="193"/>
                      <a:pt x="618" y="187"/>
                    </a:cubicBezTo>
                    <a:lnTo>
                      <a:pt x="618" y="187"/>
                    </a:lnTo>
                    <a:cubicBezTo>
                      <a:pt x="623" y="192"/>
                      <a:pt x="629" y="199"/>
                      <a:pt x="632" y="205"/>
                    </a:cubicBezTo>
                    <a:cubicBezTo>
                      <a:pt x="636" y="211"/>
                      <a:pt x="638" y="218"/>
                      <a:pt x="640" y="224"/>
                    </a:cubicBezTo>
                    <a:lnTo>
                      <a:pt x="640" y="224"/>
                    </a:lnTo>
                    <a:cubicBezTo>
                      <a:pt x="623" y="224"/>
                      <a:pt x="606" y="219"/>
                      <a:pt x="591" y="212"/>
                    </a:cubicBezTo>
                    <a:lnTo>
                      <a:pt x="591" y="212"/>
                    </a:lnTo>
                    <a:cubicBezTo>
                      <a:pt x="592" y="213"/>
                      <a:pt x="592" y="214"/>
                      <a:pt x="593" y="215"/>
                    </a:cubicBezTo>
                    <a:cubicBezTo>
                      <a:pt x="597" y="220"/>
                      <a:pt x="597" y="224"/>
                      <a:pt x="598" y="229"/>
                    </a:cubicBezTo>
                    <a:lnTo>
                      <a:pt x="598" y="229"/>
                    </a:lnTo>
                    <a:lnTo>
                      <a:pt x="598" y="230"/>
                    </a:lnTo>
                    <a:cubicBezTo>
                      <a:pt x="598" y="232"/>
                      <a:pt x="597" y="234"/>
                      <a:pt x="596" y="236"/>
                    </a:cubicBezTo>
                    <a:cubicBezTo>
                      <a:pt x="595" y="237"/>
                      <a:pt x="594" y="239"/>
                      <a:pt x="592" y="240"/>
                    </a:cubicBezTo>
                    <a:cubicBezTo>
                      <a:pt x="591" y="241"/>
                      <a:pt x="589" y="241"/>
                      <a:pt x="587" y="241"/>
                    </a:cubicBezTo>
                    <a:lnTo>
                      <a:pt x="587" y="241"/>
                    </a:lnTo>
                    <a:cubicBezTo>
                      <a:pt x="584" y="241"/>
                      <a:pt x="581" y="240"/>
                      <a:pt x="578" y="238"/>
                    </a:cubicBezTo>
                    <a:cubicBezTo>
                      <a:pt x="578" y="238"/>
                      <a:pt x="577" y="238"/>
                      <a:pt x="577" y="237"/>
                    </a:cubicBezTo>
                    <a:lnTo>
                      <a:pt x="577" y="237"/>
                    </a:lnTo>
                    <a:cubicBezTo>
                      <a:pt x="574" y="236"/>
                      <a:pt x="572" y="234"/>
                      <a:pt x="569" y="233"/>
                    </a:cubicBezTo>
                    <a:cubicBezTo>
                      <a:pt x="564" y="230"/>
                      <a:pt x="560" y="227"/>
                      <a:pt x="555" y="225"/>
                    </a:cubicBezTo>
                    <a:cubicBezTo>
                      <a:pt x="544" y="222"/>
                      <a:pt x="547" y="223"/>
                      <a:pt x="547" y="232"/>
                    </a:cubicBezTo>
                    <a:lnTo>
                      <a:pt x="547" y="232"/>
                    </a:lnTo>
                    <a:lnTo>
                      <a:pt x="547" y="233"/>
                    </a:lnTo>
                    <a:cubicBezTo>
                      <a:pt x="547" y="234"/>
                      <a:pt x="547" y="235"/>
                      <a:pt x="546" y="237"/>
                    </a:cubicBezTo>
                    <a:cubicBezTo>
                      <a:pt x="546" y="238"/>
                      <a:pt x="544" y="239"/>
                      <a:pt x="543" y="240"/>
                    </a:cubicBezTo>
                    <a:lnTo>
                      <a:pt x="542" y="240"/>
                    </a:lnTo>
                    <a:lnTo>
                      <a:pt x="542" y="240"/>
                    </a:lnTo>
                    <a:cubicBezTo>
                      <a:pt x="541" y="240"/>
                      <a:pt x="540" y="241"/>
                      <a:pt x="540" y="241"/>
                    </a:cubicBezTo>
                    <a:cubicBezTo>
                      <a:pt x="537" y="241"/>
                      <a:pt x="534" y="240"/>
                      <a:pt x="531" y="238"/>
                    </a:cubicBezTo>
                    <a:lnTo>
                      <a:pt x="530" y="238"/>
                    </a:lnTo>
                    <a:lnTo>
                      <a:pt x="530" y="238"/>
                    </a:lnTo>
                    <a:cubicBezTo>
                      <a:pt x="528" y="237"/>
                      <a:pt x="526" y="235"/>
                      <a:pt x="524" y="234"/>
                    </a:cubicBezTo>
                    <a:cubicBezTo>
                      <a:pt x="517" y="230"/>
                      <a:pt x="510" y="225"/>
                      <a:pt x="504" y="220"/>
                    </a:cubicBezTo>
                    <a:lnTo>
                      <a:pt x="504" y="220"/>
                    </a:lnTo>
                    <a:cubicBezTo>
                      <a:pt x="506" y="225"/>
                      <a:pt x="507" y="231"/>
                      <a:pt x="507" y="236"/>
                    </a:cubicBezTo>
                    <a:lnTo>
                      <a:pt x="507" y="236"/>
                    </a:lnTo>
                    <a:cubicBezTo>
                      <a:pt x="507" y="237"/>
                      <a:pt x="508" y="238"/>
                      <a:pt x="508" y="239"/>
                    </a:cubicBezTo>
                    <a:cubicBezTo>
                      <a:pt x="508" y="239"/>
                      <a:pt x="507" y="240"/>
                      <a:pt x="507" y="241"/>
                    </a:cubicBezTo>
                    <a:cubicBezTo>
                      <a:pt x="505" y="244"/>
                      <a:pt x="499" y="243"/>
                      <a:pt x="495" y="241"/>
                    </a:cubicBezTo>
                    <a:lnTo>
                      <a:pt x="495" y="241"/>
                    </a:lnTo>
                    <a:cubicBezTo>
                      <a:pt x="492" y="239"/>
                      <a:pt x="490" y="238"/>
                      <a:pt x="487" y="236"/>
                    </a:cubicBezTo>
                    <a:cubicBezTo>
                      <a:pt x="482" y="233"/>
                      <a:pt x="476" y="230"/>
                      <a:pt x="472" y="226"/>
                    </a:cubicBezTo>
                    <a:cubicBezTo>
                      <a:pt x="475" y="231"/>
                      <a:pt x="469" y="236"/>
                      <a:pt x="463" y="236"/>
                    </a:cubicBezTo>
                    <a:cubicBezTo>
                      <a:pt x="457" y="236"/>
                      <a:pt x="451" y="234"/>
                      <a:pt x="446" y="233"/>
                    </a:cubicBezTo>
                    <a:cubicBezTo>
                      <a:pt x="444" y="236"/>
                      <a:pt x="448" y="239"/>
                      <a:pt x="448" y="242"/>
                    </a:cubicBezTo>
                    <a:cubicBezTo>
                      <a:pt x="448" y="245"/>
                      <a:pt x="442" y="245"/>
                      <a:pt x="439" y="244"/>
                    </a:cubicBezTo>
                    <a:lnTo>
                      <a:pt x="439" y="244"/>
                    </a:lnTo>
                    <a:cubicBezTo>
                      <a:pt x="437" y="244"/>
                      <a:pt x="435" y="243"/>
                      <a:pt x="433" y="243"/>
                    </a:cubicBezTo>
                    <a:lnTo>
                      <a:pt x="432" y="243"/>
                    </a:lnTo>
                    <a:cubicBezTo>
                      <a:pt x="432" y="245"/>
                      <a:pt x="432" y="246"/>
                      <a:pt x="432" y="248"/>
                    </a:cubicBezTo>
                    <a:cubicBezTo>
                      <a:pt x="430" y="250"/>
                      <a:pt x="426" y="248"/>
                      <a:pt x="423" y="247"/>
                    </a:cubicBezTo>
                    <a:lnTo>
                      <a:pt x="423" y="247"/>
                    </a:lnTo>
                    <a:cubicBezTo>
                      <a:pt x="422" y="247"/>
                      <a:pt x="422" y="247"/>
                      <a:pt x="421" y="246"/>
                    </a:cubicBezTo>
                    <a:cubicBezTo>
                      <a:pt x="419" y="244"/>
                      <a:pt x="417" y="244"/>
                      <a:pt x="414" y="243"/>
                    </a:cubicBezTo>
                    <a:lnTo>
                      <a:pt x="418" y="255"/>
                    </a:lnTo>
                    <a:lnTo>
                      <a:pt x="418" y="255"/>
                    </a:lnTo>
                    <a:cubicBezTo>
                      <a:pt x="418" y="256"/>
                      <a:pt x="418" y="256"/>
                      <a:pt x="418" y="257"/>
                    </a:cubicBezTo>
                    <a:cubicBezTo>
                      <a:pt x="418" y="258"/>
                      <a:pt x="418" y="259"/>
                      <a:pt x="418" y="260"/>
                    </a:cubicBezTo>
                    <a:lnTo>
                      <a:pt x="418" y="260"/>
                    </a:lnTo>
                    <a:cubicBezTo>
                      <a:pt x="418" y="261"/>
                      <a:pt x="418" y="261"/>
                      <a:pt x="417" y="262"/>
                    </a:cubicBezTo>
                    <a:cubicBezTo>
                      <a:pt x="417" y="262"/>
                      <a:pt x="417" y="263"/>
                      <a:pt x="416" y="263"/>
                    </a:cubicBezTo>
                    <a:cubicBezTo>
                      <a:pt x="415" y="263"/>
                      <a:pt x="415" y="264"/>
                      <a:pt x="414" y="264"/>
                    </a:cubicBezTo>
                    <a:cubicBezTo>
                      <a:pt x="412" y="264"/>
                      <a:pt x="410" y="262"/>
                      <a:pt x="408" y="264"/>
                    </a:cubicBezTo>
                    <a:cubicBezTo>
                      <a:pt x="407" y="265"/>
                      <a:pt x="408" y="267"/>
                      <a:pt x="408" y="268"/>
                    </a:cubicBezTo>
                    <a:cubicBezTo>
                      <a:pt x="438" y="313"/>
                      <a:pt x="471" y="355"/>
                      <a:pt x="504" y="399"/>
                    </a:cubicBezTo>
                    <a:cubicBezTo>
                      <a:pt x="506" y="402"/>
                      <a:pt x="508" y="408"/>
                      <a:pt x="504" y="409"/>
                    </a:cubicBezTo>
                    <a:lnTo>
                      <a:pt x="504" y="409"/>
                    </a:lnTo>
                    <a:cubicBezTo>
                      <a:pt x="503" y="409"/>
                      <a:pt x="503" y="409"/>
                      <a:pt x="503" y="409"/>
                    </a:cubicBezTo>
                    <a:cubicBezTo>
                      <a:pt x="502" y="409"/>
                      <a:pt x="500" y="408"/>
                      <a:pt x="499" y="407"/>
                    </a:cubicBezTo>
                    <a:cubicBezTo>
                      <a:pt x="499" y="407"/>
                      <a:pt x="498" y="407"/>
                      <a:pt x="497" y="406"/>
                    </a:cubicBezTo>
                    <a:lnTo>
                      <a:pt x="465" y="381"/>
                    </a:lnTo>
                    <a:lnTo>
                      <a:pt x="465" y="381"/>
                    </a:lnTo>
                    <a:cubicBezTo>
                      <a:pt x="469" y="390"/>
                      <a:pt x="473" y="400"/>
                      <a:pt x="476" y="410"/>
                    </a:cubicBezTo>
                    <a:lnTo>
                      <a:pt x="476" y="410"/>
                    </a:lnTo>
                    <a:cubicBezTo>
                      <a:pt x="476" y="411"/>
                      <a:pt x="476" y="412"/>
                      <a:pt x="476" y="413"/>
                    </a:cubicBezTo>
                    <a:cubicBezTo>
                      <a:pt x="476" y="414"/>
                      <a:pt x="476" y="415"/>
                      <a:pt x="476" y="416"/>
                    </a:cubicBezTo>
                    <a:cubicBezTo>
                      <a:pt x="473" y="421"/>
                      <a:pt x="465" y="417"/>
                      <a:pt x="461" y="414"/>
                    </a:cubicBezTo>
                    <a:lnTo>
                      <a:pt x="461" y="414"/>
                    </a:lnTo>
                    <a:cubicBezTo>
                      <a:pt x="445" y="401"/>
                      <a:pt x="431" y="385"/>
                      <a:pt x="420" y="367"/>
                    </a:cubicBezTo>
                    <a:lnTo>
                      <a:pt x="420" y="367"/>
                    </a:lnTo>
                    <a:cubicBezTo>
                      <a:pt x="428" y="385"/>
                      <a:pt x="433" y="404"/>
                      <a:pt x="435" y="423"/>
                    </a:cubicBezTo>
                    <a:cubicBezTo>
                      <a:pt x="435" y="429"/>
                      <a:pt x="436" y="436"/>
                      <a:pt x="429" y="437"/>
                    </a:cubicBezTo>
                    <a:cubicBezTo>
                      <a:pt x="423" y="438"/>
                      <a:pt x="419" y="433"/>
                      <a:pt x="416" y="428"/>
                    </a:cubicBezTo>
                    <a:lnTo>
                      <a:pt x="416" y="428"/>
                    </a:lnTo>
                    <a:cubicBezTo>
                      <a:pt x="412" y="423"/>
                      <a:pt x="409" y="417"/>
                      <a:pt x="405" y="411"/>
                    </a:cubicBezTo>
                    <a:cubicBezTo>
                      <a:pt x="399" y="400"/>
                      <a:pt x="393" y="388"/>
                      <a:pt x="388" y="376"/>
                    </a:cubicBezTo>
                    <a:lnTo>
                      <a:pt x="376" y="430"/>
                    </a:lnTo>
                    <a:cubicBezTo>
                      <a:pt x="375" y="436"/>
                      <a:pt x="370" y="443"/>
                      <a:pt x="364" y="441"/>
                    </a:cubicBezTo>
                    <a:lnTo>
                      <a:pt x="364" y="441"/>
                    </a:lnTo>
                    <a:cubicBezTo>
                      <a:pt x="362" y="440"/>
                      <a:pt x="362" y="438"/>
                      <a:pt x="360" y="436"/>
                    </a:cubicBezTo>
                    <a:cubicBezTo>
                      <a:pt x="359" y="435"/>
                      <a:pt x="359" y="434"/>
                      <a:pt x="359" y="433"/>
                    </a:cubicBezTo>
                    <a:lnTo>
                      <a:pt x="359" y="433"/>
                    </a:lnTo>
                    <a:cubicBezTo>
                      <a:pt x="355" y="422"/>
                      <a:pt x="352" y="411"/>
                      <a:pt x="350" y="399"/>
                    </a:cubicBezTo>
                    <a:lnTo>
                      <a:pt x="339" y="417"/>
                    </a:lnTo>
                    <a:cubicBezTo>
                      <a:pt x="337" y="420"/>
                      <a:pt x="334" y="424"/>
                      <a:pt x="329" y="423"/>
                    </a:cubicBezTo>
                    <a:cubicBezTo>
                      <a:pt x="325" y="422"/>
                      <a:pt x="322" y="417"/>
                      <a:pt x="322" y="412"/>
                    </a:cubicBezTo>
                    <a:lnTo>
                      <a:pt x="322" y="412"/>
                    </a:lnTo>
                    <a:cubicBezTo>
                      <a:pt x="321" y="402"/>
                      <a:pt x="320" y="393"/>
                      <a:pt x="320" y="383"/>
                    </a:cubicBezTo>
                    <a:cubicBezTo>
                      <a:pt x="320" y="361"/>
                      <a:pt x="323" y="339"/>
                      <a:pt x="328" y="317"/>
                    </a:cubicBezTo>
                    <a:lnTo>
                      <a:pt x="328" y="317"/>
                    </a:lnTo>
                    <a:cubicBezTo>
                      <a:pt x="329" y="299"/>
                      <a:pt x="332" y="282"/>
                      <a:pt x="336" y="265"/>
                    </a:cubicBezTo>
                    <a:cubicBezTo>
                      <a:pt x="335" y="267"/>
                      <a:pt x="331" y="267"/>
                      <a:pt x="329" y="266"/>
                    </a:cubicBezTo>
                    <a:lnTo>
                      <a:pt x="329" y="266"/>
                    </a:lnTo>
                    <a:cubicBezTo>
                      <a:pt x="327" y="265"/>
                      <a:pt x="325" y="263"/>
                      <a:pt x="324" y="261"/>
                    </a:cubicBezTo>
                    <a:cubicBezTo>
                      <a:pt x="324" y="261"/>
                      <a:pt x="323" y="260"/>
                      <a:pt x="323" y="259"/>
                    </a:cubicBezTo>
                    <a:lnTo>
                      <a:pt x="323" y="259"/>
                    </a:lnTo>
                    <a:cubicBezTo>
                      <a:pt x="321" y="256"/>
                      <a:pt x="321" y="252"/>
                      <a:pt x="321" y="248"/>
                    </a:cubicBezTo>
                    <a:cubicBezTo>
                      <a:pt x="321" y="247"/>
                      <a:pt x="321" y="247"/>
                      <a:pt x="321" y="246"/>
                    </a:cubicBezTo>
                    <a:cubicBezTo>
                      <a:pt x="319" y="250"/>
                      <a:pt x="309" y="262"/>
                      <a:pt x="302" y="257"/>
                    </a:cubicBezTo>
                    <a:cubicBezTo>
                      <a:pt x="295" y="252"/>
                      <a:pt x="302" y="245"/>
                      <a:pt x="299" y="240"/>
                    </a:cubicBezTo>
                    <a:lnTo>
                      <a:pt x="299" y="240"/>
                    </a:lnTo>
                    <a:cubicBezTo>
                      <a:pt x="298" y="243"/>
                      <a:pt x="296" y="246"/>
                      <a:pt x="294" y="249"/>
                    </a:cubicBezTo>
                    <a:cubicBezTo>
                      <a:pt x="290" y="257"/>
                      <a:pt x="283" y="264"/>
                      <a:pt x="274" y="269"/>
                    </a:cubicBezTo>
                    <a:cubicBezTo>
                      <a:pt x="268" y="272"/>
                      <a:pt x="262" y="275"/>
                      <a:pt x="255" y="276"/>
                    </a:cubicBezTo>
                    <a:lnTo>
                      <a:pt x="255" y="276"/>
                    </a:lnTo>
                    <a:cubicBezTo>
                      <a:pt x="254" y="276"/>
                      <a:pt x="253" y="276"/>
                      <a:pt x="252" y="276"/>
                    </a:cubicBezTo>
                    <a:cubicBezTo>
                      <a:pt x="251" y="276"/>
                      <a:pt x="250" y="276"/>
                      <a:pt x="249" y="276"/>
                    </a:cubicBezTo>
                    <a:cubicBezTo>
                      <a:pt x="245" y="274"/>
                      <a:pt x="244" y="269"/>
                      <a:pt x="245" y="265"/>
                    </a:cubicBezTo>
                    <a:lnTo>
                      <a:pt x="245" y="248"/>
                    </a:lnTo>
                    <a:cubicBezTo>
                      <a:pt x="245" y="253"/>
                      <a:pt x="225" y="263"/>
                      <a:pt x="219" y="261"/>
                    </a:cubicBezTo>
                    <a:cubicBezTo>
                      <a:pt x="213" y="259"/>
                      <a:pt x="217" y="247"/>
                      <a:pt x="218" y="240"/>
                    </a:cubicBezTo>
                    <a:lnTo>
                      <a:pt x="218" y="240"/>
                    </a:lnTo>
                    <a:cubicBezTo>
                      <a:pt x="212" y="245"/>
                      <a:pt x="206" y="250"/>
                      <a:pt x="199" y="254"/>
                    </a:cubicBezTo>
                    <a:cubicBezTo>
                      <a:pt x="183" y="263"/>
                      <a:pt x="165" y="268"/>
                      <a:pt x="146" y="268"/>
                    </a:cubicBezTo>
                    <a:lnTo>
                      <a:pt x="146" y="268"/>
                    </a:lnTo>
                    <a:lnTo>
                      <a:pt x="145" y="268"/>
                    </a:lnTo>
                    <a:cubicBezTo>
                      <a:pt x="143" y="268"/>
                      <a:pt x="142" y="268"/>
                      <a:pt x="140" y="267"/>
                    </a:cubicBezTo>
                    <a:lnTo>
                      <a:pt x="140" y="267"/>
                    </a:lnTo>
                    <a:lnTo>
                      <a:pt x="140" y="267"/>
                    </a:lnTo>
                    <a:cubicBezTo>
                      <a:pt x="140" y="267"/>
                      <a:pt x="140" y="266"/>
                      <a:pt x="139" y="265"/>
                    </a:cubicBezTo>
                    <a:cubicBezTo>
                      <a:pt x="139" y="264"/>
                      <a:pt x="138" y="263"/>
                      <a:pt x="138" y="262"/>
                    </a:cubicBezTo>
                    <a:lnTo>
                      <a:pt x="138" y="261"/>
                    </a:lnTo>
                    <a:lnTo>
                      <a:pt x="138" y="261"/>
                    </a:lnTo>
                    <a:lnTo>
                      <a:pt x="138" y="260"/>
                    </a:lnTo>
                    <a:cubicBezTo>
                      <a:pt x="138" y="255"/>
                      <a:pt x="139" y="250"/>
                      <a:pt x="141" y="246"/>
                    </a:cubicBezTo>
                    <a:cubicBezTo>
                      <a:pt x="142" y="245"/>
                      <a:pt x="142" y="245"/>
                      <a:pt x="142" y="245"/>
                    </a:cubicBezTo>
                    <a:lnTo>
                      <a:pt x="142" y="245"/>
                    </a:lnTo>
                    <a:cubicBezTo>
                      <a:pt x="141" y="247"/>
                      <a:pt x="140" y="250"/>
                      <a:pt x="139" y="252"/>
                    </a:cubicBezTo>
                    <a:cubicBezTo>
                      <a:pt x="133" y="262"/>
                      <a:pt x="124" y="270"/>
                      <a:pt x="114" y="276"/>
                    </a:cubicBezTo>
                    <a:cubicBezTo>
                      <a:pt x="110" y="279"/>
                      <a:pt x="106" y="280"/>
                      <a:pt x="102" y="282"/>
                    </a:cubicBezTo>
                    <a:cubicBezTo>
                      <a:pt x="96" y="283"/>
                      <a:pt x="88" y="282"/>
                      <a:pt x="87" y="276"/>
                    </a:cubicBezTo>
                    <a:lnTo>
                      <a:pt x="87" y="276"/>
                    </a:lnTo>
                    <a:cubicBezTo>
                      <a:pt x="86" y="275"/>
                      <a:pt x="86" y="275"/>
                      <a:pt x="86" y="274"/>
                    </a:cubicBezTo>
                    <a:cubicBezTo>
                      <a:pt x="86" y="273"/>
                      <a:pt x="86" y="272"/>
                      <a:pt x="87" y="271"/>
                    </a:cubicBezTo>
                    <a:lnTo>
                      <a:pt x="94" y="247"/>
                    </a:lnTo>
                    <a:lnTo>
                      <a:pt x="94" y="247"/>
                    </a:lnTo>
                    <a:cubicBezTo>
                      <a:pt x="87" y="257"/>
                      <a:pt x="78" y="266"/>
                      <a:pt x="67" y="273"/>
                    </a:cubicBezTo>
                    <a:lnTo>
                      <a:pt x="67" y="273"/>
                    </a:lnTo>
                    <a:cubicBezTo>
                      <a:pt x="67" y="274"/>
                      <a:pt x="67" y="274"/>
                      <a:pt x="66" y="274"/>
                    </a:cubicBezTo>
                    <a:cubicBezTo>
                      <a:pt x="59" y="278"/>
                      <a:pt x="52" y="280"/>
                      <a:pt x="44" y="280"/>
                    </a:cubicBezTo>
                    <a:cubicBezTo>
                      <a:pt x="39" y="280"/>
                      <a:pt x="33" y="279"/>
                      <a:pt x="28" y="277"/>
                    </a:cubicBezTo>
                    <a:cubicBezTo>
                      <a:pt x="32" y="268"/>
                      <a:pt x="37" y="260"/>
                      <a:pt x="41" y="250"/>
                    </a:cubicBezTo>
                    <a:lnTo>
                      <a:pt x="41" y="250"/>
                    </a:lnTo>
                    <a:cubicBezTo>
                      <a:pt x="39" y="252"/>
                      <a:pt x="37" y="253"/>
                      <a:pt x="34" y="255"/>
                    </a:cubicBezTo>
                    <a:cubicBezTo>
                      <a:pt x="28" y="259"/>
                      <a:pt x="19" y="262"/>
                      <a:pt x="11" y="265"/>
                    </a:cubicBezTo>
                    <a:lnTo>
                      <a:pt x="11" y="265"/>
                    </a:lnTo>
                    <a:cubicBezTo>
                      <a:pt x="9" y="266"/>
                      <a:pt x="8" y="267"/>
                      <a:pt x="6" y="267"/>
                    </a:cubicBezTo>
                    <a:cubicBezTo>
                      <a:pt x="5" y="267"/>
                      <a:pt x="5" y="266"/>
                      <a:pt x="4" y="266"/>
                    </a:cubicBezTo>
                    <a:cubicBezTo>
                      <a:pt x="0" y="265"/>
                      <a:pt x="0" y="260"/>
                      <a:pt x="0" y="257"/>
                    </a:cubicBezTo>
                    <a:cubicBezTo>
                      <a:pt x="4" y="218"/>
                      <a:pt x="46" y="188"/>
                      <a:pt x="74" y="164"/>
                    </a:cubicBezTo>
                    <a:cubicBezTo>
                      <a:pt x="103" y="140"/>
                      <a:pt x="138" y="112"/>
                      <a:pt x="182" y="112"/>
                    </a:cubicBezTo>
                    <a:cubicBezTo>
                      <a:pt x="204" y="112"/>
                      <a:pt x="227" y="115"/>
                      <a:pt x="249" y="115"/>
                    </a:cubicBezTo>
                    <a:lnTo>
                      <a:pt x="249" y="115"/>
                    </a:lnTo>
                    <a:cubicBezTo>
                      <a:pt x="251" y="115"/>
                      <a:pt x="252" y="115"/>
                      <a:pt x="253" y="115"/>
                    </a:cubicBezTo>
                    <a:cubicBezTo>
                      <a:pt x="262" y="115"/>
                      <a:pt x="271" y="113"/>
                      <a:pt x="279" y="111"/>
                    </a:cubicBezTo>
                    <a:lnTo>
                      <a:pt x="279" y="111"/>
                    </a:lnTo>
                    <a:cubicBezTo>
                      <a:pt x="280" y="110"/>
                      <a:pt x="281" y="110"/>
                      <a:pt x="283" y="109"/>
                    </a:cubicBezTo>
                    <a:cubicBezTo>
                      <a:pt x="284" y="108"/>
                      <a:pt x="286" y="107"/>
                      <a:pt x="286" y="106"/>
                    </a:cubicBezTo>
                    <a:cubicBezTo>
                      <a:pt x="288" y="104"/>
                      <a:pt x="287" y="103"/>
                      <a:pt x="288" y="1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9"/>
              <p:cNvSpPr/>
              <p:nvPr/>
            </p:nvSpPr>
            <p:spPr>
              <a:xfrm>
                <a:off x="8172985" y="2653613"/>
                <a:ext cx="17460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50" extrusionOk="0">
                    <a:moveTo>
                      <a:pt x="278" y="263"/>
                    </a:moveTo>
                    <a:lnTo>
                      <a:pt x="278" y="263"/>
                    </a:lnTo>
                    <a:cubicBezTo>
                      <a:pt x="279" y="267"/>
                      <a:pt x="280" y="271"/>
                      <a:pt x="281" y="275"/>
                    </a:cubicBezTo>
                    <a:lnTo>
                      <a:pt x="281" y="275"/>
                    </a:lnTo>
                    <a:cubicBezTo>
                      <a:pt x="283" y="290"/>
                      <a:pt x="289" y="305"/>
                      <a:pt x="296" y="318"/>
                    </a:cubicBezTo>
                    <a:cubicBezTo>
                      <a:pt x="302" y="328"/>
                      <a:pt x="309" y="337"/>
                      <a:pt x="317" y="345"/>
                    </a:cubicBezTo>
                    <a:lnTo>
                      <a:pt x="317" y="345"/>
                    </a:lnTo>
                    <a:cubicBezTo>
                      <a:pt x="317" y="343"/>
                      <a:pt x="317" y="340"/>
                      <a:pt x="317" y="338"/>
                    </a:cubicBezTo>
                    <a:cubicBezTo>
                      <a:pt x="317" y="331"/>
                      <a:pt x="316" y="324"/>
                      <a:pt x="314" y="318"/>
                    </a:cubicBezTo>
                    <a:lnTo>
                      <a:pt x="314" y="318"/>
                    </a:lnTo>
                    <a:cubicBezTo>
                      <a:pt x="319" y="325"/>
                      <a:pt x="325" y="331"/>
                      <a:pt x="331" y="336"/>
                    </a:cubicBezTo>
                    <a:lnTo>
                      <a:pt x="331" y="336"/>
                    </a:lnTo>
                    <a:cubicBezTo>
                      <a:pt x="332" y="336"/>
                      <a:pt x="332" y="337"/>
                      <a:pt x="332" y="337"/>
                    </a:cubicBezTo>
                    <a:cubicBezTo>
                      <a:pt x="333" y="337"/>
                      <a:pt x="334" y="338"/>
                      <a:pt x="334" y="338"/>
                    </a:cubicBezTo>
                    <a:cubicBezTo>
                      <a:pt x="338" y="338"/>
                      <a:pt x="339" y="333"/>
                      <a:pt x="338" y="330"/>
                    </a:cubicBezTo>
                    <a:lnTo>
                      <a:pt x="338" y="330"/>
                    </a:lnTo>
                    <a:cubicBezTo>
                      <a:pt x="336" y="327"/>
                      <a:pt x="335" y="324"/>
                      <a:pt x="335" y="320"/>
                    </a:cubicBezTo>
                    <a:lnTo>
                      <a:pt x="335" y="320"/>
                    </a:lnTo>
                    <a:cubicBezTo>
                      <a:pt x="343" y="330"/>
                      <a:pt x="352" y="340"/>
                      <a:pt x="362" y="347"/>
                    </a:cubicBezTo>
                    <a:cubicBezTo>
                      <a:pt x="365" y="350"/>
                      <a:pt x="369" y="352"/>
                      <a:pt x="372" y="349"/>
                    </a:cubicBezTo>
                    <a:lnTo>
                      <a:pt x="372" y="349"/>
                    </a:lnTo>
                    <a:cubicBezTo>
                      <a:pt x="372" y="348"/>
                      <a:pt x="372" y="346"/>
                      <a:pt x="372" y="345"/>
                    </a:cubicBezTo>
                    <a:cubicBezTo>
                      <a:pt x="372" y="343"/>
                      <a:pt x="372" y="343"/>
                      <a:pt x="372" y="342"/>
                    </a:cubicBezTo>
                    <a:lnTo>
                      <a:pt x="372" y="342"/>
                    </a:lnTo>
                    <a:cubicBezTo>
                      <a:pt x="368" y="328"/>
                      <a:pt x="363" y="315"/>
                      <a:pt x="357" y="302"/>
                    </a:cubicBezTo>
                    <a:lnTo>
                      <a:pt x="357" y="302"/>
                    </a:lnTo>
                    <a:cubicBezTo>
                      <a:pt x="361" y="306"/>
                      <a:pt x="365" y="310"/>
                      <a:pt x="370" y="313"/>
                    </a:cubicBezTo>
                    <a:cubicBezTo>
                      <a:pt x="377" y="317"/>
                      <a:pt x="384" y="319"/>
                      <a:pt x="392" y="319"/>
                    </a:cubicBezTo>
                    <a:lnTo>
                      <a:pt x="392" y="319"/>
                    </a:lnTo>
                    <a:cubicBezTo>
                      <a:pt x="391" y="315"/>
                      <a:pt x="390" y="311"/>
                      <a:pt x="388" y="307"/>
                    </a:cubicBezTo>
                    <a:cubicBezTo>
                      <a:pt x="385" y="302"/>
                      <a:pt x="380" y="297"/>
                      <a:pt x="375" y="294"/>
                    </a:cubicBezTo>
                    <a:lnTo>
                      <a:pt x="375" y="294"/>
                    </a:lnTo>
                    <a:lnTo>
                      <a:pt x="375" y="294"/>
                    </a:lnTo>
                    <a:cubicBezTo>
                      <a:pt x="376" y="295"/>
                      <a:pt x="378" y="296"/>
                      <a:pt x="379" y="297"/>
                    </a:cubicBezTo>
                    <a:cubicBezTo>
                      <a:pt x="385" y="300"/>
                      <a:pt x="392" y="302"/>
                      <a:pt x="398" y="302"/>
                    </a:cubicBezTo>
                    <a:cubicBezTo>
                      <a:pt x="405" y="302"/>
                      <a:pt x="411" y="300"/>
                      <a:pt x="417" y="297"/>
                    </a:cubicBezTo>
                    <a:cubicBezTo>
                      <a:pt x="418" y="297"/>
                      <a:pt x="418" y="297"/>
                      <a:pt x="418" y="297"/>
                    </a:cubicBezTo>
                    <a:lnTo>
                      <a:pt x="418" y="297"/>
                    </a:lnTo>
                    <a:cubicBezTo>
                      <a:pt x="413" y="292"/>
                      <a:pt x="407" y="288"/>
                      <a:pt x="401" y="284"/>
                    </a:cubicBezTo>
                    <a:cubicBezTo>
                      <a:pt x="394" y="280"/>
                      <a:pt x="386" y="277"/>
                      <a:pt x="378" y="275"/>
                    </a:cubicBezTo>
                    <a:lnTo>
                      <a:pt x="399" y="269"/>
                    </a:lnTo>
                    <a:cubicBezTo>
                      <a:pt x="384" y="266"/>
                      <a:pt x="368" y="263"/>
                      <a:pt x="354" y="259"/>
                    </a:cubicBezTo>
                    <a:lnTo>
                      <a:pt x="354" y="259"/>
                    </a:lnTo>
                    <a:cubicBezTo>
                      <a:pt x="345" y="257"/>
                      <a:pt x="337" y="254"/>
                      <a:pt x="329" y="249"/>
                    </a:cubicBezTo>
                    <a:cubicBezTo>
                      <a:pt x="324" y="246"/>
                      <a:pt x="318" y="241"/>
                      <a:pt x="313" y="237"/>
                    </a:cubicBezTo>
                    <a:cubicBezTo>
                      <a:pt x="306" y="225"/>
                      <a:pt x="332" y="226"/>
                      <a:pt x="340" y="221"/>
                    </a:cubicBezTo>
                    <a:lnTo>
                      <a:pt x="340" y="221"/>
                    </a:lnTo>
                    <a:lnTo>
                      <a:pt x="340" y="221"/>
                    </a:lnTo>
                    <a:cubicBezTo>
                      <a:pt x="333" y="217"/>
                      <a:pt x="328" y="211"/>
                      <a:pt x="323" y="205"/>
                    </a:cubicBezTo>
                    <a:cubicBezTo>
                      <a:pt x="326" y="209"/>
                      <a:pt x="355" y="200"/>
                      <a:pt x="359" y="199"/>
                    </a:cubicBezTo>
                    <a:cubicBezTo>
                      <a:pt x="363" y="197"/>
                      <a:pt x="363" y="197"/>
                      <a:pt x="363" y="195"/>
                    </a:cubicBezTo>
                    <a:lnTo>
                      <a:pt x="363" y="195"/>
                    </a:lnTo>
                    <a:cubicBezTo>
                      <a:pt x="363" y="195"/>
                      <a:pt x="363" y="194"/>
                      <a:pt x="362" y="193"/>
                    </a:cubicBezTo>
                    <a:lnTo>
                      <a:pt x="361" y="192"/>
                    </a:lnTo>
                    <a:lnTo>
                      <a:pt x="361" y="192"/>
                    </a:lnTo>
                    <a:cubicBezTo>
                      <a:pt x="357" y="188"/>
                      <a:pt x="353" y="185"/>
                      <a:pt x="348" y="182"/>
                    </a:cubicBezTo>
                    <a:cubicBezTo>
                      <a:pt x="347" y="181"/>
                      <a:pt x="345" y="180"/>
                      <a:pt x="343" y="179"/>
                    </a:cubicBezTo>
                    <a:lnTo>
                      <a:pt x="343" y="179"/>
                    </a:lnTo>
                    <a:cubicBezTo>
                      <a:pt x="357" y="179"/>
                      <a:pt x="370" y="175"/>
                      <a:pt x="382" y="168"/>
                    </a:cubicBezTo>
                    <a:cubicBezTo>
                      <a:pt x="387" y="165"/>
                      <a:pt x="392" y="162"/>
                      <a:pt x="396" y="158"/>
                    </a:cubicBezTo>
                    <a:lnTo>
                      <a:pt x="396" y="158"/>
                    </a:lnTo>
                    <a:cubicBezTo>
                      <a:pt x="390" y="157"/>
                      <a:pt x="384" y="156"/>
                      <a:pt x="378" y="156"/>
                    </a:cubicBezTo>
                    <a:cubicBezTo>
                      <a:pt x="377" y="156"/>
                      <a:pt x="377" y="156"/>
                      <a:pt x="376" y="156"/>
                    </a:cubicBezTo>
                    <a:cubicBezTo>
                      <a:pt x="386" y="156"/>
                      <a:pt x="441" y="141"/>
                      <a:pt x="424" y="125"/>
                    </a:cubicBezTo>
                    <a:lnTo>
                      <a:pt x="424" y="125"/>
                    </a:lnTo>
                    <a:cubicBezTo>
                      <a:pt x="423" y="125"/>
                      <a:pt x="423" y="124"/>
                      <a:pt x="421" y="123"/>
                    </a:cubicBezTo>
                    <a:cubicBezTo>
                      <a:pt x="418" y="122"/>
                      <a:pt x="415" y="121"/>
                      <a:pt x="412" y="120"/>
                    </a:cubicBezTo>
                    <a:lnTo>
                      <a:pt x="450" y="109"/>
                    </a:lnTo>
                    <a:lnTo>
                      <a:pt x="450" y="109"/>
                    </a:lnTo>
                    <a:cubicBezTo>
                      <a:pt x="452" y="109"/>
                      <a:pt x="453" y="108"/>
                      <a:pt x="454" y="107"/>
                    </a:cubicBezTo>
                    <a:lnTo>
                      <a:pt x="455" y="107"/>
                    </a:lnTo>
                    <a:lnTo>
                      <a:pt x="455" y="107"/>
                    </a:lnTo>
                    <a:cubicBezTo>
                      <a:pt x="456" y="106"/>
                      <a:pt x="456" y="106"/>
                      <a:pt x="456" y="106"/>
                    </a:cubicBezTo>
                    <a:cubicBezTo>
                      <a:pt x="457" y="104"/>
                      <a:pt x="457" y="102"/>
                      <a:pt x="457" y="101"/>
                    </a:cubicBezTo>
                    <a:cubicBezTo>
                      <a:pt x="457" y="99"/>
                      <a:pt x="457" y="98"/>
                      <a:pt x="456" y="97"/>
                    </a:cubicBezTo>
                    <a:cubicBezTo>
                      <a:pt x="455" y="95"/>
                      <a:pt x="454" y="94"/>
                      <a:pt x="453" y="94"/>
                    </a:cubicBezTo>
                    <a:lnTo>
                      <a:pt x="453" y="94"/>
                    </a:lnTo>
                    <a:cubicBezTo>
                      <a:pt x="450" y="92"/>
                      <a:pt x="446" y="91"/>
                      <a:pt x="442" y="91"/>
                    </a:cubicBezTo>
                    <a:cubicBezTo>
                      <a:pt x="441" y="91"/>
                      <a:pt x="440" y="91"/>
                      <a:pt x="440" y="91"/>
                    </a:cubicBezTo>
                    <a:lnTo>
                      <a:pt x="440" y="91"/>
                    </a:lnTo>
                    <a:cubicBezTo>
                      <a:pt x="447" y="89"/>
                      <a:pt x="454" y="86"/>
                      <a:pt x="460" y="82"/>
                    </a:cubicBezTo>
                    <a:cubicBezTo>
                      <a:pt x="466" y="79"/>
                      <a:pt x="471" y="75"/>
                      <a:pt x="476" y="70"/>
                    </a:cubicBezTo>
                    <a:lnTo>
                      <a:pt x="476" y="70"/>
                    </a:lnTo>
                    <a:cubicBezTo>
                      <a:pt x="467" y="66"/>
                      <a:pt x="458" y="63"/>
                      <a:pt x="448" y="63"/>
                    </a:cubicBezTo>
                    <a:lnTo>
                      <a:pt x="448" y="63"/>
                    </a:lnTo>
                    <a:cubicBezTo>
                      <a:pt x="450" y="62"/>
                      <a:pt x="451" y="61"/>
                      <a:pt x="453" y="60"/>
                    </a:cubicBezTo>
                    <a:cubicBezTo>
                      <a:pt x="465" y="53"/>
                      <a:pt x="475" y="44"/>
                      <a:pt x="481" y="33"/>
                    </a:cubicBezTo>
                    <a:cubicBezTo>
                      <a:pt x="483" y="30"/>
                      <a:pt x="484" y="27"/>
                      <a:pt x="485" y="24"/>
                    </a:cubicBezTo>
                    <a:lnTo>
                      <a:pt x="485" y="24"/>
                    </a:lnTo>
                    <a:cubicBezTo>
                      <a:pt x="474" y="29"/>
                      <a:pt x="462" y="32"/>
                      <a:pt x="450" y="35"/>
                    </a:cubicBezTo>
                    <a:lnTo>
                      <a:pt x="450" y="35"/>
                    </a:lnTo>
                    <a:cubicBezTo>
                      <a:pt x="463" y="25"/>
                      <a:pt x="474" y="14"/>
                      <a:pt x="484" y="0"/>
                    </a:cubicBezTo>
                    <a:lnTo>
                      <a:pt x="484" y="0"/>
                    </a:lnTo>
                    <a:cubicBezTo>
                      <a:pt x="457" y="9"/>
                      <a:pt x="430" y="21"/>
                      <a:pt x="405" y="35"/>
                    </a:cubicBezTo>
                    <a:cubicBezTo>
                      <a:pt x="397" y="40"/>
                      <a:pt x="388" y="45"/>
                      <a:pt x="380" y="51"/>
                    </a:cubicBezTo>
                    <a:lnTo>
                      <a:pt x="380" y="51"/>
                    </a:lnTo>
                    <a:lnTo>
                      <a:pt x="379" y="51"/>
                    </a:lnTo>
                    <a:cubicBezTo>
                      <a:pt x="368" y="58"/>
                      <a:pt x="358" y="65"/>
                      <a:pt x="348" y="74"/>
                    </a:cubicBezTo>
                    <a:lnTo>
                      <a:pt x="348" y="74"/>
                    </a:lnTo>
                    <a:cubicBezTo>
                      <a:pt x="336" y="87"/>
                      <a:pt x="325" y="101"/>
                      <a:pt x="317" y="116"/>
                    </a:cubicBezTo>
                    <a:cubicBezTo>
                      <a:pt x="313" y="123"/>
                      <a:pt x="309" y="130"/>
                      <a:pt x="306" y="137"/>
                    </a:cubicBezTo>
                    <a:cubicBezTo>
                      <a:pt x="297" y="155"/>
                      <a:pt x="296" y="184"/>
                      <a:pt x="274" y="190"/>
                    </a:cubicBezTo>
                    <a:lnTo>
                      <a:pt x="274" y="190"/>
                    </a:lnTo>
                    <a:cubicBezTo>
                      <a:pt x="272" y="190"/>
                      <a:pt x="270" y="190"/>
                      <a:pt x="268" y="190"/>
                    </a:cubicBezTo>
                    <a:cubicBezTo>
                      <a:pt x="260" y="190"/>
                      <a:pt x="252" y="188"/>
                      <a:pt x="245" y="184"/>
                    </a:cubicBezTo>
                    <a:cubicBezTo>
                      <a:pt x="243" y="183"/>
                      <a:pt x="242" y="182"/>
                      <a:pt x="240" y="181"/>
                    </a:cubicBezTo>
                    <a:cubicBezTo>
                      <a:pt x="205" y="161"/>
                      <a:pt x="174" y="122"/>
                      <a:pt x="134" y="116"/>
                    </a:cubicBezTo>
                    <a:cubicBezTo>
                      <a:pt x="94" y="110"/>
                      <a:pt x="51" y="101"/>
                      <a:pt x="8" y="98"/>
                    </a:cubicBezTo>
                    <a:cubicBezTo>
                      <a:pt x="5" y="98"/>
                      <a:pt x="0" y="98"/>
                      <a:pt x="0" y="103"/>
                    </a:cubicBezTo>
                    <a:lnTo>
                      <a:pt x="0" y="103"/>
                    </a:lnTo>
                    <a:cubicBezTo>
                      <a:pt x="0" y="104"/>
                      <a:pt x="0" y="105"/>
                      <a:pt x="1" y="106"/>
                    </a:cubicBezTo>
                    <a:lnTo>
                      <a:pt x="1" y="106"/>
                    </a:lnTo>
                    <a:lnTo>
                      <a:pt x="1" y="106"/>
                    </a:lnTo>
                    <a:cubicBezTo>
                      <a:pt x="5" y="112"/>
                      <a:pt x="10" y="116"/>
                      <a:pt x="16" y="120"/>
                    </a:cubicBezTo>
                    <a:cubicBezTo>
                      <a:pt x="19" y="121"/>
                      <a:pt x="22" y="123"/>
                      <a:pt x="25" y="124"/>
                    </a:cubicBezTo>
                    <a:cubicBezTo>
                      <a:pt x="34" y="127"/>
                      <a:pt x="44" y="130"/>
                      <a:pt x="53" y="134"/>
                    </a:cubicBezTo>
                    <a:lnTo>
                      <a:pt x="19" y="141"/>
                    </a:lnTo>
                    <a:cubicBezTo>
                      <a:pt x="18" y="141"/>
                      <a:pt x="17" y="142"/>
                      <a:pt x="17" y="143"/>
                    </a:cubicBezTo>
                    <a:lnTo>
                      <a:pt x="17" y="143"/>
                    </a:lnTo>
                    <a:lnTo>
                      <a:pt x="17" y="143"/>
                    </a:lnTo>
                    <a:cubicBezTo>
                      <a:pt x="27" y="149"/>
                      <a:pt x="38" y="153"/>
                      <a:pt x="50" y="154"/>
                    </a:cubicBezTo>
                    <a:cubicBezTo>
                      <a:pt x="57" y="155"/>
                      <a:pt x="65" y="154"/>
                      <a:pt x="69" y="162"/>
                    </a:cubicBezTo>
                    <a:cubicBezTo>
                      <a:pt x="60" y="167"/>
                      <a:pt x="49" y="167"/>
                      <a:pt x="39" y="171"/>
                    </a:cubicBezTo>
                    <a:lnTo>
                      <a:pt x="39" y="171"/>
                    </a:lnTo>
                    <a:lnTo>
                      <a:pt x="38" y="172"/>
                    </a:lnTo>
                    <a:lnTo>
                      <a:pt x="37" y="173"/>
                    </a:lnTo>
                    <a:lnTo>
                      <a:pt x="37" y="173"/>
                    </a:lnTo>
                    <a:cubicBezTo>
                      <a:pt x="36" y="174"/>
                      <a:pt x="36" y="174"/>
                      <a:pt x="36" y="174"/>
                    </a:cubicBezTo>
                    <a:cubicBezTo>
                      <a:pt x="36" y="175"/>
                      <a:pt x="37" y="176"/>
                      <a:pt x="37" y="177"/>
                    </a:cubicBezTo>
                    <a:lnTo>
                      <a:pt x="38" y="178"/>
                    </a:lnTo>
                    <a:lnTo>
                      <a:pt x="38" y="178"/>
                    </a:lnTo>
                    <a:cubicBezTo>
                      <a:pt x="40" y="180"/>
                      <a:pt x="41" y="181"/>
                      <a:pt x="43" y="182"/>
                    </a:cubicBezTo>
                    <a:cubicBezTo>
                      <a:pt x="48" y="185"/>
                      <a:pt x="53" y="186"/>
                      <a:pt x="58" y="186"/>
                    </a:cubicBezTo>
                    <a:lnTo>
                      <a:pt x="58" y="186"/>
                    </a:lnTo>
                    <a:lnTo>
                      <a:pt x="58" y="186"/>
                    </a:lnTo>
                    <a:cubicBezTo>
                      <a:pt x="62" y="186"/>
                      <a:pt x="66" y="186"/>
                      <a:pt x="70" y="186"/>
                    </a:cubicBezTo>
                    <a:cubicBezTo>
                      <a:pt x="78" y="186"/>
                      <a:pt x="85" y="186"/>
                      <a:pt x="93" y="184"/>
                    </a:cubicBezTo>
                    <a:cubicBezTo>
                      <a:pt x="98" y="184"/>
                      <a:pt x="116" y="181"/>
                      <a:pt x="119" y="177"/>
                    </a:cubicBezTo>
                    <a:lnTo>
                      <a:pt x="100" y="206"/>
                    </a:lnTo>
                    <a:lnTo>
                      <a:pt x="100" y="206"/>
                    </a:lnTo>
                    <a:cubicBezTo>
                      <a:pt x="102" y="206"/>
                      <a:pt x="104" y="207"/>
                      <a:pt x="106" y="207"/>
                    </a:cubicBezTo>
                    <a:cubicBezTo>
                      <a:pt x="116" y="207"/>
                      <a:pt x="125" y="204"/>
                      <a:pt x="133" y="200"/>
                    </a:cubicBezTo>
                    <a:cubicBezTo>
                      <a:pt x="133" y="199"/>
                      <a:pt x="134" y="199"/>
                      <a:pt x="135" y="198"/>
                    </a:cubicBezTo>
                    <a:lnTo>
                      <a:pt x="128" y="216"/>
                    </a:lnTo>
                    <a:lnTo>
                      <a:pt x="128" y="216"/>
                    </a:lnTo>
                    <a:cubicBezTo>
                      <a:pt x="127" y="217"/>
                      <a:pt x="127" y="219"/>
                      <a:pt x="127" y="221"/>
                    </a:cubicBezTo>
                    <a:cubicBezTo>
                      <a:pt x="127" y="222"/>
                      <a:pt x="127" y="223"/>
                      <a:pt x="127" y="224"/>
                    </a:cubicBezTo>
                    <a:cubicBezTo>
                      <a:pt x="129" y="230"/>
                      <a:pt x="139" y="228"/>
                      <a:pt x="143" y="224"/>
                    </a:cubicBezTo>
                    <a:cubicBezTo>
                      <a:pt x="147" y="219"/>
                      <a:pt x="151" y="212"/>
                      <a:pt x="157" y="210"/>
                    </a:cubicBezTo>
                    <a:lnTo>
                      <a:pt x="157" y="210"/>
                    </a:lnTo>
                    <a:cubicBezTo>
                      <a:pt x="157" y="211"/>
                      <a:pt x="157" y="211"/>
                      <a:pt x="157" y="212"/>
                    </a:cubicBezTo>
                    <a:cubicBezTo>
                      <a:pt x="157" y="215"/>
                      <a:pt x="156" y="219"/>
                      <a:pt x="155" y="222"/>
                    </a:cubicBezTo>
                    <a:cubicBezTo>
                      <a:pt x="155" y="226"/>
                      <a:pt x="157" y="231"/>
                      <a:pt x="161" y="230"/>
                    </a:cubicBezTo>
                    <a:lnTo>
                      <a:pt x="161" y="230"/>
                    </a:lnTo>
                    <a:cubicBezTo>
                      <a:pt x="161" y="230"/>
                      <a:pt x="163" y="231"/>
                      <a:pt x="163" y="230"/>
                    </a:cubicBezTo>
                    <a:cubicBezTo>
                      <a:pt x="164" y="229"/>
                      <a:pt x="164" y="229"/>
                      <a:pt x="164" y="228"/>
                    </a:cubicBezTo>
                    <a:lnTo>
                      <a:pt x="182" y="214"/>
                    </a:lnTo>
                    <a:cubicBezTo>
                      <a:pt x="180" y="215"/>
                      <a:pt x="195" y="237"/>
                      <a:pt x="197" y="238"/>
                    </a:cubicBezTo>
                    <a:lnTo>
                      <a:pt x="197" y="238"/>
                    </a:lnTo>
                    <a:cubicBezTo>
                      <a:pt x="197" y="239"/>
                      <a:pt x="198" y="240"/>
                      <a:pt x="200" y="241"/>
                    </a:cubicBezTo>
                    <a:cubicBezTo>
                      <a:pt x="200" y="241"/>
                      <a:pt x="201" y="242"/>
                      <a:pt x="202" y="242"/>
                    </a:cubicBezTo>
                    <a:cubicBezTo>
                      <a:pt x="205" y="242"/>
                      <a:pt x="209" y="238"/>
                      <a:pt x="209" y="234"/>
                    </a:cubicBezTo>
                    <a:lnTo>
                      <a:pt x="209" y="234"/>
                    </a:lnTo>
                    <a:cubicBezTo>
                      <a:pt x="209" y="231"/>
                      <a:pt x="208" y="228"/>
                      <a:pt x="206" y="225"/>
                    </a:cubicBezTo>
                    <a:cubicBezTo>
                      <a:pt x="206" y="224"/>
                      <a:pt x="205" y="224"/>
                      <a:pt x="205" y="223"/>
                    </a:cubicBezTo>
                    <a:lnTo>
                      <a:pt x="205" y="223"/>
                    </a:lnTo>
                    <a:cubicBezTo>
                      <a:pt x="211" y="229"/>
                      <a:pt x="217" y="233"/>
                      <a:pt x="224" y="237"/>
                    </a:cubicBezTo>
                    <a:cubicBezTo>
                      <a:pt x="227" y="239"/>
                      <a:pt x="231" y="241"/>
                      <a:pt x="235" y="243"/>
                    </a:cubicBezTo>
                    <a:lnTo>
                      <a:pt x="235" y="243"/>
                    </a:lnTo>
                    <a:cubicBezTo>
                      <a:pt x="235" y="240"/>
                      <a:pt x="234" y="238"/>
                      <a:pt x="233" y="236"/>
                    </a:cubicBezTo>
                    <a:cubicBezTo>
                      <a:pt x="231" y="233"/>
                      <a:pt x="229" y="231"/>
                      <a:pt x="226" y="229"/>
                    </a:cubicBezTo>
                    <a:lnTo>
                      <a:pt x="248" y="241"/>
                    </a:lnTo>
                    <a:cubicBezTo>
                      <a:pt x="250" y="241"/>
                      <a:pt x="252" y="242"/>
                      <a:pt x="253" y="241"/>
                    </a:cubicBezTo>
                    <a:cubicBezTo>
                      <a:pt x="255" y="240"/>
                      <a:pt x="253" y="237"/>
                      <a:pt x="251" y="238"/>
                    </a:cubicBezTo>
                    <a:cubicBezTo>
                      <a:pt x="258" y="247"/>
                      <a:pt x="271" y="250"/>
                      <a:pt x="276" y="260"/>
                    </a:cubicBezTo>
                    <a:lnTo>
                      <a:pt x="278" y="2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501;p30"/>
          <p:cNvGrpSpPr/>
          <p:nvPr/>
        </p:nvGrpSpPr>
        <p:grpSpPr>
          <a:xfrm>
            <a:off x="-1284075" y="3806941"/>
            <a:ext cx="11272623" cy="2075481"/>
            <a:chOff x="-1284075" y="3806941"/>
            <a:chExt cx="11272623" cy="2075481"/>
          </a:xfrm>
        </p:grpSpPr>
        <p:sp>
          <p:nvSpPr>
            <p:cNvPr id="502" name="Google Shape;502;p30"/>
            <p:cNvSpPr/>
            <p:nvPr/>
          </p:nvSpPr>
          <p:spPr>
            <a:xfrm>
              <a:off x="4095818" y="4846250"/>
              <a:ext cx="952365" cy="325975"/>
            </a:xfrm>
            <a:custGeom>
              <a:avLst/>
              <a:gdLst/>
              <a:ahLst/>
              <a:cxnLst/>
              <a:rect l="l" t="t" r="r" b="b"/>
              <a:pathLst>
                <a:path w="1379" h="472" extrusionOk="0">
                  <a:moveTo>
                    <a:pt x="445" y="472"/>
                  </a:moveTo>
                  <a:cubicBezTo>
                    <a:pt x="508" y="472"/>
                    <a:pt x="572" y="471"/>
                    <a:pt x="635" y="465"/>
                  </a:cubicBezTo>
                  <a:cubicBezTo>
                    <a:pt x="699" y="459"/>
                    <a:pt x="755" y="468"/>
                    <a:pt x="815" y="462"/>
                  </a:cubicBezTo>
                  <a:lnTo>
                    <a:pt x="815" y="462"/>
                  </a:lnTo>
                  <a:cubicBezTo>
                    <a:pt x="856" y="459"/>
                    <a:pt x="898" y="457"/>
                    <a:pt x="940" y="457"/>
                  </a:cubicBezTo>
                  <a:cubicBezTo>
                    <a:pt x="988" y="457"/>
                    <a:pt x="1035" y="459"/>
                    <a:pt x="1083" y="463"/>
                  </a:cubicBezTo>
                  <a:lnTo>
                    <a:pt x="1083" y="463"/>
                  </a:lnTo>
                  <a:cubicBezTo>
                    <a:pt x="1113" y="465"/>
                    <a:pt x="1143" y="466"/>
                    <a:pt x="1174" y="466"/>
                  </a:cubicBezTo>
                  <a:cubicBezTo>
                    <a:pt x="1218" y="466"/>
                    <a:pt x="1263" y="464"/>
                    <a:pt x="1307" y="460"/>
                  </a:cubicBezTo>
                  <a:cubicBezTo>
                    <a:pt x="1312" y="460"/>
                    <a:pt x="1319" y="458"/>
                    <a:pt x="1320" y="453"/>
                  </a:cubicBezTo>
                  <a:cubicBezTo>
                    <a:pt x="1322" y="448"/>
                    <a:pt x="1316" y="443"/>
                    <a:pt x="1311" y="441"/>
                  </a:cubicBezTo>
                  <a:lnTo>
                    <a:pt x="1311" y="441"/>
                  </a:lnTo>
                  <a:cubicBezTo>
                    <a:pt x="1306" y="440"/>
                    <a:pt x="1301" y="438"/>
                    <a:pt x="1296" y="435"/>
                  </a:cubicBezTo>
                  <a:lnTo>
                    <a:pt x="1295" y="435"/>
                  </a:lnTo>
                  <a:cubicBezTo>
                    <a:pt x="1318" y="430"/>
                    <a:pt x="1341" y="424"/>
                    <a:pt x="1364" y="417"/>
                  </a:cubicBezTo>
                  <a:cubicBezTo>
                    <a:pt x="1371" y="415"/>
                    <a:pt x="1382" y="409"/>
                    <a:pt x="1378" y="401"/>
                  </a:cubicBezTo>
                  <a:cubicBezTo>
                    <a:pt x="1375" y="393"/>
                    <a:pt x="1371" y="395"/>
                    <a:pt x="1366" y="394"/>
                  </a:cubicBezTo>
                  <a:lnTo>
                    <a:pt x="1366" y="394"/>
                  </a:lnTo>
                  <a:cubicBezTo>
                    <a:pt x="1354" y="391"/>
                    <a:pt x="1341" y="390"/>
                    <a:pt x="1329" y="390"/>
                  </a:cubicBezTo>
                  <a:cubicBezTo>
                    <a:pt x="1312" y="390"/>
                    <a:pt x="1295" y="392"/>
                    <a:pt x="1278" y="397"/>
                  </a:cubicBezTo>
                  <a:lnTo>
                    <a:pt x="1278" y="397"/>
                  </a:lnTo>
                  <a:cubicBezTo>
                    <a:pt x="1285" y="394"/>
                    <a:pt x="1293" y="391"/>
                    <a:pt x="1298" y="387"/>
                  </a:cubicBezTo>
                  <a:cubicBezTo>
                    <a:pt x="1314" y="379"/>
                    <a:pt x="1328" y="367"/>
                    <a:pt x="1342" y="355"/>
                  </a:cubicBezTo>
                  <a:cubicBezTo>
                    <a:pt x="1310" y="367"/>
                    <a:pt x="1279" y="378"/>
                    <a:pt x="1247" y="390"/>
                  </a:cubicBezTo>
                  <a:lnTo>
                    <a:pt x="1247" y="390"/>
                  </a:lnTo>
                  <a:cubicBezTo>
                    <a:pt x="1238" y="393"/>
                    <a:pt x="1228" y="395"/>
                    <a:pt x="1218" y="395"/>
                  </a:cubicBezTo>
                  <a:cubicBezTo>
                    <a:pt x="1216" y="395"/>
                    <a:pt x="1214" y="395"/>
                    <a:pt x="1212" y="395"/>
                  </a:cubicBezTo>
                  <a:cubicBezTo>
                    <a:pt x="1256" y="370"/>
                    <a:pt x="1291" y="355"/>
                    <a:pt x="1318" y="310"/>
                  </a:cubicBezTo>
                  <a:lnTo>
                    <a:pt x="1318" y="310"/>
                  </a:lnTo>
                  <a:cubicBezTo>
                    <a:pt x="1310" y="309"/>
                    <a:pt x="1302" y="309"/>
                    <a:pt x="1294" y="309"/>
                  </a:cubicBezTo>
                  <a:cubicBezTo>
                    <a:pt x="1259" y="309"/>
                    <a:pt x="1224" y="316"/>
                    <a:pt x="1192" y="329"/>
                  </a:cubicBezTo>
                  <a:lnTo>
                    <a:pt x="1192" y="329"/>
                  </a:lnTo>
                  <a:cubicBezTo>
                    <a:pt x="1223" y="309"/>
                    <a:pt x="1250" y="285"/>
                    <a:pt x="1273" y="256"/>
                  </a:cubicBezTo>
                  <a:cubicBezTo>
                    <a:pt x="1280" y="248"/>
                    <a:pt x="1286" y="236"/>
                    <a:pt x="1279" y="228"/>
                  </a:cubicBezTo>
                  <a:lnTo>
                    <a:pt x="1279" y="228"/>
                  </a:lnTo>
                  <a:cubicBezTo>
                    <a:pt x="1278" y="227"/>
                    <a:pt x="1277" y="226"/>
                    <a:pt x="1275" y="225"/>
                  </a:cubicBezTo>
                  <a:cubicBezTo>
                    <a:pt x="1272" y="223"/>
                    <a:pt x="1268" y="222"/>
                    <a:pt x="1264" y="222"/>
                  </a:cubicBezTo>
                  <a:cubicBezTo>
                    <a:pt x="1262" y="222"/>
                    <a:pt x="1260" y="222"/>
                    <a:pt x="1258" y="223"/>
                  </a:cubicBezTo>
                  <a:lnTo>
                    <a:pt x="1258" y="223"/>
                  </a:lnTo>
                  <a:cubicBezTo>
                    <a:pt x="1234" y="226"/>
                    <a:pt x="1212" y="233"/>
                    <a:pt x="1191" y="245"/>
                  </a:cubicBezTo>
                  <a:cubicBezTo>
                    <a:pt x="1183" y="250"/>
                    <a:pt x="1174" y="256"/>
                    <a:pt x="1167" y="262"/>
                  </a:cubicBezTo>
                  <a:lnTo>
                    <a:pt x="1167" y="262"/>
                  </a:lnTo>
                  <a:cubicBezTo>
                    <a:pt x="1184" y="245"/>
                    <a:pt x="1200" y="226"/>
                    <a:pt x="1212" y="204"/>
                  </a:cubicBezTo>
                  <a:cubicBezTo>
                    <a:pt x="1232" y="171"/>
                    <a:pt x="1242" y="135"/>
                    <a:pt x="1246" y="97"/>
                  </a:cubicBezTo>
                  <a:lnTo>
                    <a:pt x="1246" y="97"/>
                  </a:lnTo>
                  <a:cubicBezTo>
                    <a:pt x="1220" y="114"/>
                    <a:pt x="1199" y="138"/>
                    <a:pt x="1183" y="165"/>
                  </a:cubicBezTo>
                  <a:cubicBezTo>
                    <a:pt x="1171" y="185"/>
                    <a:pt x="1163" y="206"/>
                    <a:pt x="1159" y="229"/>
                  </a:cubicBezTo>
                  <a:lnTo>
                    <a:pt x="1159" y="229"/>
                  </a:lnTo>
                  <a:cubicBezTo>
                    <a:pt x="1164" y="201"/>
                    <a:pt x="1167" y="172"/>
                    <a:pt x="1167" y="142"/>
                  </a:cubicBezTo>
                  <a:cubicBezTo>
                    <a:pt x="1167" y="113"/>
                    <a:pt x="1164" y="84"/>
                    <a:pt x="1159" y="56"/>
                  </a:cubicBezTo>
                  <a:lnTo>
                    <a:pt x="1159" y="56"/>
                  </a:lnTo>
                  <a:cubicBezTo>
                    <a:pt x="1150" y="94"/>
                    <a:pt x="1138" y="132"/>
                    <a:pt x="1123" y="168"/>
                  </a:cubicBezTo>
                  <a:cubicBezTo>
                    <a:pt x="1109" y="200"/>
                    <a:pt x="1083" y="225"/>
                    <a:pt x="1070" y="255"/>
                  </a:cubicBezTo>
                  <a:lnTo>
                    <a:pt x="1070" y="255"/>
                  </a:lnTo>
                  <a:cubicBezTo>
                    <a:pt x="1079" y="232"/>
                    <a:pt x="1084" y="208"/>
                    <a:pt x="1085" y="183"/>
                  </a:cubicBezTo>
                  <a:cubicBezTo>
                    <a:pt x="1085" y="179"/>
                    <a:pt x="1085" y="175"/>
                    <a:pt x="1081" y="173"/>
                  </a:cubicBezTo>
                  <a:cubicBezTo>
                    <a:pt x="1077" y="172"/>
                    <a:pt x="1073" y="176"/>
                    <a:pt x="1070" y="179"/>
                  </a:cubicBezTo>
                  <a:lnTo>
                    <a:pt x="1044" y="216"/>
                  </a:lnTo>
                  <a:lnTo>
                    <a:pt x="1044" y="216"/>
                  </a:lnTo>
                  <a:cubicBezTo>
                    <a:pt x="1051" y="197"/>
                    <a:pt x="1056" y="177"/>
                    <a:pt x="1060" y="157"/>
                  </a:cubicBezTo>
                  <a:cubicBezTo>
                    <a:pt x="1052" y="169"/>
                    <a:pt x="1015" y="239"/>
                    <a:pt x="1003" y="213"/>
                  </a:cubicBezTo>
                  <a:lnTo>
                    <a:pt x="1003" y="213"/>
                  </a:lnTo>
                  <a:cubicBezTo>
                    <a:pt x="1009" y="182"/>
                    <a:pt x="1018" y="152"/>
                    <a:pt x="1030" y="123"/>
                  </a:cubicBezTo>
                  <a:lnTo>
                    <a:pt x="1030" y="123"/>
                  </a:lnTo>
                  <a:cubicBezTo>
                    <a:pt x="1022" y="127"/>
                    <a:pt x="1014" y="131"/>
                    <a:pt x="1007" y="135"/>
                  </a:cubicBezTo>
                  <a:cubicBezTo>
                    <a:pt x="973" y="155"/>
                    <a:pt x="946" y="183"/>
                    <a:pt x="925" y="217"/>
                  </a:cubicBezTo>
                  <a:cubicBezTo>
                    <a:pt x="924" y="220"/>
                    <a:pt x="922" y="223"/>
                    <a:pt x="920" y="226"/>
                  </a:cubicBezTo>
                  <a:lnTo>
                    <a:pt x="920" y="226"/>
                  </a:lnTo>
                  <a:cubicBezTo>
                    <a:pt x="959" y="156"/>
                    <a:pt x="983" y="79"/>
                    <a:pt x="988" y="0"/>
                  </a:cubicBezTo>
                  <a:lnTo>
                    <a:pt x="988" y="0"/>
                  </a:lnTo>
                  <a:cubicBezTo>
                    <a:pt x="985" y="1"/>
                    <a:pt x="982" y="3"/>
                    <a:pt x="979" y="4"/>
                  </a:cubicBezTo>
                  <a:cubicBezTo>
                    <a:pt x="950" y="21"/>
                    <a:pt x="927" y="44"/>
                    <a:pt x="910" y="73"/>
                  </a:cubicBezTo>
                  <a:cubicBezTo>
                    <a:pt x="904" y="84"/>
                    <a:pt x="898" y="97"/>
                    <a:pt x="894" y="109"/>
                  </a:cubicBezTo>
                  <a:lnTo>
                    <a:pt x="894" y="109"/>
                  </a:lnTo>
                  <a:cubicBezTo>
                    <a:pt x="879" y="156"/>
                    <a:pt x="870" y="205"/>
                    <a:pt x="868" y="254"/>
                  </a:cubicBezTo>
                  <a:lnTo>
                    <a:pt x="868" y="254"/>
                  </a:lnTo>
                  <a:cubicBezTo>
                    <a:pt x="864" y="183"/>
                    <a:pt x="856" y="113"/>
                    <a:pt x="844" y="43"/>
                  </a:cubicBezTo>
                  <a:cubicBezTo>
                    <a:pt x="797" y="102"/>
                    <a:pt x="798" y="184"/>
                    <a:pt x="801" y="259"/>
                  </a:cubicBezTo>
                  <a:lnTo>
                    <a:pt x="801" y="259"/>
                  </a:lnTo>
                  <a:cubicBezTo>
                    <a:pt x="793" y="198"/>
                    <a:pt x="778" y="137"/>
                    <a:pt x="757" y="78"/>
                  </a:cubicBezTo>
                  <a:cubicBezTo>
                    <a:pt x="715" y="141"/>
                    <a:pt x="739" y="230"/>
                    <a:pt x="777" y="286"/>
                  </a:cubicBezTo>
                  <a:lnTo>
                    <a:pt x="777" y="286"/>
                  </a:lnTo>
                  <a:cubicBezTo>
                    <a:pt x="764" y="266"/>
                    <a:pt x="747" y="249"/>
                    <a:pt x="724" y="237"/>
                  </a:cubicBezTo>
                  <a:cubicBezTo>
                    <a:pt x="721" y="235"/>
                    <a:pt x="716" y="233"/>
                    <a:pt x="712" y="231"/>
                  </a:cubicBezTo>
                  <a:lnTo>
                    <a:pt x="712" y="231"/>
                  </a:lnTo>
                  <a:lnTo>
                    <a:pt x="712" y="230"/>
                  </a:lnTo>
                  <a:cubicBezTo>
                    <a:pt x="710" y="229"/>
                    <a:pt x="708" y="229"/>
                    <a:pt x="706" y="229"/>
                  </a:cubicBezTo>
                  <a:cubicBezTo>
                    <a:pt x="705" y="229"/>
                    <a:pt x="704" y="229"/>
                    <a:pt x="703" y="229"/>
                  </a:cubicBezTo>
                  <a:cubicBezTo>
                    <a:pt x="697" y="231"/>
                    <a:pt x="697" y="239"/>
                    <a:pt x="698" y="245"/>
                  </a:cubicBezTo>
                  <a:lnTo>
                    <a:pt x="698" y="245"/>
                  </a:lnTo>
                  <a:cubicBezTo>
                    <a:pt x="705" y="275"/>
                    <a:pt x="715" y="303"/>
                    <a:pt x="730" y="329"/>
                  </a:cubicBezTo>
                  <a:cubicBezTo>
                    <a:pt x="732" y="332"/>
                    <a:pt x="735" y="336"/>
                    <a:pt x="737" y="339"/>
                  </a:cubicBezTo>
                  <a:lnTo>
                    <a:pt x="737" y="339"/>
                  </a:lnTo>
                  <a:cubicBezTo>
                    <a:pt x="712" y="299"/>
                    <a:pt x="680" y="264"/>
                    <a:pt x="642" y="236"/>
                  </a:cubicBezTo>
                  <a:cubicBezTo>
                    <a:pt x="651" y="285"/>
                    <a:pt x="663" y="333"/>
                    <a:pt x="676" y="381"/>
                  </a:cubicBezTo>
                  <a:lnTo>
                    <a:pt x="676" y="381"/>
                  </a:lnTo>
                  <a:cubicBezTo>
                    <a:pt x="668" y="370"/>
                    <a:pt x="660" y="359"/>
                    <a:pt x="652" y="346"/>
                  </a:cubicBezTo>
                  <a:cubicBezTo>
                    <a:pt x="645" y="334"/>
                    <a:pt x="639" y="321"/>
                    <a:pt x="634" y="308"/>
                  </a:cubicBezTo>
                  <a:lnTo>
                    <a:pt x="634" y="308"/>
                  </a:lnTo>
                  <a:cubicBezTo>
                    <a:pt x="635" y="338"/>
                    <a:pt x="642" y="367"/>
                    <a:pt x="652" y="395"/>
                  </a:cubicBezTo>
                  <a:lnTo>
                    <a:pt x="652" y="395"/>
                  </a:lnTo>
                  <a:cubicBezTo>
                    <a:pt x="637" y="390"/>
                    <a:pt x="621" y="388"/>
                    <a:pt x="605" y="388"/>
                  </a:cubicBezTo>
                  <a:cubicBezTo>
                    <a:pt x="578" y="388"/>
                    <a:pt x="551" y="395"/>
                    <a:pt x="527" y="407"/>
                  </a:cubicBezTo>
                  <a:cubicBezTo>
                    <a:pt x="559" y="382"/>
                    <a:pt x="594" y="354"/>
                    <a:pt x="602" y="315"/>
                  </a:cubicBezTo>
                  <a:lnTo>
                    <a:pt x="534" y="365"/>
                  </a:lnTo>
                  <a:lnTo>
                    <a:pt x="583" y="303"/>
                  </a:lnTo>
                  <a:lnTo>
                    <a:pt x="583" y="303"/>
                  </a:lnTo>
                  <a:cubicBezTo>
                    <a:pt x="561" y="323"/>
                    <a:pt x="538" y="342"/>
                    <a:pt x="514" y="360"/>
                  </a:cubicBezTo>
                  <a:lnTo>
                    <a:pt x="514" y="360"/>
                  </a:lnTo>
                  <a:cubicBezTo>
                    <a:pt x="504" y="365"/>
                    <a:pt x="496" y="369"/>
                    <a:pt x="485" y="375"/>
                  </a:cubicBezTo>
                  <a:cubicBezTo>
                    <a:pt x="479" y="379"/>
                    <a:pt x="470" y="384"/>
                    <a:pt x="463" y="389"/>
                  </a:cubicBezTo>
                  <a:cubicBezTo>
                    <a:pt x="506" y="348"/>
                    <a:pt x="551" y="303"/>
                    <a:pt x="556" y="244"/>
                  </a:cubicBezTo>
                  <a:lnTo>
                    <a:pt x="556" y="244"/>
                  </a:lnTo>
                  <a:cubicBezTo>
                    <a:pt x="547" y="248"/>
                    <a:pt x="539" y="253"/>
                    <a:pt x="530" y="257"/>
                  </a:cubicBezTo>
                  <a:cubicBezTo>
                    <a:pt x="511" y="269"/>
                    <a:pt x="492" y="284"/>
                    <a:pt x="477" y="302"/>
                  </a:cubicBezTo>
                  <a:lnTo>
                    <a:pt x="477" y="302"/>
                  </a:lnTo>
                  <a:cubicBezTo>
                    <a:pt x="486" y="290"/>
                    <a:pt x="495" y="277"/>
                    <a:pt x="502" y="264"/>
                  </a:cubicBezTo>
                  <a:cubicBezTo>
                    <a:pt x="522" y="231"/>
                    <a:pt x="535" y="195"/>
                    <a:pt x="543" y="158"/>
                  </a:cubicBezTo>
                  <a:lnTo>
                    <a:pt x="543" y="158"/>
                  </a:lnTo>
                  <a:cubicBezTo>
                    <a:pt x="539" y="169"/>
                    <a:pt x="534" y="179"/>
                    <a:pt x="527" y="190"/>
                  </a:cubicBezTo>
                  <a:cubicBezTo>
                    <a:pt x="513" y="216"/>
                    <a:pt x="494" y="239"/>
                    <a:pt x="472" y="260"/>
                  </a:cubicBezTo>
                  <a:cubicBezTo>
                    <a:pt x="480" y="227"/>
                    <a:pt x="498" y="197"/>
                    <a:pt x="504" y="162"/>
                  </a:cubicBezTo>
                  <a:cubicBezTo>
                    <a:pt x="508" y="142"/>
                    <a:pt x="498" y="72"/>
                    <a:pt x="507" y="60"/>
                  </a:cubicBezTo>
                  <a:lnTo>
                    <a:pt x="507" y="60"/>
                  </a:lnTo>
                  <a:cubicBezTo>
                    <a:pt x="492" y="81"/>
                    <a:pt x="478" y="102"/>
                    <a:pt x="465" y="125"/>
                  </a:cubicBezTo>
                  <a:cubicBezTo>
                    <a:pt x="448" y="155"/>
                    <a:pt x="432" y="186"/>
                    <a:pt x="420" y="219"/>
                  </a:cubicBezTo>
                  <a:lnTo>
                    <a:pt x="420" y="219"/>
                  </a:lnTo>
                  <a:cubicBezTo>
                    <a:pt x="421" y="209"/>
                    <a:pt x="421" y="199"/>
                    <a:pt x="421" y="189"/>
                  </a:cubicBezTo>
                  <a:cubicBezTo>
                    <a:pt x="421" y="162"/>
                    <a:pt x="418" y="136"/>
                    <a:pt x="411" y="110"/>
                  </a:cubicBezTo>
                  <a:lnTo>
                    <a:pt x="411" y="110"/>
                  </a:lnTo>
                  <a:cubicBezTo>
                    <a:pt x="393" y="145"/>
                    <a:pt x="380" y="181"/>
                    <a:pt x="370" y="218"/>
                  </a:cubicBezTo>
                  <a:cubicBezTo>
                    <a:pt x="358" y="143"/>
                    <a:pt x="342" y="60"/>
                    <a:pt x="279" y="16"/>
                  </a:cubicBezTo>
                  <a:lnTo>
                    <a:pt x="279" y="16"/>
                  </a:lnTo>
                  <a:cubicBezTo>
                    <a:pt x="277" y="14"/>
                    <a:pt x="276" y="13"/>
                    <a:pt x="274" y="12"/>
                  </a:cubicBezTo>
                  <a:cubicBezTo>
                    <a:pt x="271" y="10"/>
                    <a:pt x="267" y="9"/>
                    <a:pt x="263" y="9"/>
                  </a:cubicBezTo>
                  <a:cubicBezTo>
                    <a:pt x="260" y="9"/>
                    <a:pt x="257" y="10"/>
                    <a:pt x="254" y="11"/>
                  </a:cubicBezTo>
                  <a:cubicBezTo>
                    <a:pt x="245" y="16"/>
                    <a:pt x="246" y="30"/>
                    <a:pt x="249" y="40"/>
                  </a:cubicBezTo>
                  <a:cubicBezTo>
                    <a:pt x="264" y="100"/>
                    <a:pt x="287" y="159"/>
                    <a:pt x="306" y="218"/>
                  </a:cubicBezTo>
                  <a:cubicBezTo>
                    <a:pt x="275" y="176"/>
                    <a:pt x="257" y="120"/>
                    <a:pt x="212" y="93"/>
                  </a:cubicBezTo>
                  <a:lnTo>
                    <a:pt x="212" y="93"/>
                  </a:lnTo>
                  <a:cubicBezTo>
                    <a:pt x="215" y="119"/>
                    <a:pt x="223" y="145"/>
                    <a:pt x="236" y="168"/>
                  </a:cubicBezTo>
                  <a:cubicBezTo>
                    <a:pt x="237" y="169"/>
                    <a:pt x="238" y="171"/>
                    <a:pt x="239" y="172"/>
                  </a:cubicBezTo>
                  <a:lnTo>
                    <a:pt x="178" y="93"/>
                  </a:lnTo>
                  <a:cubicBezTo>
                    <a:pt x="195" y="140"/>
                    <a:pt x="216" y="187"/>
                    <a:pt x="229" y="236"/>
                  </a:cubicBezTo>
                  <a:lnTo>
                    <a:pt x="229" y="236"/>
                  </a:lnTo>
                  <a:cubicBezTo>
                    <a:pt x="207" y="212"/>
                    <a:pt x="181" y="192"/>
                    <a:pt x="153" y="176"/>
                  </a:cubicBezTo>
                  <a:cubicBezTo>
                    <a:pt x="127" y="161"/>
                    <a:pt x="99" y="150"/>
                    <a:pt x="70" y="142"/>
                  </a:cubicBezTo>
                  <a:cubicBezTo>
                    <a:pt x="105" y="172"/>
                    <a:pt x="139" y="203"/>
                    <a:pt x="170" y="236"/>
                  </a:cubicBezTo>
                  <a:lnTo>
                    <a:pt x="170" y="236"/>
                  </a:lnTo>
                  <a:cubicBezTo>
                    <a:pt x="146" y="224"/>
                    <a:pt x="119" y="216"/>
                    <a:pt x="93" y="212"/>
                  </a:cubicBezTo>
                  <a:lnTo>
                    <a:pt x="93" y="212"/>
                  </a:lnTo>
                  <a:cubicBezTo>
                    <a:pt x="133" y="237"/>
                    <a:pt x="170" y="267"/>
                    <a:pt x="202" y="303"/>
                  </a:cubicBezTo>
                  <a:lnTo>
                    <a:pt x="202" y="303"/>
                  </a:lnTo>
                  <a:cubicBezTo>
                    <a:pt x="166" y="287"/>
                    <a:pt x="127" y="279"/>
                    <a:pt x="88" y="279"/>
                  </a:cubicBezTo>
                  <a:cubicBezTo>
                    <a:pt x="83" y="279"/>
                    <a:pt x="78" y="279"/>
                    <a:pt x="73" y="279"/>
                  </a:cubicBezTo>
                  <a:lnTo>
                    <a:pt x="73" y="279"/>
                  </a:lnTo>
                  <a:cubicBezTo>
                    <a:pt x="82" y="283"/>
                    <a:pt x="91" y="288"/>
                    <a:pt x="100" y="293"/>
                  </a:cubicBezTo>
                  <a:cubicBezTo>
                    <a:pt x="116" y="302"/>
                    <a:pt x="131" y="313"/>
                    <a:pt x="144" y="325"/>
                  </a:cubicBezTo>
                  <a:lnTo>
                    <a:pt x="144" y="325"/>
                  </a:lnTo>
                  <a:cubicBezTo>
                    <a:pt x="135" y="322"/>
                    <a:pt x="125" y="321"/>
                    <a:pt x="115" y="321"/>
                  </a:cubicBezTo>
                  <a:cubicBezTo>
                    <a:pt x="97" y="321"/>
                    <a:pt x="80" y="325"/>
                    <a:pt x="65" y="333"/>
                  </a:cubicBezTo>
                  <a:lnTo>
                    <a:pt x="65" y="333"/>
                  </a:lnTo>
                  <a:cubicBezTo>
                    <a:pt x="67" y="334"/>
                    <a:pt x="70" y="336"/>
                    <a:pt x="72" y="337"/>
                  </a:cubicBezTo>
                  <a:cubicBezTo>
                    <a:pt x="96" y="351"/>
                    <a:pt x="119" y="366"/>
                    <a:pt x="142" y="382"/>
                  </a:cubicBezTo>
                  <a:lnTo>
                    <a:pt x="142" y="382"/>
                  </a:lnTo>
                  <a:cubicBezTo>
                    <a:pt x="120" y="392"/>
                    <a:pt x="97" y="397"/>
                    <a:pt x="73" y="397"/>
                  </a:cubicBezTo>
                  <a:cubicBezTo>
                    <a:pt x="49" y="397"/>
                    <a:pt x="26" y="392"/>
                    <a:pt x="4" y="382"/>
                  </a:cubicBezTo>
                  <a:lnTo>
                    <a:pt x="4" y="382"/>
                  </a:lnTo>
                  <a:cubicBezTo>
                    <a:pt x="16" y="390"/>
                    <a:pt x="29" y="398"/>
                    <a:pt x="42" y="405"/>
                  </a:cubicBezTo>
                  <a:cubicBezTo>
                    <a:pt x="54" y="412"/>
                    <a:pt x="67" y="419"/>
                    <a:pt x="80" y="426"/>
                  </a:cubicBezTo>
                  <a:lnTo>
                    <a:pt x="0" y="420"/>
                  </a:lnTo>
                  <a:lnTo>
                    <a:pt x="77" y="453"/>
                  </a:lnTo>
                  <a:lnTo>
                    <a:pt x="77" y="453"/>
                  </a:lnTo>
                  <a:cubicBezTo>
                    <a:pt x="57" y="456"/>
                    <a:pt x="37" y="458"/>
                    <a:pt x="17" y="459"/>
                  </a:cubicBezTo>
                  <a:cubicBezTo>
                    <a:pt x="53" y="460"/>
                    <a:pt x="87" y="468"/>
                    <a:pt x="122" y="467"/>
                  </a:cubicBezTo>
                  <a:cubicBezTo>
                    <a:pt x="232" y="467"/>
                    <a:pt x="338" y="472"/>
                    <a:pt x="445" y="4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3" name="Google Shape;503;p30"/>
            <p:cNvGrpSpPr/>
            <p:nvPr/>
          </p:nvGrpSpPr>
          <p:grpSpPr>
            <a:xfrm>
              <a:off x="7321113" y="4048823"/>
              <a:ext cx="2667435" cy="1833600"/>
              <a:chOff x="7321113" y="4048823"/>
              <a:chExt cx="2667435" cy="1833600"/>
            </a:xfrm>
          </p:grpSpPr>
          <p:grpSp>
            <p:nvGrpSpPr>
              <p:cNvPr id="504" name="Google Shape;504;p30"/>
              <p:cNvGrpSpPr/>
              <p:nvPr/>
            </p:nvGrpSpPr>
            <p:grpSpPr>
              <a:xfrm>
                <a:off x="7321113" y="4048823"/>
                <a:ext cx="2667435" cy="1833600"/>
                <a:chOff x="10267788" y="5009573"/>
                <a:chExt cx="2667435" cy="1833600"/>
              </a:xfrm>
            </p:grpSpPr>
            <p:sp>
              <p:nvSpPr>
                <p:cNvPr id="505" name="Google Shape;505;p30"/>
                <p:cNvSpPr/>
                <p:nvPr/>
              </p:nvSpPr>
              <p:spPr>
                <a:xfrm>
                  <a:off x="10934703" y="5009573"/>
                  <a:ext cx="2000520" cy="133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7" h="3695" extrusionOk="0">
                      <a:moveTo>
                        <a:pt x="3" y="2480"/>
                      </a:moveTo>
                      <a:cubicBezTo>
                        <a:pt x="172" y="2293"/>
                        <a:pt x="324" y="2092"/>
                        <a:pt x="484" y="1897"/>
                      </a:cubicBezTo>
                      <a:cubicBezTo>
                        <a:pt x="554" y="1811"/>
                        <a:pt x="608" y="1710"/>
                        <a:pt x="693" y="1637"/>
                      </a:cubicBezTo>
                      <a:cubicBezTo>
                        <a:pt x="770" y="1572"/>
                        <a:pt x="858" y="1564"/>
                        <a:pt x="954" y="1564"/>
                      </a:cubicBezTo>
                      <a:cubicBezTo>
                        <a:pt x="1060" y="1564"/>
                        <a:pt x="1147" y="1522"/>
                        <a:pt x="1222" y="1449"/>
                      </a:cubicBezTo>
                      <a:cubicBezTo>
                        <a:pt x="1281" y="1391"/>
                        <a:pt x="1331" y="1324"/>
                        <a:pt x="1397" y="1275"/>
                      </a:cubicBezTo>
                      <a:cubicBezTo>
                        <a:pt x="1470" y="1221"/>
                        <a:pt x="1554" y="1199"/>
                        <a:pt x="1643" y="1189"/>
                      </a:cubicBezTo>
                      <a:cubicBezTo>
                        <a:pt x="1688" y="1186"/>
                        <a:pt x="1731" y="1172"/>
                        <a:pt x="1771" y="1150"/>
                      </a:cubicBezTo>
                      <a:cubicBezTo>
                        <a:pt x="1783" y="1143"/>
                        <a:pt x="1795" y="1134"/>
                        <a:pt x="1806" y="1125"/>
                      </a:cubicBezTo>
                      <a:cubicBezTo>
                        <a:pt x="1850" y="1091"/>
                        <a:pt x="1874" y="1040"/>
                        <a:pt x="1900" y="993"/>
                      </a:cubicBezTo>
                      <a:cubicBezTo>
                        <a:pt x="1949" y="909"/>
                        <a:pt x="2041" y="854"/>
                        <a:pt x="2118" y="799"/>
                      </a:cubicBezTo>
                      <a:cubicBezTo>
                        <a:pt x="2208" y="735"/>
                        <a:pt x="2280" y="666"/>
                        <a:pt x="2335" y="570"/>
                      </a:cubicBezTo>
                      <a:cubicBezTo>
                        <a:pt x="2440" y="385"/>
                        <a:pt x="2521" y="187"/>
                        <a:pt x="2628" y="4"/>
                      </a:cubicBezTo>
                      <a:cubicBezTo>
                        <a:pt x="2629" y="2"/>
                        <a:pt x="2630" y="1"/>
                        <a:pt x="2631" y="1"/>
                      </a:cubicBezTo>
                      <a:cubicBezTo>
                        <a:pt x="2633" y="0"/>
                        <a:pt x="2634" y="0"/>
                        <a:pt x="2636" y="0"/>
                      </a:cubicBezTo>
                      <a:cubicBezTo>
                        <a:pt x="2637" y="0"/>
                        <a:pt x="2639" y="0"/>
                        <a:pt x="2640" y="1"/>
                      </a:cubicBezTo>
                      <a:cubicBezTo>
                        <a:pt x="2641" y="1"/>
                        <a:pt x="2642" y="2"/>
                        <a:pt x="2643" y="4"/>
                      </a:cubicBezTo>
                      <a:cubicBezTo>
                        <a:pt x="2719" y="114"/>
                        <a:pt x="2768" y="271"/>
                        <a:pt x="2890" y="341"/>
                      </a:cubicBezTo>
                      <a:cubicBezTo>
                        <a:pt x="2927" y="363"/>
                        <a:pt x="2971" y="347"/>
                        <a:pt x="3009" y="360"/>
                      </a:cubicBezTo>
                      <a:cubicBezTo>
                        <a:pt x="3031" y="367"/>
                        <a:pt x="3018" y="420"/>
                        <a:pt x="3055" y="424"/>
                      </a:cubicBezTo>
                      <a:cubicBezTo>
                        <a:pt x="3109" y="430"/>
                        <a:pt x="3155" y="366"/>
                        <a:pt x="3208" y="376"/>
                      </a:cubicBezTo>
                      <a:cubicBezTo>
                        <a:pt x="3253" y="386"/>
                        <a:pt x="3342" y="516"/>
                        <a:pt x="3390" y="548"/>
                      </a:cubicBezTo>
                      <a:cubicBezTo>
                        <a:pt x="3492" y="620"/>
                        <a:pt x="3630" y="727"/>
                        <a:pt x="3757" y="743"/>
                      </a:cubicBezTo>
                      <a:cubicBezTo>
                        <a:pt x="3800" y="748"/>
                        <a:pt x="3841" y="733"/>
                        <a:pt x="3882" y="725"/>
                      </a:cubicBezTo>
                      <a:cubicBezTo>
                        <a:pt x="3893" y="723"/>
                        <a:pt x="3903" y="722"/>
                        <a:pt x="3914" y="722"/>
                      </a:cubicBezTo>
                      <a:cubicBezTo>
                        <a:pt x="3947" y="722"/>
                        <a:pt x="3980" y="730"/>
                        <a:pt x="4010" y="745"/>
                      </a:cubicBezTo>
                      <a:cubicBezTo>
                        <a:pt x="4071" y="772"/>
                        <a:pt x="4122" y="818"/>
                        <a:pt x="4176" y="857"/>
                      </a:cubicBezTo>
                      <a:cubicBezTo>
                        <a:pt x="4246" y="907"/>
                        <a:pt x="4313" y="910"/>
                        <a:pt x="4381" y="854"/>
                      </a:cubicBezTo>
                      <a:cubicBezTo>
                        <a:pt x="4382" y="853"/>
                        <a:pt x="4382" y="853"/>
                        <a:pt x="4383" y="852"/>
                      </a:cubicBezTo>
                      <a:cubicBezTo>
                        <a:pt x="4384" y="852"/>
                        <a:pt x="4386" y="851"/>
                        <a:pt x="4387" y="851"/>
                      </a:cubicBezTo>
                      <a:cubicBezTo>
                        <a:pt x="4389" y="851"/>
                        <a:pt x="4390" y="852"/>
                        <a:pt x="4392" y="852"/>
                      </a:cubicBezTo>
                      <a:lnTo>
                        <a:pt x="5498" y="1437"/>
                      </a:lnTo>
                      <a:lnTo>
                        <a:pt x="5553" y="1465"/>
                      </a:lnTo>
                      <a:cubicBezTo>
                        <a:pt x="5554" y="1466"/>
                        <a:pt x="5555" y="1467"/>
                        <a:pt x="5556" y="1468"/>
                      </a:cubicBezTo>
                      <a:cubicBezTo>
                        <a:pt x="5556" y="1470"/>
                        <a:pt x="5557" y="1471"/>
                        <a:pt x="5557" y="1473"/>
                      </a:cubicBezTo>
                      <a:cubicBezTo>
                        <a:pt x="5557" y="1474"/>
                        <a:pt x="5556" y="1476"/>
                        <a:pt x="5556" y="1477"/>
                      </a:cubicBezTo>
                      <a:lnTo>
                        <a:pt x="5556" y="1477"/>
                      </a:lnTo>
                      <a:cubicBezTo>
                        <a:pt x="5330" y="1831"/>
                        <a:pt x="5101" y="2182"/>
                        <a:pt x="4864" y="2529"/>
                      </a:cubicBezTo>
                      <a:cubicBezTo>
                        <a:pt x="4795" y="2629"/>
                        <a:pt x="4725" y="2731"/>
                        <a:pt x="4652" y="2831"/>
                      </a:cubicBezTo>
                      <a:cubicBezTo>
                        <a:pt x="4609" y="2893"/>
                        <a:pt x="4562" y="2953"/>
                        <a:pt x="4510" y="3008"/>
                      </a:cubicBezTo>
                      <a:cubicBezTo>
                        <a:pt x="4504" y="3015"/>
                        <a:pt x="4497" y="3020"/>
                        <a:pt x="4490" y="3024"/>
                      </a:cubicBezTo>
                      <a:cubicBezTo>
                        <a:pt x="4477" y="3032"/>
                        <a:pt x="4462" y="3036"/>
                        <a:pt x="4447" y="3036"/>
                      </a:cubicBezTo>
                      <a:cubicBezTo>
                        <a:pt x="4398" y="3044"/>
                        <a:pt x="4350" y="3052"/>
                        <a:pt x="4301" y="3061"/>
                      </a:cubicBezTo>
                      <a:cubicBezTo>
                        <a:pt x="3839" y="3141"/>
                        <a:pt x="3378" y="3228"/>
                        <a:pt x="2916" y="3314"/>
                      </a:cubicBezTo>
                      <a:cubicBezTo>
                        <a:pt x="2393" y="3411"/>
                        <a:pt x="1870" y="3511"/>
                        <a:pt x="1347" y="3611"/>
                      </a:cubicBezTo>
                      <a:cubicBezTo>
                        <a:pt x="1214" y="3637"/>
                        <a:pt x="1081" y="3661"/>
                        <a:pt x="950" y="3691"/>
                      </a:cubicBezTo>
                      <a:cubicBezTo>
                        <a:pt x="918" y="3698"/>
                        <a:pt x="901" y="3700"/>
                        <a:pt x="873" y="3677"/>
                      </a:cubicBezTo>
                      <a:cubicBezTo>
                        <a:pt x="805" y="3624"/>
                        <a:pt x="750" y="3549"/>
                        <a:pt x="697" y="3482"/>
                      </a:cubicBezTo>
                      <a:cubicBezTo>
                        <a:pt x="447" y="3165"/>
                        <a:pt x="222" y="2828"/>
                        <a:pt x="1" y="2490"/>
                      </a:cubicBezTo>
                      <a:cubicBezTo>
                        <a:pt x="1" y="2489"/>
                        <a:pt x="0" y="2487"/>
                        <a:pt x="0" y="2486"/>
                      </a:cubicBezTo>
                      <a:cubicBezTo>
                        <a:pt x="0" y="2484"/>
                        <a:pt x="1" y="2483"/>
                        <a:pt x="1" y="2481"/>
                      </a:cubicBezTo>
                      <a:cubicBezTo>
                        <a:pt x="2" y="2481"/>
                        <a:pt x="2" y="2480"/>
                        <a:pt x="3" y="24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6" name="Google Shape;506;p30"/>
                <p:cNvSpPr/>
                <p:nvPr/>
              </p:nvSpPr>
              <p:spPr>
                <a:xfrm>
                  <a:off x="10267788" y="5557613"/>
                  <a:ext cx="2000160" cy="1285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" h="3571" extrusionOk="0">
                      <a:moveTo>
                        <a:pt x="484" y="1772"/>
                      </a:moveTo>
                      <a:cubicBezTo>
                        <a:pt x="554" y="1687"/>
                        <a:pt x="608" y="1586"/>
                        <a:pt x="693" y="1513"/>
                      </a:cubicBezTo>
                      <a:cubicBezTo>
                        <a:pt x="769" y="1447"/>
                        <a:pt x="858" y="1440"/>
                        <a:pt x="954" y="1440"/>
                      </a:cubicBezTo>
                      <a:cubicBezTo>
                        <a:pt x="1060" y="1440"/>
                        <a:pt x="1147" y="1398"/>
                        <a:pt x="1222" y="1324"/>
                      </a:cubicBezTo>
                      <a:cubicBezTo>
                        <a:pt x="1281" y="1267"/>
                        <a:pt x="1330" y="1199"/>
                        <a:pt x="1397" y="1150"/>
                      </a:cubicBezTo>
                      <a:cubicBezTo>
                        <a:pt x="1470" y="1097"/>
                        <a:pt x="1554" y="1074"/>
                        <a:pt x="1643" y="1065"/>
                      </a:cubicBezTo>
                      <a:cubicBezTo>
                        <a:pt x="1688" y="1061"/>
                        <a:pt x="1731" y="1048"/>
                        <a:pt x="1770" y="1026"/>
                      </a:cubicBezTo>
                      <a:cubicBezTo>
                        <a:pt x="1783" y="1018"/>
                        <a:pt x="1795" y="1010"/>
                        <a:pt x="1806" y="1001"/>
                      </a:cubicBezTo>
                      <a:cubicBezTo>
                        <a:pt x="1850" y="967"/>
                        <a:pt x="1873" y="916"/>
                        <a:pt x="1900" y="869"/>
                      </a:cubicBezTo>
                      <a:cubicBezTo>
                        <a:pt x="1949" y="785"/>
                        <a:pt x="2041" y="730"/>
                        <a:pt x="2118" y="675"/>
                      </a:cubicBezTo>
                      <a:cubicBezTo>
                        <a:pt x="2399" y="475"/>
                        <a:pt x="2542" y="309"/>
                        <a:pt x="2718" y="0"/>
                      </a:cubicBezTo>
                      <a:cubicBezTo>
                        <a:pt x="2795" y="43"/>
                        <a:pt x="2818" y="139"/>
                        <a:pt x="2841" y="236"/>
                      </a:cubicBezTo>
                      <a:cubicBezTo>
                        <a:pt x="2883" y="205"/>
                        <a:pt x="2952" y="193"/>
                        <a:pt x="2989" y="138"/>
                      </a:cubicBezTo>
                      <a:cubicBezTo>
                        <a:pt x="3094" y="345"/>
                        <a:pt x="3295" y="608"/>
                        <a:pt x="3486" y="309"/>
                      </a:cubicBezTo>
                      <a:cubicBezTo>
                        <a:pt x="3658" y="653"/>
                        <a:pt x="3924" y="556"/>
                        <a:pt x="4175" y="733"/>
                      </a:cubicBezTo>
                      <a:cubicBezTo>
                        <a:pt x="4246" y="783"/>
                        <a:pt x="4312" y="786"/>
                        <a:pt x="4381" y="730"/>
                      </a:cubicBezTo>
                      <a:cubicBezTo>
                        <a:pt x="4381" y="729"/>
                        <a:pt x="4382" y="729"/>
                        <a:pt x="4382" y="728"/>
                      </a:cubicBezTo>
                      <a:cubicBezTo>
                        <a:pt x="4384" y="728"/>
                        <a:pt x="4385" y="727"/>
                        <a:pt x="4387" y="727"/>
                      </a:cubicBezTo>
                      <a:cubicBezTo>
                        <a:pt x="4388" y="727"/>
                        <a:pt x="4390" y="728"/>
                        <a:pt x="4391" y="728"/>
                      </a:cubicBezTo>
                      <a:lnTo>
                        <a:pt x="5498" y="1313"/>
                      </a:lnTo>
                      <a:lnTo>
                        <a:pt x="5552" y="1341"/>
                      </a:lnTo>
                      <a:cubicBezTo>
                        <a:pt x="5553" y="1342"/>
                        <a:pt x="5554" y="1343"/>
                        <a:pt x="5555" y="1344"/>
                      </a:cubicBezTo>
                      <a:cubicBezTo>
                        <a:pt x="5556" y="1346"/>
                        <a:pt x="5556" y="1347"/>
                        <a:pt x="5556" y="1349"/>
                      </a:cubicBezTo>
                      <a:cubicBezTo>
                        <a:pt x="5556" y="1350"/>
                        <a:pt x="5556" y="1352"/>
                        <a:pt x="5555" y="1353"/>
                      </a:cubicBezTo>
                      <a:lnTo>
                        <a:pt x="5555" y="1353"/>
                      </a:lnTo>
                      <a:cubicBezTo>
                        <a:pt x="5329" y="1707"/>
                        <a:pt x="5100" y="2058"/>
                        <a:pt x="4863" y="2405"/>
                      </a:cubicBezTo>
                      <a:cubicBezTo>
                        <a:pt x="4794" y="2506"/>
                        <a:pt x="4724" y="2607"/>
                        <a:pt x="4651" y="2707"/>
                      </a:cubicBezTo>
                      <a:cubicBezTo>
                        <a:pt x="4609" y="2769"/>
                        <a:pt x="4562" y="2828"/>
                        <a:pt x="4511" y="2884"/>
                      </a:cubicBezTo>
                      <a:cubicBezTo>
                        <a:pt x="4505" y="2890"/>
                        <a:pt x="4498" y="2896"/>
                        <a:pt x="4490" y="2900"/>
                      </a:cubicBezTo>
                      <a:cubicBezTo>
                        <a:pt x="4477" y="2907"/>
                        <a:pt x="4463" y="2912"/>
                        <a:pt x="4448" y="2912"/>
                      </a:cubicBezTo>
                      <a:cubicBezTo>
                        <a:pt x="4399" y="2919"/>
                        <a:pt x="4350" y="2928"/>
                        <a:pt x="4302" y="2936"/>
                      </a:cubicBezTo>
                      <a:cubicBezTo>
                        <a:pt x="3839" y="3016"/>
                        <a:pt x="3378" y="3104"/>
                        <a:pt x="2917" y="3190"/>
                      </a:cubicBezTo>
                      <a:cubicBezTo>
                        <a:pt x="2393" y="3287"/>
                        <a:pt x="1870" y="3387"/>
                        <a:pt x="1348" y="3487"/>
                      </a:cubicBezTo>
                      <a:cubicBezTo>
                        <a:pt x="1215" y="3513"/>
                        <a:pt x="1082" y="3537"/>
                        <a:pt x="950" y="3567"/>
                      </a:cubicBezTo>
                      <a:cubicBezTo>
                        <a:pt x="918" y="3574"/>
                        <a:pt x="902" y="3576"/>
                        <a:pt x="873" y="3553"/>
                      </a:cubicBezTo>
                      <a:cubicBezTo>
                        <a:pt x="805" y="3499"/>
                        <a:pt x="750" y="3425"/>
                        <a:pt x="697" y="3358"/>
                      </a:cubicBezTo>
                      <a:cubicBezTo>
                        <a:pt x="447" y="3042"/>
                        <a:pt x="222" y="2704"/>
                        <a:pt x="1" y="2366"/>
                      </a:cubicBezTo>
                      <a:lnTo>
                        <a:pt x="1" y="2366"/>
                      </a:lnTo>
                      <a:cubicBezTo>
                        <a:pt x="0" y="2365"/>
                        <a:pt x="0" y="2363"/>
                        <a:pt x="0" y="2361"/>
                      </a:cubicBezTo>
                      <a:cubicBezTo>
                        <a:pt x="0" y="2360"/>
                        <a:pt x="0" y="2358"/>
                        <a:pt x="1" y="2357"/>
                      </a:cubicBezTo>
                      <a:cubicBezTo>
                        <a:pt x="2" y="2356"/>
                        <a:pt x="2" y="2356"/>
                        <a:pt x="3" y="2355"/>
                      </a:cubicBezTo>
                      <a:cubicBezTo>
                        <a:pt x="172" y="2168"/>
                        <a:pt x="324" y="1967"/>
                        <a:pt x="484" y="17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07" name="Google Shape;507;p30"/>
              <p:cNvSpPr/>
              <p:nvPr/>
            </p:nvSpPr>
            <p:spPr>
              <a:xfrm>
                <a:off x="8127116" y="4402252"/>
                <a:ext cx="845306" cy="121274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496" extrusionOk="0">
                    <a:moveTo>
                      <a:pt x="2755" y="340"/>
                    </a:moveTo>
                    <a:lnTo>
                      <a:pt x="2755" y="340"/>
                    </a:lnTo>
                    <a:cubicBezTo>
                      <a:pt x="2786" y="330"/>
                      <a:pt x="2819" y="325"/>
                      <a:pt x="2853" y="325"/>
                    </a:cubicBezTo>
                    <a:cubicBezTo>
                      <a:pt x="2853" y="325"/>
                      <a:pt x="2854" y="325"/>
                      <a:pt x="2855" y="325"/>
                    </a:cubicBezTo>
                    <a:cubicBezTo>
                      <a:pt x="2886" y="327"/>
                      <a:pt x="2913" y="345"/>
                      <a:pt x="2941" y="357"/>
                    </a:cubicBezTo>
                    <a:lnTo>
                      <a:pt x="2941" y="357"/>
                    </a:lnTo>
                    <a:cubicBezTo>
                      <a:pt x="2994" y="379"/>
                      <a:pt x="3050" y="394"/>
                      <a:pt x="3107" y="401"/>
                    </a:cubicBezTo>
                    <a:cubicBezTo>
                      <a:pt x="3221" y="422"/>
                      <a:pt x="3348" y="431"/>
                      <a:pt x="3457" y="473"/>
                    </a:cubicBezTo>
                    <a:cubicBezTo>
                      <a:pt x="2708" y="489"/>
                      <a:pt x="1968" y="477"/>
                      <a:pt x="1221" y="493"/>
                    </a:cubicBezTo>
                    <a:cubicBezTo>
                      <a:pt x="814" y="502"/>
                      <a:pt x="405" y="491"/>
                      <a:pt x="0" y="464"/>
                    </a:cubicBezTo>
                    <a:cubicBezTo>
                      <a:pt x="211" y="411"/>
                      <a:pt x="416" y="375"/>
                      <a:pt x="628" y="334"/>
                    </a:cubicBezTo>
                    <a:lnTo>
                      <a:pt x="628" y="334"/>
                    </a:lnTo>
                    <a:cubicBezTo>
                      <a:pt x="646" y="332"/>
                      <a:pt x="663" y="326"/>
                      <a:pt x="679" y="317"/>
                    </a:cubicBezTo>
                    <a:cubicBezTo>
                      <a:pt x="682" y="315"/>
                      <a:pt x="684" y="314"/>
                      <a:pt x="687" y="313"/>
                    </a:cubicBezTo>
                    <a:lnTo>
                      <a:pt x="687" y="313"/>
                    </a:lnTo>
                    <a:cubicBezTo>
                      <a:pt x="702" y="297"/>
                      <a:pt x="715" y="280"/>
                      <a:pt x="726" y="262"/>
                    </a:cubicBezTo>
                    <a:lnTo>
                      <a:pt x="726" y="262"/>
                    </a:lnTo>
                    <a:cubicBezTo>
                      <a:pt x="736" y="249"/>
                      <a:pt x="750" y="239"/>
                      <a:pt x="763" y="231"/>
                    </a:cubicBezTo>
                    <a:cubicBezTo>
                      <a:pt x="784" y="219"/>
                      <a:pt x="806" y="213"/>
                      <a:pt x="829" y="213"/>
                    </a:cubicBezTo>
                    <a:cubicBezTo>
                      <a:pt x="845" y="213"/>
                      <a:pt x="862" y="216"/>
                      <a:pt x="877" y="221"/>
                    </a:cubicBezTo>
                    <a:lnTo>
                      <a:pt x="877" y="221"/>
                    </a:lnTo>
                    <a:cubicBezTo>
                      <a:pt x="924" y="169"/>
                      <a:pt x="979" y="124"/>
                      <a:pt x="1039" y="90"/>
                    </a:cubicBezTo>
                    <a:cubicBezTo>
                      <a:pt x="1141" y="30"/>
                      <a:pt x="1257" y="0"/>
                      <a:pt x="1375" y="0"/>
                    </a:cubicBezTo>
                    <a:cubicBezTo>
                      <a:pt x="1390" y="0"/>
                      <a:pt x="1406" y="1"/>
                      <a:pt x="1421" y="2"/>
                    </a:cubicBezTo>
                    <a:cubicBezTo>
                      <a:pt x="1560" y="12"/>
                      <a:pt x="1709" y="84"/>
                      <a:pt x="1747" y="218"/>
                    </a:cubicBezTo>
                    <a:lnTo>
                      <a:pt x="1747" y="218"/>
                    </a:lnTo>
                    <a:cubicBezTo>
                      <a:pt x="1794" y="205"/>
                      <a:pt x="1842" y="199"/>
                      <a:pt x="1891" y="199"/>
                    </a:cubicBezTo>
                    <a:cubicBezTo>
                      <a:pt x="1952" y="199"/>
                      <a:pt x="2012" y="209"/>
                      <a:pt x="2069" y="229"/>
                    </a:cubicBezTo>
                    <a:lnTo>
                      <a:pt x="2069" y="229"/>
                    </a:lnTo>
                    <a:cubicBezTo>
                      <a:pt x="2104" y="244"/>
                      <a:pt x="2140" y="255"/>
                      <a:pt x="2177" y="264"/>
                    </a:cubicBezTo>
                    <a:cubicBezTo>
                      <a:pt x="2309" y="284"/>
                      <a:pt x="2410" y="218"/>
                      <a:pt x="2544" y="270"/>
                    </a:cubicBezTo>
                    <a:cubicBezTo>
                      <a:pt x="2588" y="288"/>
                      <a:pt x="2631" y="332"/>
                      <a:pt x="2677" y="342"/>
                    </a:cubicBezTo>
                    <a:lnTo>
                      <a:pt x="2677" y="342"/>
                    </a:lnTo>
                    <a:cubicBezTo>
                      <a:pt x="2688" y="344"/>
                      <a:pt x="2699" y="345"/>
                      <a:pt x="2710" y="345"/>
                    </a:cubicBezTo>
                    <a:cubicBezTo>
                      <a:pt x="2725" y="345"/>
                      <a:pt x="2740" y="343"/>
                      <a:pt x="2755" y="3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8002529" y="4859879"/>
                <a:ext cx="935249" cy="292049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1294" extrusionOk="0">
                    <a:moveTo>
                      <a:pt x="3951" y="1289"/>
                    </a:moveTo>
                    <a:cubicBezTo>
                      <a:pt x="3984" y="1289"/>
                      <a:pt x="3880" y="1167"/>
                      <a:pt x="3790" y="1172"/>
                    </a:cubicBezTo>
                    <a:lnTo>
                      <a:pt x="4144" y="1160"/>
                    </a:lnTo>
                    <a:lnTo>
                      <a:pt x="4144" y="1160"/>
                    </a:lnTo>
                    <a:cubicBezTo>
                      <a:pt x="4050" y="1126"/>
                      <a:pt x="3952" y="1101"/>
                      <a:pt x="3853" y="1086"/>
                    </a:cubicBezTo>
                    <a:cubicBezTo>
                      <a:pt x="3911" y="1077"/>
                      <a:pt x="3969" y="1065"/>
                      <a:pt x="4027" y="1050"/>
                    </a:cubicBezTo>
                    <a:cubicBezTo>
                      <a:pt x="4044" y="1046"/>
                      <a:pt x="4063" y="1039"/>
                      <a:pt x="4067" y="1021"/>
                    </a:cubicBezTo>
                    <a:cubicBezTo>
                      <a:pt x="4073" y="994"/>
                      <a:pt x="4041" y="978"/>
                      <a:pt x="4016" y="975"/>
                    </a:cubicBezTo>
                    <a:lnTo>
                      <a:pt x="4016" y="975"/>
                    </a:lnTo>
                    <a:cubicBezTo>
                      <a:pt x="3996" y="972"/>
                      <a:pt x="3976" y="971"/>
                      <a:pt x="3956" y="971"/>
                    </a:cubicBezTo>
                    <a:cubicBezTo>
                      <a:pt x="3901" y="971"/>
                      <a:pt x="3846" y="981"/>
                      <a:pt x="3795" y="1001"/>
                    </a:cubicBezTo>
                    <a:lnTo>
                      <a:pt x="3795" y="1001"/>
                    </a:lnTo>
                    <a:cubicBezTo>
                      <a:pt x="3832" y="988"/>
                      <a:pt x="3868" y="971"/>
                      <a:pt x="3903" y="951"/>
                    </a:cubicBezTo>
                    <a:cubicBezTo>
                      <a:pt x="3927" y="938"/>
                      <a:pt x="3950" y="922"/>
                      <a:pt x="3971" y="906"/>
                    </a:cubicBezTo>
                    <a:cubicBezTo>
                      <a:pt x="3992" y="890"/>
                      <a:pt x="4012" y="856"/>
                      <a:pt x="3991" y="841"/>
                    </a:cubicBezTo>
                    <a:lnTo>
                      <a:pt x="3991" y="841"/>
                    </a:lnTo>
                    <a:cubicBezTo>
                      <a:pt x="3986" y="838"/>
                      <a:pt x="3980" y="837"/>
                      <a:pt x="3974" y="837"/>
                    </a:cubicBezTo>
                    <a:cubicBezTo>
                      <a:pt x="3971" y="837"/>
                      <a:pt x="3967" y="837"/>
                      <a:pt x="3964" y="838"/>
                    </a:cubicBezTo>
                    <a:lnTo>
                      <a:pt x="3964" y="838"/>
                    </a:lnTo>
                    <a:cubicBezTo>
                      <a:pt x="3887" y="851"/>
                      <a:pt x="3813" y="875"/>
                      <a:pt x="3743" y="911"/>
                    </a:cubicBezTo>
                    <a:lnTo>
                      <a:pt x="3743" y="911"/>
                    </a:lnTo>
                    <a:cubicBezTo>
                      <a:pt x="3748" y="908"/>
                      <a:pt x="3752" y="906"/>
                      <a:pt x="3756" y="903"/>
                    </a:cubicBezTo>
                    <a:cubicBezTo>
                      <a:pt x="3836" y="858"/>
                      <a:pt x="3902" y="792"/>
                      <a:pt x="3948" y="712"/>
                    </a:cubicBezTo>
                    <a:cubicBezTo>
                      <a:pt x="3965" y="683"/>
                      <a:pt x="3979" y="652"/>
                      <a:pt x="3990" y="620"/>
                    </a:cubicBezTo>
                    <a:lnTo>
                      <a:pt x="3990" y="620"/>
                    </a:lnTo>
                    <a:cubicBezTo>
                      <a:pt x="3939" y="683"/>
                      <a:pt x="3877" y="737"/>
                      <a:pt x="3806" y="777"/>
                    </a:cubicBezTo>
                    <a:cubicBezTo>
                      <a:pt x="3737" y="817"/>
                      <a:pt x="3662" y="843"/>
                      <a:pt x="3583" y="856"/>
                    </a:cubicBezTo>
                    <a:cubicBezTo>
                      <a:pt x="3648" y="816"/>
                      <a:pt x="3712" y="773"/>
                      <a:pt x="3774" y="728"/>
                    </a:cubicBezTo>
                    <a:lnTo>
                      <a:pt x="3774" y="728"/>
                    </a:lnTo>
                    <a:lnTo>
                      <a:pt x="3774" y="727"/>
                    </a:lnTo>
                    <a:cubicBezTo>
                      <a:pt x="3783" y="723"/>
                      <a:pt x="3789" y="716"/>
                      <a:pt x="3794" y="708"/>
                    </a:cubicBezTo>
                    <a:cubicBezTo>
                      <a:pt x="3796" y="704"/>
                      <a:pt x="3798" y="700"/>
                      <a:pt x="3799" y="696"/>
                    </a:cubicBezTo>
                    <a:cubicBezTo>
                      <a:pt x="3803" y="666"/>
                      <a:pt x="3765" y="653"/>
                      <a:pt x="3737" y="654"/>
                    </a:cubicBezTo>
                    <a:lnTo>
                      <a:pt x="3737" y="654"/>
                    </a:lnTo>
                    <a:cubicBezTo>
                      <a:pt x="3661" y="658"/>
                      <a:pt x="3586" y="679"/>
                      <a:pt x="3519" y="715"/>
                    </a:cubicBezTo>
                    <a:lnTo>
                      <a:pt x="3519" y="715"/>
                    </a:lnTo>
                    <a:cubicBezTo>
                      <a:pt x="3539" y="706"/>
                      <a:pt x="3559" y="697"/>
                      <a:pt x="3579" y="685"/>
                    </a:cubicBezTo>
                    <a:cubicBezTo>
                      <a:pt x="3655" y="642"/>
                      <a:pt x="3719" y="577"/>
                      <a:pt x="3763" y="501"/>
                    </a:cubicBezTo>
                    <a:cubicBezTo>
                      <a:pt x="3778" y="475"/>
                      <a:pt x="3790" y="448"/>
                      <a:pt x="3801" y="421"/>
                    </a:cubicBezTo>
                    <a:lnTo>
                      <a:pt x="3801" y="421"/>
                    </a:lnTo>
                    <a:cubicBezTo>
                      <a:pt x="3731" y="424"/>
                      <a:pt x="3664" y="443"/>
                      <a:pt x="3604" y="478"/>
                    </a:cubicBezTo>
                    <a:cubicBezTo>
                      <a:pt x="3538" y="516"/>
                      <a:pt x="3484" y="570"/>
                      <a:pt x="3446" y="636"/>
                    </a:cubicBezTo>
                    <a:cubicBezTo>
                      <a:pt x="3444" y="639"/>
                      <a:pt x="3443" y="641"/>
                      <a:pt x="3441" y="644"/>
                    </a:cubicBezTo>
                    <a:cubicBezTo>
                      <a:pt x="3454" y="610"/>
                      <a:pt x="3484" y="586"/>
                      <a:pt x="3500" y="552"/>
                    </a:cubicBezTo>
                    <a:cubicBezTo>
                      <a:pt x="3516" y="519"/>
                      <a:pt x="3504" y="465"/>
                      <a:pt x="3469" y="466"/>
                    </a:cubicBezTo>
                    <a:lnTo>
                      <a:pt x="3469" y="466"/>
                    </a:lnTo>
                    <a:cubicBezTo>
                      <a:pt x="3461" y="467"/>
                      <a:pt x="3453" y="469"/>
                      <a:pt x="3446" y="473"/>
                    </a:cubicBezTo>
                    <a:cubicBezTo>
                      <a:pt x="3444" y="474"/>
                      <a:pt x="3442" y="476"/>
                      <a:pt x="3440" y="477"/>
                    </a:cubicBezTo>
                    <a:lnTo>
                      <a:pt x="3440" y="477"/>
                    </a:lnTo>
                    <a:cubicBezTo>
                      <a:pt x="3413" y="496"/>
                      <a:pt x="3389" y="519"/>
                      <a:pt x="3371" y="547"/>
                    </a:cubicBezTo>
                    <a:lnTo>
                      <a:pt x="3371" y="547"/>
                    </a:lnTo>
                    <a:cubicBezTo>
                      <a:pt x="3400" y="485"/>
                      <a:pt x="3415" y="416"/>
                      <a:pt x="3415" y="347"/>
                    </a:cubicBezTo>
                    <a:cubicBezTo>
                      <a:pt x="3415" y="340"/>
                      <a:pt x="3415" y="332"/>
                      <a:pt x="3415" y="325"/>
                    </a:cubicBezTo>
                    <a:cubicBezTo>
                      <a:pt x="3275" y="385"/>
                      <a:pt x="3176" y="541"/>
                      <a:pt x="3174" y="703"/>
                    </a:cubicBezTo>
                    <a:lnTo>
                      <a:pt x="3174" y="703"/>
                    </a:lnTo>
                    <a:cubicBezTo>
                      <a:pt x="3175" y="696"/>
                      <a:pt x="3175" y="689"/>
                      <a:pt x="3175" y="682"/>
                    </a:cubicBezTo>
                    <a:cubicBezTo>
                      <a:pt x="3175" y="604"/>
                      <a:pt x="3155" y="527"/>
                      <a:pt x="3118" y="459"/>
                    </a:cubicBezTo>
                    <a:cubicBezTo>
                      <a:pt x="3065" y="603"/>
                      <a:pt x="3039" y="781"/>
                      <a:pt x="2894" y="849"/>
                    </a:cubicBezTo>
                    <a:lnTo>
                      <a:pt x="2894" y="849"/>
                    </a:lnTo>
                    <a:cubicBezTo>
                      <a:pt x="2897" y="847"/>
                      <a:pt x="2900" y="846"/>
                      <a:pt x="2904" y="844"/>
                    </a:cubicBezTo>
                    <a:cubicBezTo>
                      <a:pt x="2928" y="830"/>
                      <a:pt x="2948" y="810"/>
                      <a:pt x="2962" y="786"/>
                    </a:cubicBezTo>
                    <a:cubicBezTo>
                      <a:pt x="2966" y="779"/>
                      <a:pt x="2969" y="771"/>
                      <a:pt x="2972" y="764"/>
                    </a:cubicBezTo>
                    <a:lnTo>
                      <a:pt x="2972" y="764"/>
                    </a:lnTo>
                    <a:cubicBezTo>
                      <a:pt x="2906" y="770"/>
                      <a:pt x="2841" y="788"/>
                      <a:pt x="2781" y="817"/>
                    </a:cubicBezTo>
                    <a:lnTo>
                      <a:pt x="2781" y="817"/>
                    </a:lnTo>
                    <a:cubicBezTo>
                      <a:pt x="2789" y="813"/>
                      <a:pt x="2797" y="808"/>
                      <a:pt x="2804" y="804"/>
                    </a:cubicBezTo>
                    <a:cubicBezTo>
                      <a:pt x="2883" y="758"/>
                      <a:pt x="2950" y="696"/>
                      <a:pt x="3000" y="620"/>
                    </a:cubicBezTo>
                    <a:cubicBezTo>
                      <a:pt x="2895" y="608"/>
                      <a:pt x="2797" y="672"/>
                      <a:pt x="2708" y="733"/>
                    </a:cubicBezTo>
                    <a:lnTo>
                      <a:pt x="2708" y="733"/>
                    </a:lnTo>
                    <a:cubicBezTo>
                      <a:pt x="2751" y="702"/>
                      <a:pt x="2786" y="663"/>
                      <a:pt x="2813" y="617"/>
                    </a:cubicBezTo>
                    <a:cubicBezTo>
                      <a:pt x="2830" y="588"/>
                      <a:pt x="2843" y="556"/>
                      <a:pt x="2851" y="523"/>
                    </a:cubicBezTo>
                    <a:cubicBezTo>
                      <a:pt x="2856" y="503"/>
                      <a:pt x="2855" y="475"/>
                      <a:pt x="2836" y="470"/>
                    </a:cubicBezTo>
                    <a:lnTo>
                      <a:pt x="2836" y="470"/>
                    </a:lnTo>
                    <a:cubicBezTo>
                      <a:pt x="2835" y="470"/>
                      <a:pt x="2835" y="470"/>
                      <a:pt x="2834" y="470"/>
                    </a:cubicBezTo>
                    <a:cubicBezTo>
                      <a:pt x="2828" y="470"/>
                      <a:pt x="2822" y="472"/>
                      <a:pt x="2817" y="475"/>
                    </a:cubicBezTo>
                    <a:cubicBezTo>
                      <a:pt x="2815" y="476"/>
                      <a:pt x="2813" y="477"/>
                      <a:pt x="2812" y="478"/>
                    </a:cubicBezTo>
                    <a:lnTo>
                      <a:pt x="2812" y="478"/>
                    </a:lnTo>
                    <a:cubicBezTo>
                      <a:pt x="2757" y="515"/>
                      <a:pt x="2709" y="562"/>
                      <a:pt x="2670" y="615"/>
                    </a:cubicBezTo>
                    <a:lnTo>
                      <a:pt x="2670" y="615"/>
                    </a:lnTo>
                    <a:cubicBezTo>
                      <a:pt x="2694" y="589"/>
                      <a:pt x="2714" y="560"/>
                      <a:pt x="2732" y="529"/>
                    </a:cubicBezTo>
                    <a:cubicBezTo>
                      <a:pt x="2776" y="452"/>
                      <a:pt x="2800" y="364"/>
                      <a:pt x="2800" y="275"/>
                    </a:cubicBezTo>
                    <a:cubicBezTo>
                      <a:pt x="2800" y="269"/>
                      <a:pt x="2800" y="263"/>
                      <a:pt x="2800" y="256"/>
                    </a:cubicBezTo>
                    <a:lnTo>
                      <a:pt x="2800" y="256"/>
                    </a:lnTo>
                    <a:cubicBezTo>
                      <a:pt x="2788" y="285"/>
                      <a:pt x="2774" y="312"/>
                      <a:pt x="2759" y="339"/>
                    </a:cubicBezTo>
                    <a:cubicBezTo>
                      <a:pt x="2691" y="457"/>
                      <a:pt x="2593" y="555"/>
                      <a:pt x="2474" y="623"/>
                    </a:cubicBezTo>
                    <a:cubicBezTo>
                      <a:pt x="2468" y="626"/>
                      <a:pt x="2462" y="630"/>
                      <a:pt x="2456" y="633"/>
                    </a:cubicBezTo>
                    <a:lnTo>
                      <a:pt x="2456" y="633"/>
                    </a:lnTo>
                    <a:cubicBezTo>
                      <a:pt x="2522" y="583"/>
                      <a:pt x="2577" y="520"/>
                      <a:pt x="2618" y="449"/>
                    </a:cubicBezTo>
                    <a:cubicBezTo>
                      <a:pt x="2632" y="425"/>
                      <a:pt x="2644" y="401"/>
                      <a:pt x="2654" y="375"/>
                    </a:cubicBezTo>
                    <a:cubicBezTo>
                      <a:pt x="2665" y="349"/>
                      <a:pt x="2670" y="309"/>
                      <a:pt x="2645" y="299"/>
                    </a:cubicBezTo>
                    <a:lnTo>
                      <a:pt x="2645" y="299"/>
                    </a:lnTo>
                    <a:cubicBezTo>
                      <a:pt x="2641" y="298"/>
                      <a:pt x="2637" y="298"/>
                      <a:pt x="2633" y="298"/>
                    </a:cubicBezTo>
                    <a:cubicBezTo>
                      <a:pt x="2625" y="298"/>
                      <a:pt x="2617" y="300"/>
                      <a:pt x="2610" y="303"/>
                    </a:cubicBezTo>
                    <a:lnTo>
                      <a:pt x="2610" y="303"/>
                    </a:lnTo>
                    <a:cubicBezTo>
                      <a:pt x="2580" y="315"/>
                      <a:pt x="2550" y="329"/>
                      <a:pt x="2522" y="346"/>
                    </a:cubicBezTo>
                    <a:cubicBezTo>
                      <a:pt x="2516" y="349"/>
                      <a:pt x="2510" y="353"/>
                      <a:pt x="2505" y="356"/>
                    </a:cubicBezTo>
                    <a:lnTo>
                      <a:pt x="2505" y="356"/>
                    </a:lnTo>
                    <a:cubicBezTo>
                      <a:pt x="2571" y="284"/>
                      <a:pt x="2629" y="205"/>
                      <a:pt x="2678" y="120"/>
                    </a:cubicBezTo>
                    <a:cubicBezTo>
                      <a:pt x="2686" y="106"/>
                      <a:pt x="2694" y="92"/>
                      <a:pt x="2702" y="78"/>
                    </a:cubicBezTo>
                    <a:lnTo>
                      <a:pt x="2702" y="78"/>
                    </a:lnTo>
                    <a:cubicBezTo>
                      <a:pt x="2703" y="76"/>
                      <a:pt x="2704" y="75"/>
                      <a:pt x="2704" y="74"/>
                    </a:cubicBezTo>
                    <a:cubicBezTo>
                      <a:pt x="2709" y="67"/>
                      <a:pt x="2711" y="59"/>
                      <a:pt x="2711" y="50"/>
                    </a:cubicBezTo>
                    <a:cubicBezTo>
                      <a:pt x="2711" y="46"/>
                      <a:pt x="2710" y="43"/>
                      <a:pt x="2709" y="39"/>
                    </a:cubicBezTo>
                    <a:cubicBezTo>
                      <a:pt x="2700" y="17"/>
                      <a:pt x="2669" y="24"/>
                      <a:pt x="2649" y="36"/>
                    </a:cubicBezTo>
                    <a:lnTo>
                      <a:pt x="2649" y="36"/>
                    </a:lnTo>
                    <a:cubicBezTo>
                      <a:pt x="2528" y="110"/>
                      <a:pt x="2428" y="214"/>
                      <a:pt x="2357" y="336"/>
                    </a:cubicBezTo>
                    <a:cubicBezTo>
                      <a:pt x="2333" y="378"/>
                      <a:pt x="2313" y="421"/>
                      <a:pt x="2296" y="465"/>
                    </a:cubicBezTo>
                    <a:lnTo>
                      <a:pt x="2353" y="204"/>
                    </a:lnTo>
                    <a:cubicBezTo>
                      <a:pt x="2195" y="317"/>
                      <a:pt x="2124" y="528"/>
                      <a:pt x="2080" y="718"/>
                    </a:cubicBezTo>
                    <a:cubicBezTo>
                      <a:pt x="2053" y="667"/>
                      <a:pt x="2060" y="605"/>
                      <a:pt x="2051" y="547"/>
                    </a:cubicBezTo>
                    <a:cubicBezTo>
                      <a:pt x="2043" y="490"/>
                      <a:pt x="2004" y="425"/>
                      <a:pt x="1950" y="431"/>
                    </a:cubicBezTo>
                    <a:cubicBezTo>
                      <a:pt x="1911" y="436"/>
                      <a:pt x="1883" y="476"/>
                      <a:pt x="1870" y="516"/>
                    </a:cubicBezTo>
                    <a:lnTo>
                      <a:pt x="1870" y="516"/>
                    </a:lnTo>
                    <a:cubicBezTo>
                      <a:pt x="1861" y="557"/>
                      <a:pt x="1847" y="597"/>
                      <a:pt x="1829" y="634"/>
                    </a:cubicBezTo>
                    <a:lnTo>
                      <a:pt x="1721" y="286"/>
                    </a:lnTo>
                    <a:lnTo>
                      <a:pt x="1721" y="286"/>
                    </a:lnTo>
                    <a:cubicBezTo>
                      <a:pt x="1682" y="425"/>
                      <a:pt x="1626" y="558"/>
                      <a:pt x="1554" y="683"/>
                    </a:cubicBezTo>
                    <a:cubicBezTo>
                      <a:pt x="1538" y="712"/>
                      <a:pt x="1520" y="740"/>
                      <a:pt x="1502" y="768"/>
                    </a:cubicBezTo>
                    <a:cubicBezTo>
                      <a:pt x="1469" y="751"/>
                      <a:pt x="1496" y="699"/>
                      <a:pt x="1498" y="660"/>
                    </a:cubicBezTo>
                    <a:lnTo>
                      <a:pt x="1498" y="660"/>
                    </a:lnTo>
                    <a:cubicBezTo>
                      <a:pt x="1498" y="646"/>
                      <a:pt x="1494" y="632"/>
                      <a:pt x="1486" y="619"/>
                    </a:cubicBezTo>
                    <a:cubicBezTo>
                      <a:pt x="1478" y="605"/>
                      <a:pt x="1467" y="594"/>
                      <a:pt x="1453" y="586"/>
                    </a:cubicBezTo>
                    <a:cubicBezTo>
                      <a:pt x="1441" y="579"/>
                      <a:pt x="1426" y="575"/>
                      <a:pt x="1411" y="574"/>
                    </a:cubicBezTo>
                    <a:lnTo>
                      <a:pt x="1411" y="574"/>
                    </a:lnTo>
                    <a:cubicBezTo>
                      <a:pt x="1373" y="576"/>
                      <a:pt x="1335" y="587"/>
                      <a:pt x="1301" y="606"/>
                    </a:cubicBezTo>
                    <a:cubicBezTo>
                      <a:pt x="1296" y="609"/>
                      <a:pt x="1292" y="612"/>
                      <a:pt x="1287" y="615"/>
                    </a:cubicBezTo>
                    <a:lnTo>
                      <a:pt x="1287" y="615"/>
                    </a:lnTo>
                    <a:cubicBezTo>
                      <a:pt x="1366" y="539"/>
                      <a:pt x="1437" y="455"/>
                      <a:pt x="1499" y="364"/>
                    </a:cubicBezTo>
                    <a:lnTo>
                      <a:pt x="1499" y="364"/>
                    </a:lnTo>
                    <a:cubicBezTo>
                      <a:pt x="1501" y="362"/>
                      <a:pt x="1503" y="359"/>
                      <a:pt x="1505" y="355"/>
                    </a:cubicBezTo>
                    <a:cubicBezTo>
                      <a:pt x="1510" y="347"/>
                      <a:pt x="1513" y="337"/>
                      <a:pt x="1513" y="326"/>
                    </a:cubicBezTo>
                    <a:cubicBezTo>
                      <a:pt x="1513" y="325"/>
                      <a:pt x="1513" y="323"/>
                      <a:pt x="1513" y="322"/>
                    </a:cubicBezTo>
                    <a:cubicBezTo>
                      <a:pt x="1507" y="298"/>
                      <a:pt x="1478" y="293"/>
                      <a:pt x="1454" y="295"/>
                    </a:cubicBezTo>
                    <a:lnTo>
                      <a:pt x="1454" y="295"/>
                    </a:lnTo>
                    <a:cubicBezTo>
                      <a:pt x="1368" y="302"/>
                      <a:pt x="1284" y="328"/>
                      <a:pt x="1209" y="371"/>
                    </a:cubicBezTo>
                    <a:cubicBezTo>
                      <a:pt x="1193" y="381"/>
                      <a:pt x="1177" y="391"/>
                      <a:pt x="1161" y="402"/>
                    </a:cubicBezTo>
                    <a:cubicBezTo>
                      <a:pt x="1247" y="320"/>
                      <a:pt x="1338" y="227"/>
                      <a:pt x="1357" y="105"/>
                    </a:cubicBezTo>
                    <a:cubicBezTo>
                      <a:pt x="1364" y="65"/>
                      <a:pt x="1355" y="14"/>
                      <a:pt x="1318" y="2"/>
                    </a:cubicBezTo>
                    <a:lnTo>
                      <a:pt x="1318" y="2"/>
                    </a:lnTo>
                    <a:cubicBezTo>
                      <a:pt x="1313" y="1"/>
                      <a:pt x="1307" y="0"/>
                      <a:pt x="1301" y="0"/>
                    </a:cubicBezTo>
                    <a:cubicBezTo>
                      <a:pt x="1290" y="0"/>
                      <a:pt x="1279" y="3"/>
                      <a:pt x="1269" y="7"/>
                    </a:cubicBezTo>
                    <a:cubicBezTo>
                      <a:pt x="1075" y="71"/>
                      <a:pt x="971" y="221"/>
                      <a:pt x="878" y="400"/>
                    </a:cubicBezTo>
                    <a:cubicBezTo>
                      <a:pt x="830" y="313"/>
                      <a:pt x="817" y="221"/>
                      <a:pt x="733" y="153"/>
                    </a:cubicBezTo>
                    <a:lnTo>
                      <a:pt x="740" y="575"/>
                    </a:lnTo>
                    <a:lnTo>
                      <a:pt x="740" y="575"/>
                    </a:lnTo>
                    <a:cubicBezTo>
                      <a:pt x="734" y="563"/>
                      <a:pt x="728" y="552"/>
                      <a:pt x="721" y="540"/>
                    </a:cubicBezTo>
                    <a:cubicBezTo>
                      <a:pt x="662" y="438"/>
                      <a:pt x="585" y="348"/>
                      <a:pt x="494" y="274"/>
                    </a:cubicBezTo>
                    <a:cubicBezTo>
                      <a:pt x="467" y="254"/>
                      <a:pt x="426" y="239"/>
                      <a:pt x="412" y="269"/>
                    </a:cubicBezTo>
                    <a:lnTo>
                      <a:pt x="412" y="269"/>
                    </a:lnTo>
                    <a:cubicBezTo>
                      <a:pt x="410" y="274"/>
                      <a:pt x="409" y="280"/>
                      <a:pt x="409" y="286"/>
                    </a:cubicBezTo>
                    <a:cubicBezTo>
                      <a:pt x="409" y="298"/>
                      <a:pt x="412" y="309"/>
                      <a:pt x="418" y="319"/>
                    </a:cubicBezTo>
                    <a:cubicBezTo>
                      <a:pt x="420" y="322"/>
                      <a:pt x="422" y="325"/>
                      <a:pt x="424" y="328"/>
                    </a:cubicBezTo>
                    <a:lnTo>
                      <a:pt x="640" y="690"/>
                    </a:lnTo>
                    <a:lnTo>
                      <a:pt x="640" y="690"/>
                    </a:lnTo>
                    <a:cubicBezTo>
                      <a:pt x="610" y="667"/>
                      <a:pt x="579" y="646"/>
                      <a:pt x="547" y="627"/>
                    </a:cubicBezTo>
                    <a:cubicBezTo>
                      <a:pt x="510" y="606"/>
                      <a:pt x="472" y="587"/>
                      <a:pt x="432" y="573"/>
                    </a:cubicBezTo>
                    <a:lnTo>
                      <a:pt x="606" y="840"/>
                    </a:lnTo>
                    <a:lnTo>
                      <a:pt x="606" y="840"/>
                    </a:lnTo>
                    <a:cubicBezTo>
                      <a:pt x="599" y="835"/>
                      <a:pt x="593" y="831"/>
                      <a:pt x="585" y="826"/>
                    </a:cubicBezTo>
                    <a:cubicBezTo>
                      <a:pt x="530" y="794"/>
                      <a:pt x="466" y="777"/>
                      <a:pt x="402" y="777"/>
                    </a:cubicBezTo>
                    <a:cubicBezTo>
                      <a:pt x="357" y="777"/>
                      <a:pt x="313" y="786"/>
                      <a:pt x="271" y="802"/>
                    </a:cubicBezTo>
                    <a:lnTo>
                      <a:pt x="512" y="912"/>
                    </a:lnTo>
                    <a:lnTo>
                      <a:pt x="512" y="912"/>
                    </a:lnTo>
                    <a:cubicBezTo>
                      <a:pt x="504" y="911"/>
                      <a:pt x="496" y="911"/>
                      <a:pt x="488" y="911"/>
                    </a:cubicBezTo>
                    <a:cubicBezTo>
                      <a:pt x="405" y="911"/>
                      <a:pt x="322" y="927"/>
                      <a:pt x="244" y="958"/>
                    </a:cubicBezTo>
                    <a:lnTo>
                      <a:pt x="449" y="1064"/>
                    </a:lnTo>
                    <a:cubicBezTo>
                      <a:pt x="374" y="1151"/>
                      <a:pt x="231" y="1102"/>
                      <a:pt x="137" y="1165"/>
                    </a:cubicBezTo>
                    <a:lnTo>
                      <a:pt x="300" y="1213"/>
                    </a:lnTo>
                    <a:lnTo>
                      <a:pt x="0" y="1256"/>
                    </a:lnTo>
                    <a:cubicBezTo>
                      <a:pt x="232" y="1303"/>
                      <a:pt x="3734" y="1296"/>
                      <a:pt x="3951" y="12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30"/>
              <p:cNvSpPr/>
              <p:nvPr/>
            </p:nvSpPr>
            <p:spPr>
              <a:xfrm flipH="1">
                <a:off x="8339463" y="4170108"/>
                <a:ext cx="26136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41" extrusionOk="0">
                    <a:moveTo>
                      <a:pt x="288" y="102"/>
                    </a:moveTo>
                    <a:lnTo>
                      <a:pt x="288" y="102"/>
                    </a:lnTo>
                    <a:cubicBezTo>
                      <a:pt x="288" y="100"/>
                      <a:pt x="288" y="99"/>
                      <a:pt x="288" y="97"/>
                    </a:cubicBezTo>
                    <a:cubicBezTo>
                      <a:pt x="288" y="94"/>
                      <a:pt x="287" y="90"/>
                      <a:pt x="286" y="86"/>
                    </a:cubicBezTo>
                    <a:lnTo>
                      <a:pt x="286" y="86"/>
                    </a:lnTo>
                    <a:cubicBezTo>
                      <a:pt x="283" y="77"/>
                      <a:pt x="281" y="67"/>
                      <a:pt x="281" y="57"/>
                    </a:cubicBezTo>
                    <a:cubicBezTo>
                      <a:pt x="281" y="55"/>
                      <a:pt x="281" y="53"/>
                      <a:pt x="281" y="51"/>
                    </a:cubicBezTo>
                    <a:cubicBezTo>
                      <a:pt x="283" y="42"/>
                      <a:pt x="287" y="34"/>
                      <a:pt x="289" y="26"/>
                    </a:cubicBezTo>
                    <a:lnTo>
                      <a:pt x="289" y="26"/>
                    </a:lnTo>
                    <a:cubicBezTo>
                      <a:pt x="290" y="23"/>
                      <a:pt x="290" y="20"/>
                      <a:pt x="290" y="18"/>
                    </a:cubicBezTo>
                    <a:cubicBezTo>
                      <a:pt x="290" y="12"/>
                      <a:pt x="290" y="8"/>
                      <a:pt x="286" y="3"/>
                    </a:cubicBezTo>
                    <a:cubicBezTo>
                      <a:pt x="286" y="2"/>
                      <a:pt x="285" y="1"/>
                      <a:pt x="284" y="0"/>
                    </a:cubicBezTo>
                    <a:cubicBezTo>
                      <a:pt x="293" y="1"/>
                      <a:pt x="298" y="11"/>
                      <a:pt x="306" y="17"/>
                    </a:cubicBezTo>
                    <a:cubicBezTo>
                      <a:pt x="310" y="20"/>
                      <a:pt x="314" y="23"/>
                      <a:pt x="318" y="25"/>
                    </a:cubicBezTo>
                    <a:cubicBezTo>
                      <a:pt x="335" y="37"/>
                      <a:pt x="335" y="55"/>
                      <a:pt x="344" y="70"/>
                    </a:cubicBezTo>
                    <a:lnTo>
                      <a:pt x="344" y="70"/>
                    </a:lnTo>
                    <a:cubicBezTo>
                      <a:pt x="344" y="70"/>
                      <a:pt x="345" y="71"/>
                      <a:pt x="345" y="72"/>
                    </a:cubicBezTo>
                    <a:cubicBezTo>
                      <a:pt x="350" y="81"/>
                      <a:pt x="358" y="88"/>
                      <a:pt x="367" y="93"/>
                    </a:cubicBezTo>
                    <a:cubicBezTo>
                      <a:pt x="373" y="97"/>
                      <a:pt x="380" y="99"/>
                      <a:pt x="387" y="101"/>
                    </a:cubicBezTo>
                    <a:cubicBezTo>
                      <a:pt x="411" y="104"/>
                      <a:pt x="432" y="90"/>
                      <a:pt x="453" y="83"/>
                    </a:cubicBezTo>
                    <a:lnTo>
                      <a:pt x="453" y="83"/>
                    </a:lnTo>
                    <a:cubicBezTo>
                      <a:pt x="463" y="81"/>
                      <a:pt x="474" y="80"/>
                      <a:pt x="484" y="80"/>
                    </a:cubicBezTo>
                    <a:cubicBezTo>
                      <a:pt x="502" y="80"/>
                      <a:pt x="520" y="83"/>
                      <a:pt x="537" y="89"/>
                    </a:cubicBezTo>
                    <a:cubicBezTo>
                      <a:pt x="559" y="95"/>
                      <a:pt x="580" y="102"/>
                      <a:pt x="602" y="110"/>
                    </a:cubicBezTo>
                    <a:lnTo>
                      <a:pt x="701" y="146"/>
                    </a:lnTo>
                    <a:lnTo>
                      <a:pt x="701" y="146"/>
                    </a:lnTo>
                    <a:cubicBezTo>
                      <a:pt x="706" y="148"/>
                      <a:pt x="710" y="150"/>
                      <a:pt x="715" y="152"/>
                    </a:cubicBezTo>
                    <a:cubicBezTo>
                      <a:pt x="717" y="153"/>
                      <a:pt x="719" y="155"/>
                      <a:pt x="721" y="156"/>
                    </a:cubicBezTo>
                    <a:cubicBezTo>
                      <a:pt x="724" y="159"/>
                      <a:pt x="727" y="161"/>
                      <a:pt x="725" y="164"/>
                    </a:cubicBezTo>
                    <a:cubicBezTo>
                      <a:pt x="724" y="166"/>
                      <a:pt x="721" y="167"/>
                      <a:pt x="718" y="168"/>
                    </a:cubicBezTo>
                    <a:lnTo>
                      <a:pt x="718" y="168"/>
                    </a:lnTo>
                    <a:cubicBezTo>
                      <a:pt x="704" y="170"/>
                      <a:pt x="689" y="171"/>
                      <a:pt x="675" y="171"/>
                    </a:cubicBezTo>
                    <a:cubicBezTo>
                      <a:pt x="673" y="171"/>
                      <a:pt x="671" y="171"/>
                      <a:pt x="669" y="171"/>
                    </a:cubicBezTo>
                    <a:lnTo>
                      <a:pt x="689" y="189"/>
                    </a:lnTo>
                    <a:cubicBezTo>
                      <a:pt x="691" y="191"/>
                      <a:pt x="693" y="193"/>
                      <a:pt x="692" y="195"/>
                    </a:cubicBezTo>
                    <a:lnTo>
                      <a:pt x="692" y="195"/>
                    </a:lnTo>
                    <a:cubicBezTo>
                      <a:pt x="692" y="196"/>
                      <a:pt x="691" y="196"/>
                      <a:pt x="691" y="196"/>
                    </a:cubicBezTo>
                    <a:cubicBezTo>
                      <a:pt x="690" y="197"/>
                      <a:pt x="689" y="197"/>
                      <a:pt x="688" y="197"/>
                    </a:cubicBezTo>
                    <a:lnTo>
                      <a:pt x="688" y="197"/>
                    </a:lnTo>
                    <a:cubicBezTo>
                      <a:pt x="683" y="198"/>
                      <a:pt x="679" y="198"/>
                      <a:pt x="673" y="198"/>
                    </a:cubicBezTo>
                    <a:cubicBezTo>
                      <a:pt x="668" y="198"/>
                      <a:pt x="662" y="198"/>
                      <a:pt x="657" y="197"/>
                    </a:cubicBezTo>
                    <a:lnTo>
                      <a:pt x="657" y="197"/>
                    </a:lnTo>
                    <a:cubicBezTo>
                      <a:pt x="643" y="197"/>
                      <a:pt x="630" y="193"/>
                      <a:pt x="618" y="187"/>
                    </a:cubicBezTo>
                    <a:lnTo>
                      <a:pt x="618" y="187"/>
                    </a:lnTo>
                    <a:cubicBezTo>
                      <a:pt x="623" y="192"/>
                      <a:pt x="629" y="199"/>
                      <a:pt x="632" y="205"/>
                    </a:cubicBezTo>
                    <a:cubicBezTo>
                      <a:pt x="636" y="211"/>
                      <a:pt x="638" y="218"/>
                      <a:pt x="640" y="224"/>
                    </a:cubicBezTo>
                    <a:lnTo>
                      <a:pt x="640" y="224"/>
                    </a:lnTo>
                    <a:cubicBezTo>
                      <a:pt x="623" y="224"/>
                      <a:pt x="606" y="219"/>
                      <a:pt x="591" y="212"/>
                    </a:cubicBezTo>
                    <a:lnTo>
                      <a:pt x="591" y="212"/>
                    </a:lnTo>
                    <a:cubicBezTo>
                      <a:pt x="592" y="213"/>
                      <a:pt x="592" y="214"/>
                      <a:pt x="593" y="215"/>
                    </a:cubicBezTo>
                    <a:cubicBezTo>
                      <a:pt x="597" y="220"/>
                      <a:pt x="597" y="224"/>
                      <a:pt x="598" y="229"/>
                    </a:cubicBezTo>
                    <a:lnTo>
                      <a:pt x="598" y="229"/>
                    </a:lnTo>
                    <a:lnTo>
                      <a:pt x="598" y="230"/>
                    </a:lnTo>
                    <a:cubicBezTo>
                      <a:pt x="598" y="232"/>
                      <a:pt x="597" y="234"/>
                      <a:pt x="596" y="236"/>
                    </a:cubicBezTo>
                    <a:cubicBezTo>
                      <a:pt x="595" y="237"/>
                      <a:pt x="594" y="239"/>
                      <a:pt x="592" y="240"/>
                    </a:cubicBezTo>
                    <a:cubicBezTo>
                      <a:pt x="591" y="241"/>
                      <a:pt x="589" y="241"/>
                      <a:pt x="587" y="241"/>
                    </a:cubicBezTo>
                    <a:lnTo>
                      <a:pt x="587" y="241"/>
                    </a:lnTo>
                    <a:cubicBezTo>
                      <a:pt x="584" y="241"/>
                      <a:pt x="581" y="240"/>
                      <a:pt x="578" y="238"/>
                    </a:cubicBezTo>
                    <a:cubicBezTo>
                      <a:pt x="578" y="238"/>
                      <a:pt x="577" y="238"/>
                      <a:pt x="577" y="237"/>
                    </a:cubicBezTo>
                    <a:lnTo>
                      <a:pt x="577" y="237"/>
                    </a:lnTo>
                    <a:cubicBezTo>
                      <a:pt x="574" y="236"/>
                      <a:pt x="572" y="234"/>
                      <a:pt x="569" y="233"/>
                    </a:cubicBezTo>
                    <a:cubicBezTo>
                      <a:pt x="564" y="230"/>
                      <a:pt x="560" y="227"/>
                      <a:pt x="555" y="225"/>
                    </a:cubicBezTo>
                    <a:cubicBezTo>
                      <a:pt x="544" y="222"/>
                      <a:pt x="547" y="223"/>
                      <a:pt x="547" y="232"/>
                    </a:cubicBezTo>
                    <a:lnTo>
                      <a:pt x="547" y="232"/>
                    </a:lnTo>
                    <a:lnTo>
                      <a:pt x="547" y="233"/>
                    </a:lnTo>
                    <a:cubicBezTo>
                      <a:pt x="547" y="234"/>
                      <a:pt x="547" y="235"/>
                      <a:pt x="546" y="237"/>
                    </a:cubicBezTo>
                    <a:cubicBezTo>
                      <a:pt x="546" y="238"/>
                      <a:pt x="544" y="239"/>
                      <a:pt x="543" y="240"/>
                    </a:cubicBezTo>
                    <a:lnTo>
                      <a:pt x="542" y="240"/>
                    </a:lnTo>
                    <a:lnTo>
                      <a:pt x="542" y="240"/>
                    </a:lnTo>
                    <a:cubicBezTo>
                      <a:pt x="541" y="240"/>
                      <a:pt x="540" y="241"/>
                      <a:pt x="540" y="241"/>
                    </a:cubicBezTo>
                    <a:cubicBezTo>
                      <a:pt x="537" y="241"/>
                      <a:pt x="534" y="240"/>
                      <a:pt x="531" y="238"/>
                    </a:cubicBezTo>
                    <a:lnTo>
                      <a:pt x="530" y="238"/>
                    </a:lnTo>
                    <a:lnTo>
                      <a:pt x="530" y="238"/>
                    </a:lnTo>
                    <a:cubicBezTo>
                      <a:pt x="528" y="237"/>
                      <a:pt x="526" y="235"/>
                      <a:pt x="524" y="234"/>
                    </a:cubicBezTo>
                    <a:cubicBezTo>
                      <a:pt x="517" y="230"/>
                      <a:pt x="510" y="225"/>
                      <a:pt x="504" y="220"/>
                    </a:cubicBezTo>
                    <a:lnTo>
                      <a:pt x="504" y="220"/>
                    </a:lnTo>
                    <a:cubicBezTo>
                      <a:pt x="506" y="225"/>
                      <a:pt x="507" y="231"/>
                      <a:pt x="507" y="236"/>
                    </a:cubicBezTo>
                    <a:lnTo>
                      <a:pt x="507" y="236"/>
                    </a:lnTo>
                    <a:cubicBezTo>
                      <a:pt x="507" y="237"/>
                      <a:pt x="508" y="238"/>
                      <a:pt x="508" y="239"/>
                    </a:cubicBezTo>
                    <a:cubicBezTo>
                      <a:pt x="508" y="239"/>
                      <a:pt x="507" y="240"/>
                      <a:pt x="507" y="241"/>
                    </a:cubicBezTo>
                    <a:cubicBezTo>
                      <a:pt x="505" y="244"/>
                      <a:pt x="499" y="243"/>
                      <a:pt x="495" y="241"/>
                    </a:cubicBezTo>
                    <a:lnTo>
                      <a:pt x="495" y="241"/>
                    </a:lnTo>
                    <a:cubicBezTo>
                      <a:pt x="492" y="239"/>
                      <a:pt x="490" y="238"/>
                      <a:pt x="487" y="236"/>
                    </a:cubicBezTo>
                    <a:cubicBezTo>
                      <a:pt x="482" y="233"/>
                      <a:pt x="476" y="230"/>
                      <a:pt x="472" y="226"/>
                    </a:cubicBezTo>
                    <a:cubicBezTo>
                      <a:pt x="475" y="231"/>
                      <a:pt x="469" y="236"/>
                      <a:pt x="463" y="236"/>
                    </a:cubicBezTo>
                    <a:cubicBezTo>
                      <a:pt x="457" y="236"/>
                      <a:pt x="451" y="234"/>
                      <a:pt x="446" y="233"/>
                    </a:cubicBezTo>
                    <a:cubicBezTo>
                      <a:pt x="444" y="236"/>
                      <a:pt x="448" y="239"/>
                      <a:pt x="448" y="242"/>
                    </a:cubicBezTo>
                    <a:cubicBezTo>
                      <a:pt x="448" y="245"/>
                      <a:pt x="442" y="245"/>
                      <a:pt x="439" y="244"/>
                    </a:cubicBezTo>
                    <a:lnTo>
                      <a:pt x="439" y="244"/>
                    </a:lnTo>
                    <a:cubicBezTo>
                      <a:pt x="437" y="244"/>
                      <a:pt x="435" y="243"/>
                      <a:pt x="433" y="243"/>
                    </a:cubicBezTo>
                    <a:lnTo>
                      <a:pt x="432" y="243"/>
                    </a:lnTo>
                    <a:cubicBezTo>
                      <a:pt x="432" y="245"/>
                      <a:pt x="432" y="246"/>
                      <a:pt x="432" y="248"/>
                    </a:cubicBezTo>
                    <a:cubicBezTo>
                      <a:pt x="430" y="250"/>
                      <a:pt x="426" y="248"/>
                      <a:pt x="423" y="247"/>
                    </a:cubicBezTo>
                    <a:lnTo>
                      <a:pt x="423" y="247"/>
                    </a:lnTo>
                    <a:cubicBezTo>
                      <a:pt x="422" y="247"/>
                      <a:pt x="422" y="247"/>
                      <a:pt x="421" y="246"/>
                    </a:cubicBezTo>
                    <a:cubicBezTo>
                      <a:pt x="419" y="244"/>
                      <a:pt x="417" y="244"/>
                      <a:pt x="414" y="243"/>
                    </a:cubicBezTo>
                    <a:lnTo>
                      <a:pt x="418" y="255"/>
                    </a:lnTo>
                    <a:lnTo>
                      <a:pt x="418" y="255"/>
                    </a:lnTo>
                    <a:cubicBezTo>
                      <a:pt x="418" y="256"/>
                      <a:pt x="418" y="256"/>
                      <a:pt x="418" y="257"/>
                    </a:cubicBezTo>
                    <a:cubicBezTo>
                      <a:pt x="418" y="258"/>
                      <a:pt x="418" y="259"/>
                      <a:pt x="418" y="260"/>
                    </a:cubicBezTo>
                    <a:lnTo>
                      <a:pt x="418" y="260"/>
                    </a:lnTo>
                    <a:cubicBezTo>
                      <a:pt x="418" y="261"/>
                      <a:pt x="418" y="261"/>
                      <a:pt x="417" y="262"/>
                    </a:cubicBezTo>
                    <a:cubicBezTo>
                      <a:pt x="417" y="262"/>
                      <a:pt x="417" y="263"/>
                      <a:pt x="416" y="263"/>
                    </a:cubicBezTo>
                    <a:cubicBezTo>
                      <a:pt x="415" y="263"/>
                      <a:pt x="415" y="264"/>
                      <a:pt x="414" y="264"/>
                    </a:cubicBezTo>
                    <a:cubicBezTo>
                      <a:pt x="412" y="264"/>
                      <a:pt x="410" y="262"/>
                      <a:pt x="408" y="264"/>
                    </a:cubicBezTo>
                    <a:cubicBezTo>
                      <a:pt x="407" y="265"/>
                      <a:pt x="408" y="267"/>
                      <a:pt x="408" y="268"/>
                    </a:cubicBezTo>
                    <a:cubicBezTo>
                      <a:pt x="438" y="313"/>
                      <a:pt x="471" y="355"/>
                      <a:pt x="504" y="399"/>
                    </a:cubicBezTo>
                    <a:cubicBezTo>
                      <a:pt x="506" y="402"/>
                      <a:pt x="508" y="408"/>
                      <a:pt x="504" y="409"/>
                    </a:cubicBezTo>
                    <a:lnTo>
                      <a:pt x="504" y="409"/>
                    </a:lnTo>
                    <a:cubicBezTo>
                      <a:pt x="503" y="409"/>
                      <a:pt x="503" y="409"/>
                      <a:pt x="503" y="409"/>
                    </a:cubicBezTo>
                    <a:cubicBezTo>
                      <a:pt x="502" y="409"/>
                      <a:pt x="500" y="408"/>
                      <a:pt x="499" y="407"/>
                    </a:cubicBezTo>
                    <a:cubicBezTo>
                      <a:pt x="499" y="407"/>
                      <a:pt x="498" y="407"/>
                      <a:pt x="497" y="406"/>
                    </a:cubicBezTo>
                    <a:lnTo>
                      <a:pt x="465" y="381"/>
                    </a:lnTo>
                    <a:lnTo>
                      <a:pt x="465" y="381"/>
                    </a:lnTo>
                    <a:cubicBezTo>
                      <a:pt x="469" y="390"/>
                      <a:pt x="473" y="400"/>
                      <a:pt x="476" y="410"/>
                    </a:cubicBezTo>
                    <a:lnTo>
                      <a:pt x="476" y="410"/>
                    </a:lnTo>
                    <a:cubicBezTo>
                      <a:pt x="476" y="411"/>
                      <a:pt x="476" y="412"/>
                      <a:pt x="476" y="413"/>
                    </a:cubicBezTo>
                    <a:cubicBezTo>
                      <a:pt x="476" y="414"/>
                      <a:pt x="476" y="415"/>
                      <a:pt x="476" y="416"/>
                    </a:cubicBezTo>
                    <a:cubicBezTo>
                      <a:pt x="473" y="421"/>
                      <a:pt x="465" y="417"/>
                      <a:pt x="461" y="414"/>
                    </a:cubicBezTo>
                    <a:lnTo>
                      <a:pt x="461" y="414"/>
                    </a:lnTo>
                    <a:cubicBezTo>
                      <a:pt x="445" y="401"/>
                      <a:pt x="431" y="385"/>
                      <a:pt x="420" y="367"/>
                    </a:cubicBezTo>
                    <a:lnTo>
                      <a:pt x="420" y="367"/>
                    </a:lnTo>
                    <a:cubicBezTo>
                      <a:pt x="428" y="385"/>
                      <a:pt x="433" y="404"/>
                      <a:pt x="435" y="423"/>
                    </a:cubicBezTo>
                    <a:cubicBezTo>
                      <a:pt x="435" y="429"/>
                      <a:pt x="436" y="436"/>
                      <a:pt x="429" y="437"/>
                    </a:cubicBezTo>
                    <a:cubicBezTo>
                      <a:pt x="423" y="438"/>
                      <a:pt x="419" y="433"/>
                      <a:pt x="416" y="428"/>
                    </a:cubicBezTo>
                    <a:lnTo>
                      <a:pt x="416" y="428"/>
                    </a:lnTo>
                    <a:cubicBezTo>
                      <a:pt x="412" y="423"/>
                      <a:pt x="409" y="417"/>
                      <a:pt x="405" y="411"/>
                    </a:cubicBezTo>
                    <a:cubicBezTo>
                      <a:pt x="399" y="400"/>
                      <a:pt x="393" y="388"/>
                      <a:pt x="388" y="376"/>
                    </a:cubicBezTo>
                    <a:lnTo>
                      <a:pt x="376" y="430"/>
                    </a:lnTo>
                    <a:cubicBezTo>
                      <a:pt x="375" y="436"/>
                      <a:pt x="370" y="443"/>
                      <a:pt x="364" y="441"/>
                    </a:cubicBezTo>
                    <a:lnTo>
                      <a:pt x="364" y="441"/>
                    </a:lnTo>
                    <a:cubicBezTo>
                      <a:pt x="362" y="440"/>
                      <a:pt x="362" y="438"/>
                      <a:pt x="360" y="436"/>
                    </a:cubicBezTo>
                    <a:cubicBezTo>
                      <a:pt x="359" y="435"/>
                      <a:pt x="359" y="434"/>
                      <a:pt x="359" y="433"/>
                    </a:cubicBezTo>
                    <a:lnTo>
                      <a:pt x="359" y="433"/>
                    </a:lnTo>
                    <a:cubicBezTo>
                      <a:pt x="355" y="422"/>
                      <a:pt x="352" y="411"/>
                      <a:pt x="350" y="399"/>
                    </a:cubicBezTo>
                    <a:lnTo>
                      <a:pt x="339" y="417"/>
                    </a:lnTo>
                    <a:cubicBezTo>
                      <a:pt x="337" y="420"/>
                      <a:pt x="334" y="424"/>
                      <a:pt x="329" y="423"/>
                    </a:cubicBezTo>
                    <a:cubicBezTo>
                      <a:pt x="325" y="422"/>
                      <a:pt x="322" y="417"/>
                      <a:pt x="322" y="412"/>
                    </a:cubicBezTo>
                    <a:lnTo>
                      <a:pt x="322" y="412"/>
                    </a:lnTo>
                    <a:cubicBezTo>
                      <a:pt x="321" y="402"/>
                      <a:pt x="320" y="393"/>
                      <a:pt x="320" y="383"/>
                    </a:cubicBezTo>
                    <a:cubicBezTo>
                      <a:pt x="320" y="361"/>
                      <a:pt x="323" y="339"/>
                      <a:pt x="328" y="317"/>
                    </a:cubicBezTo>
                    <a:lnTo>
                      <a:pt x="328" y="317"/>
                    </a:lnTo>
                    <a:cubicBezTo>
                      <a:pt x="329" y="299"/>
                      <a:pt x="332" y="282"/>
                      <a:pt x="336" y="265"/>
                    </a:cubicBezTo>
                    <a:cubicBezTo>
                      <a:pt x="335" y="267"/>
                      <a:pt x="331" y="267"/>
                      <a:pt x="329" y="266"/>
                    </a:cubicBezTo>
                    <a:lnTo>
                      <a:pt x="329" y="266"/>
                    </a:lnTo>
                    <a:cubicBezTo>
                      <a:pt x="327" y="265"/>
                      <a:pt x="325" y="263"/>
                      <a:pt x="324" y="261"/>
                    </a:cubicBezTo>
                    <a:cubicBezTo>
                      <a:pt x="324" y="261"/>
                      <a:pt x="323" y="260"/>
                      <a:pt x="323" y="259"/>
                    </a:cubicBezTo>
                    <a:lnTo>
                      <a:pt x="323" y="259"/>
                    </a:lnTo>
                    <a:cubicBezTo>
                      <a:pt x="321" y="256"/>
                      <a:pt x="321" y="252"/>
                      <a:pt x="321" y="248"/>
                    </a:cubicBezTo>
                    <a:cubicBezTo>
                      <a:pt x="321" y="247"/>
                      <a:pt x="321" y="247"/>
                      <a:pt x="321" y="246"/>
                    </a:cubicBezTo>
                    <a:cubicBezTo>
                      <a:pt x="319" y="250"/>
                      <a:pt x="309" y="262"/>
                      <a:pt x="302" y="257"/>
                    </a:cubicBezTo>
                    <a:cubicBezTo>
                      <a:pt x="295" y="252"/>
                      <a:pt x="302" y="245"/>
                      <a:pt x="299" y="240"/>
                    </a:cubicBezTo>
                    <a:lnTo>
                      <a:pt x="299" y="240"/>
                    </a:lnTo>
                    <a:cubicBezTo>
                      <a:pt x="298" y="243"/>
                      <a:pt x="296" y="246"/>
                      <a:pt x="294" y="249"/>
                    </a:cubicBezTo>
                    <a:cubicBezTo>
                      <a:pt x="290" y="257"/>
                      <a:pt x="283" y="264"/>
                      <a:pt x="274" y="269"/>
                    </a:cubicBezTo>
                    <a:cubicBezTo>
                      <a:pt x="268" y="272"/>
                      <a:pt x="262" y="275"/>
                      <a:pt x="255" y="276"/>
                    </a:cubicBezTo>
                    <a:lnTo>
                      <a:pt x="255" y="276"/>
                    </a:lnTo>
                    <a:cubicBezTo>
                      <a:pt x="254" y="276"/>
                      <a:pt x="253" y="276"/>
                      <a:pt x="252" y="276"/>
                    </a:cubicBezTo>
                    <a:cubicBezTo>
                      <a:pt x="251" y="276"/>
                      <a:pt x="250" y="276"/>
                      <a:pt x="249" y="276"/>
                    </a:cubicBezTo>
                    <a:cubicBezTo>
                      <a:pt x="245" y="274"/>
                      <a:pt x="244" y="269"/>
                      <a:pt x="245" y="265"/>
                    </a:cubicBezTo>
                    <a:lnTo>
                      <a:pt x="245" y="248"/>
                    </a:lnTo>
                    <a:cubicBezTo>
                      <a:pt x="245" y="253"/>
                      <a:pt x="225" y="263"/>
                      <a:pt x="219" y="261"/>
                    </a:cubicBezTo>
                    <a:cubicBezTo>
                      <a:pt x="213" y="259"/>
                      <a:pt x="217" y="247"/>
                      <a:pt x="218" y="240"/>
                    </a:cubicBezTo>
                    <a:lnTo>
                      <a:pt x="218" y="240"/>
                    </a:lnTo>
                    <a:cubicBezTo>
                      <a:pt x="212" y="245"/>
                      <a:pt x="206" y="250"/>
                      <a:pt x="199" y="254"/>
                    </a:cubicBezTo>
                    <a:cubicBezTo>
                      <a:pt x="183" y="263"/>
                      <a:pt x="165" y="268"/>
                      <a:pt x="146" y="268"/>
                    </a:cubicBezTo>
                    <a:lnTo>
                      <a:pt x="146" y="268"/>
                    </a:lnTo>
                    <a:lnTo>
                      <a:pt x="145" y="268"/>
                    </a:lnTo>
                    <a:cubicBezTo>
                      <a:pt x="143" y="268"/>
                      <a:pt x="142" y="268"/>
                      <a:pt x="140" y="267"/>
                    </a:cubicBezTo>
                    <a:lnTo>
                      <a:pt x="140" y="267"/>
                    </a:lnTo>
                    <a:lnTo>
                      <a:pt x="140" y="267"/>
                    </a:lnTo>
                    <a:cubicBezTo>
                      <a:pt x="140" y="267"/>
                      <a:pt x="140" y="266"/>
                      <a:pt x="139" y="265"/>
                    </a:cubicBezTo>
                    <a:cubicBezTo>
                      <a:pt x="139" y="264"/>
                      <a:pt x="138" y="263"/>
                      <a:pt x="138" y="262"/>
                    </a:cubicBezTo>
                    <a:lnTo>
                      <a:pt x="138" y="261"/>
                    </a:lnTo>
                    <a:lnTo>
                      <a:pt x="138" y="261"/>
                    </a:lnTo>
                    <a:lnTo>
                      <a:pt x="138" y="260"/>
                    </a:lnTo>
                    <a:cubicBezTo>
                      <a:pt x="138" y="255"/>
                      <a:pt x="139" y="250"/>
                      <a:pt x="141" y="246"/>
                    </a:cubicBezTo>
                    <a:cubicBezTo>
                      <a:pt x="142" y="245"/>
                      <a:pt x="142" y="245"/>
                      <a:pt x="142" y="245"/>
                    </a:cubicBezTo>
                    <a:lnTo>
                      <a:pt x="142" y="245"/>
                    </a:lnTo>
                    <a:cubicBezTo>
                      <a:pt x="141" y="247"/>
                      <a:pt x="140" y="250"/>
                      <a:pt x="139" y="252"/>
                    </a:cubicBezTo>
                    <a:cubicBezTo>
                      <a:pt x="133" y="262"/>
                      <a:pt x="124" y="270"/>
                      <a:pt x="114" y="276"/>
                    </a:cubicBezTo>
                    <a:cubicBezTo>
                      <a:pt x="110" y="279"/>
                      <a:pt x="106" y="280"/>
                      <a:pt x="102" y="282"/>
                    </a:cubicBezTo>
                    <a:cubicBezTo>
                      <a:pt x="96" y="283"/>
                      <a:pt x="88" y="282"/>
                      <a:pt x="87" y="276"/>
                    </a:cubicBezTo>
                    <a:lnTo>
                      <a:pt x="87" y="276"/>
                    </a:lnTo>
                    <a:cubicBezTo>
                      <a:pt x="86" y="275"/>
                      <a:pt x="86" y="275"/>
                      <a:pt x="86" y="274"/>
                    </a:cubicBezTo>
                    <a:cubicBezTo>
                      <a:pt x="86" y="273"/>
                      <a:pt x="86" y="272"/>
                      <a:pt x="87" y="271"/>
                    </a:cubicBezTo>
                    <a:lnTo>
                      <a:pt x="94" y="247"/>
                    </a:lnTo>
                    <a:lnTo>
                      <a:pt x="94" y="247"/>
                    </a:lnTo>
                    <a:cubicBezTo>
                      <a:pt x="87" y="257"/>
                      <a:pt x="78" y="266"/>
                      <a:pt x="67" y="273"/>
                    </a:cubicBezTo>
                    <a:lnTo>
                      <a:pt x="67" y="273"/>
                    </a:lnTo>
                    <a:cubicBezTo>
                      <a:pt x="67" y="274"/>
                      <a:pt x="67" y="274"/>
                      <a:pt x="66" y="274"/>
                    </a:cubicBezTo>
                    <a:cubicBezTo>
                      <a:pt x="59" y="278"/>
                      <a:pt x="52" y="280"/>
                      <a:pt x="44" y="280"/>
                    </a:cubicBezTo>
                    <a:cubicBezTo>
                      <a:pt x="39" y="280"/>
                      <a:pt x="33" y="279"/>
                      <a:pt x="28" y="277"/>
                    </a:cubicBezTo>
                    <a:cubicBezTo>
                      <a:pt x="32" y="268"/>
                      <a:pt x="37" y="260"/>
                      <a:pt x="41" y="250"/>
                    </a:cubicBezTo>
                    <a:lnTo>
                      <a:pt x="41" y="250"/>
                    </a:lnTo>
                    <a:cubicBezTo>
                      <a:pt x="39" y="252"/>
                      <a:pt x="37" y="253"/>
                      <a:pt x="34" y="255"/>
                    </a:cubicBezTo>
                    <a:cubicBezTo>
                      <a:pt x="28" y="259"/>
                      <a:pt x="19" y="262"/>
                      <a:pt x="11" y="265"/>
                    </a:cubicBezTo>
                    <a:lnTo>
                      <a:pt x="11" y="265"/>
                    </a:lnTo>
                    <a:cubicBezTo>
                      <a:pt x="9" y="266"/>
                      <a:pt x="8" y="267"/>
                      <a:pt x="6" y="267"/>
                    </a:cubicBezTo>
                    <a:cubicBezTo>
                      <a:pt x="5" y="267"/>
                      <a:pt x="5" y="266"/>
                      <a:pt x="4" y="266"/>
                    </a:cubicBezTo>
                    <a:cubicBezTo>
                      <a:pt x="0" y="265"/>
                      <a:pt x="0" y="260"/>
                      <a:pt x="0" y="257"/>
                    </a:cubicBezTo>
                    <a:cubicBezTo>
                      <a:pt x="4" y="218"/>
                      <a:pt x="46" y="188"/>
                      <a:pt x="74" y="164"/>
                    </a:cubicBezTo>
                    <a:cubicBezTo>
                      <a:pt x="103" y="140"/>
                      <a:pt x="138" y="112"/>
                      <a:pt x="182" y="112"/>
                    </a:cubicBezTo>
                    <a:cubicBezTo>
                      <a:pt x="204" y="112"/>
                      <a:pt x="227" y="115"/>
                      <a:pt x="249" y="115"/>
                    </a:cubicBezTo>
                    <a:lnTo>
                      <a:pt x="249" y="115"/>
                    </a:lnTo>
                    <a:cubicBezTo>
                      <a:pt x="251" y="115"/>
                      <a:pt x="252" y="115"/>
                      <a:pt x="253" y="115"/>
                    </a:cubicBezTo>
                    <a:cubicBezTo>
                      <a:pt x="262" y="115"/>
                      <a:pt x="271" y="113"/>
                      <a:pt x="279" y="111"/>
                    </a:cubicBezTo>
                    <a:lnTo>
                      <a:pt x="279" y="111"/>
                    </a:lnTo>
                    <a:cubicBezTo>
                      <a:pt x="280" y="110"/>
                      <a:pt x="281" y="110"/>
                      <a:pt x="283" y="109"/>
                    </a:cubicBezTo>
                    <a:cubicBezTo>
                      <a:pt x="284" y="108"/>
                      <a:pt x="286" y="107"/>
                      <a:pt x="286" y="106"/>
                    </a:cubicBezTo>
                    <a:cubicBezTo>
                      <a:pt x="288" y="104"/>
                      <a:pt x="287" y="103"/>
                      <a:pt x="288" y="1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0" name="Google Shape;510;p30"/>
            <p:cNvGrpSpPr/>
            <p:nvPr/>
          </p:nvGrpSpPr>
          <p:grpSpPr>
            <a:xfrm>
              <a:off x="-1284075" y="3806941"/>
              <a:ext cx="3062150" cy="1690807"/>
              <a:chOff x="-1284075" y="3806941"/>
              <a:chExt cx="3062150" cy="1690807"/>
            </a:xfrm>
          </p:grpSpPr>
          <p:grpSp>
            <p:nvGrpSpPr>
              <p:cNvPr id="511" name="Google Shape;511;p30"/>
              <p:cNvGrpSpPr/>
              <p:nvPr/>
            </p:nvGrpSpPr>
            <p:grpSpPr>
              <a:xfrm>
                <a:off x="-1284075" y="3806941"/>
                <a:ext cx="2715690" cy="1690807"/>
                <a:chOff x="-882800" y="3499021"/>
                <a:chExt cx="2314377" cy="1440947"/>
              </a:xfrm>
            </p:grpSpPr>
            <p:sp>
              <p:nvSpPr>
                <p:cNvPr id="512" name="Google Shape;512;p30"/>
                <p:cNvSpPr/>
                <p:nvPr/>
              </p:nvSpPr>
              <p:spPr>
                <a:xfrm>
                  <a:off x="-882800" y="3499021"/>
                  <a:ext cx="2102252" cy="1351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" h="3572" extrusionOk="0">
                      <a:moveTo>
                        <a:pt x="5554" y="2356"/>
                      </a:moveTo>
                      <a:cubicBezTo>
                        <a:pt x="5554" y="2356"/>
                        <a:pt x="5555" y="2357"/>
                        <a:pt x="5555" y="2358"/>
                      </a:cubicBezTo>
                      <a:cubicBezTo>
                        <a:pt x="5556" y="2359"/>
                        <a:pt x="5556" y="2360"/>
                        <a:pt x="5556" y="2362"/>
                      </a:cubicBezTo>
                      <a:cubicBezTo>
                        <a:pt x="5556" y="2363"/>
                        <a:pt x="5556" y="2365"/>
                        <a:pt x="5555" y="2366"/>
                      </a:cubicBezTo>
                      <a:lnTo>
                        <a:pt x="5555" y="2367"/>
                      </a:lnTo>
                      <a:cubicBezTo>
                        <a:pt x="5334" y="2705"/>
                        <a:pt x="5109" y="3042"/>
                        <a:pt x="4859" y="3359"/>
                      </a:cubicBezTo>
                      <a:cubicBezTo>
                        <a:pt x="4806" y="3426"/>
                        <a:pt x="4751" y="3500"/>
                        <a:pt x="4683" y="3554"/>
                      </a:cubicBezTo>
                      <a:cubicBezTo>
                        <a:pt x="4655" y="3577"/>
                        <a:pt x="4639" y="3575"/>
                        <a:pt x="4607" y="3568"/>
                      </a:cubicBezTo>
                      <a:cubicBezTo>
                        <a:pt x="4475" y="3538"/>
                        <a:pt x="4342" y="3514"/>
                        <a:pt x="4209" y="3488"/>
                      </a:cubicBezTo>
                      <a:cubicBezTo>
                        <a:pt x="3686" y="3387"/>
                        <a:pt x="3163" y="3288"/>
                        <a:pt x="2640" y="3191"/>
                      </a:cubicBezTo>
                      <a:cubicBezTo>
                        <a:pt x="2178" y="3105"/>
                        <a:pt x="1717" y="3017"/>
                        <a:pt x="1255" y="2937"/>
                      </a:cubicBezTo>
                      <a:cubicBezTo>
                        <a:pt x="1206" y="2929"/>
                        <a:pt x="1158" y="2920"/>
                        <a:pt x="1109" y="2913"/>
                      </a:cubicBezTo>
                      <a:cubicBezTo>
                        <a:pt x="1094" y="2912"/>
                        <a:pt x="1079" y="2908"/>
                        <a:pt x="1066" y="2901"/>
                      </a:cubicBezTo>
                      <a:cubicBezTo>
                        <a:pt x="1059" y="2896"/>
                        <a:pt x="1052" y="2891"/>
                        <a:pt x="1046" y="2885"/>
                      </a:cubicBezTo>
                      <a:cubicBezTo>
                        <a:pt x="995" y="2829"/>
                        <a:pt x="947" y="2770"/>
                        <a:pt x="905" y="2707"/>
                      </a:cubicBezTo>
                      <a:cubicBezTo>
                        <a:pt x="832" y="2608"/>
                        <a:pt x="762" y="2506"/>
                        <a:pt x="693" y="2405"/>
                      </a:cubicBezTo>
                      <a:cubicBezTo>
                        <a:pt x="456" y="2059"/>
                        <a:pt x="227" y="1707"/>
                        <a:pt x="1" y="1354"/>
                      </a:cubicBezTo>
                      <a:cubicBezTo>
                        <a:pt x="1" y="1353"/>
                        <a:pt x="1" y="1353"/>
                        <a:pt x="1" y="1353"/>
                      </a:cubicBezTo>
                      <a:cubicBezTo>
                        <a:pt x="0" y="1352"/>
                        <a:pt x="0" y="1351"/>
                        <a:pt x="0" y="1349"/>
                      </a:cubicBezTo>
                      <a:cubicBezTo>
                        <a:pt x="0" y="1348"/>
                        <a:pt x="0" y="1346"/>
                        <a:pt x="1" y="1345"/>
                      </a:cubicBezTo>
                      <a:cubicBezTo>
                        <a:pt x="2" y="1344"/>
                        <a:pt x="3" y="1343"/>
                        <a:pt x="4" y="1342"/>
                      </a:cubicBezTo>
                      <a:lnTo>
                        <a:pt x="58" y="1313"/>
                      </a:lnTo>
                      <a:lnTo>
                        <a:pt x="1165" y="729"/>
                      </a:lnTo>
                      <a:cubicBezTo>
                        <a:pt x="1166" y="728"/>
                        <a:pt x="1168" y="727"/>
                        <a:pt x="1169" y="727"/>
                      </a:cubicBezTo>
                      <a:cubicBezTo>
                        <a:pt x="1171" y="727"/>
                        <a:pt x="1172" y="728"/>
                        <a:pt x="1174" y="729"/>
                      </a:cubicBezTo>
                      <a:cubicBezTo>
                        <a:pt x="1174" y="729"/>
                        <a:pt x="1175" y="729"/>
                        <a:pt x="1175" y="730"/>
                      </a:cubicBezTo>
                      <a:cubicBezTo>
                        <a:pt x="1244" y="787"/>
                        <a:pt x="1310" y="784"/>
                        <a:pt x="1381" y="733"/>
                      </a:cubicBezTo>
                      <a:cubicBezTo>
                        <a:pt x="1631" y="556"/>
                        <a:pt x="1899" y="653"/>
                        <a:pt x="2069" y="309"/>
                      </a:cubicBezTo>
                      <a:cubicBezTo>
                        <a:pt x="2260" y="609"/>
                        <a:pt x="2462" y="345"/>
                        <a:pt x="2567" y="138"/>
                      </a:cubicBezTo>
                      <a:cubicBezTo>
                        <a:pt x="2604" y="193"/>
                        <a:pt x="2672" y="206"/>
                        <a:pt x="2715" y="236"/>
                      </a:cubicBezTo>
                      <a:cubicBezTo>
                        <a:pt x="2738" y="139"/>
                        <a:pt x="2761" y="43"/>
                        <a:pt x="2838" y="0"/>
                      </a:cubicBezTo>
                      <a:cubicBezTo>
                        <a:pt x="3014" y="310"/>
                        <a:pt x="3158" y="475"/>
                        <a:pt x="3438" y="675"/>
                      </a:cubicBezTo>
                      <a:cubicBezTo>
                        <a:pt x="3515" y="731"/>
                        <a:pt x="3607" y="785"/>
                        <a:pt x="3656" y="869"/>
                      </a:cubicBezTo>
                      <a:cubicBezTo>
                        <a:pt x="3683" y="916"/>
                        <a:pt x="3706" y="967"/>
                        <a:pt x="3750" y="1002"/>
                      </a:cubicBezTo>
                      <a:cubicBezTo>
                        <a:pt x="3761" y="1011"/>
                        <a:pt x="3773" y="1019"/>
                        <a:pt x="3786" y="1026"/>
                      </a:cubicBezTo>
                      <a:cubicBezTo>
                        <a:pt x="3825" y="1048"/>
                        <a:pt x="3869" y="1062"/>
                        <a:pt x="3914" y="1065"/>
                      </a:cubicBezTo>
                      <a:cubicBezTo>
                        <a:pt x="4002" y="1075"/>
                        <a:pt x="4086" y="1097"/>
                        <a:pt x="4159" y="1151"/>
                      </a:cubicBezTo>
                      <a:cubicBezTo>
                        <a:pt x="4226" y="1200"/>
                        <a:pt x="4275" y="1267"/>
                        <a:pt x="4334" y="1325"/>
                      </a:cubicBezTo>
                      <a:cubicBezTo>
                        <a:pt x="4409" y="1398"/>
                        <a:pt x="4496" y="1441"/>
                        <a:pt x="4603" y="1441"/>
                      </a:cubicBezTo>
                      <a:cubicBezTo>
                        <a:pt x="4699" y="1440"/>
                        <a:pt x="4787" y="1448"/>
                        <a:pt x="4864" y="1513"/>
                      </a:cubicBezTo>
                      <a:cubicBezTo>
                        <a:pt x="4948" y="1586"/>
                        <a:pt x="5002" y="1687"/>
                        <a:pt x="5072" y="1773"/>
                      </a:cubicBezTo>
                      <a:cubicBezTo>
                        <a:pt x="5232" y="1968"/>
                        <a:pt x="5384" y="2169"/>
                        <a:pt x="5554" y="235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3" name="Google Shape;513;p30"/>
                <p:cNvSpPr/>
                <p:nvPr/>
              </p:nvSpPr>
              <p:spPr>
                <a:xfrm flipH="1">
                  <a:off x="-131951" y="3935044"/>
                  <a:ext cx="1563528" cy="100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" h="3571" extrusionOk="0">
                      <a:moveTo>
                        <a:pt x="484" y="1772"/>
                      </a:moveTo>
                      <a:cubicBezTo>
                        <a:pt x="554" y="1687"/>
                        <a:pt x="608" y="1586"/>
                        <a:pt x="693" y="1513"/>
                      </a:cubicBezTo>
                      <a:cubicBezTo>
                        <a:pt x="769" y="1447"/>
                        <a:pt x="858" y="1440"/>
                        <a:pt x="954" y="1440"/>
                      </a:cubicBezTo>
                      <a:cubicBezTo>
                        <a:pt x="1060" y="1440"/>
                        <a:pt x="1147" y="1398"/>
                        <a:pt x="1222" y="1324"/>
                      </a:cubicBezTo>
                      <a:cubicBezTo>
                        <a:pt x="1281" y="1267"/>
                        <a:pt x="1330" y="1199"/>
                        <a:pt x="1397" y="1150"/>
                      </a:cubicBezTo>
                      <a:cubicBezTo>
                        <a:pt x="1470" y="1097"/>
                        <a:pt x="1554" y="1074"/>
                        <a:pt x="1643" y="1065"/>
                      </a:cubicBezTo>
                      <a:cubicBezTo>
                        <a:pt x="1688" y="1061"/>
                        <a:pt x="1731" y="1048"/>
                        <a:pt x="1770" y="1026"/>
                      </a:cubicBezTo>
                      <a:cubicBezTo>
                        <a:pt x="1783" y="1018"/>
                        <a:pt x="1795" y="1010"/>
                        <a:pt x="1806" y="1001"/>
                      </a:cubicBezTo>
                      <a:cubicBezTo>
                        <a:pt x="1850" y="967"/>
                        <a:pt x="1873" y="916"/>
                        <a:pt x="1900" y="869"/>
                      </a:cubicBezTo>
                      <a:cubicBezTo>
                        <a:pt x="1949" y="785"/>
                        <a:pt x="2041" y="730"/>
                        <a:pt x="2118" y="675"/>
                      </a:cubicBezTo>
                      <a:cubicBezTo>
                        <a:pt x="2399" y="475"/>
                        <a:pt x="2542" y="309"/>
                        <a:pt x="2718" y="0"/>
                      </a:cubicBezTo>
                      <a:cubicBezTo>
                        <a:pt x="2795" y="43"/>
                        <a:pt x="2818" y="139"/>
                        <a:pt x="2841" y="236"/>
                      </a:cubicBezTo>
                      <a:cubicBezTo>
                        <a:pt x="2883" y="205"/>
                        <a:pt x="2952" y="193"/>
                        <a:pt x="2989" y="138"/>
                      </a:cubicBezTo>
                      <a:cubicBezTo>
                        <a:pt x="3094" y="345"/>
                        <a:pt x="3295" y="608"/>
                        <a:pt x="3486" y="309"/>
                      </a:cubicBezTo>
                      <a:cubicBezTo>
                        <a:pt x="3658" y="653"/>
                        <a:pt x="3924" y="556"/>
                        <a:pt x="4175" y="733"/>
                      </a:cubicBezTo>
                      <a:cubicBezTo>
                        <a:pt x="4246" y="783"/>
                        <a:pt x="4312" y="786"/>
                        <a:pt x="4381" y="730"/>
                      </a:cubicBezTo>
                      <a:cubicBezTo>
                        <a:pt x="4381" y="729"/>
                        <a:pt x="4382" y="729"/>
                        <a:pt x="4382" y="728"/>
                      </a:cubicBezTo>
                      <a:cubicBezTo>
                        <a:pt x="4384" y="728"/>
                        <a:pt x="4385" y="727"/>
                        <a:pt x="4387" y="727"/>
                      </a:cubicBezTo>
                      <a:cubicBezTo>
                        <a:pt x="4388" y="727"/>
                        <a:pt x="4390" y="728"/>
                        <a:pt x="4391" y="728"/>
                      </a:cubicBezTo>
                      <a:lnTo>
                        <a:pt x="5498" y="1313"/>
                      </a:lnTo>
                      <a:lnTo>
                        <a:pt x="5552" y="1341"/>
                      </a:lnTo>
                      <a:cubicBezTo>
                        <a:pt x="5553" y="1342"/>
                        <a:pt x="5554" y="1343"/>
                        <a:pt x="5555" y="1344"/>
                      </a:cubicBezTo>
                      <a:cubicBezTo>
                        <a:pt x="5556" y="1346"/>
                        <a:pt x="5556" y="1347"/>
                        <a:pt x="5556" y="1349"/>
                      </a:cubicBezTo>
                      <a:cubicBezTo>
                        <a:pt x="5556" y="1350"/>
                        <a:pt x="5556" y="1352"/>
                        <a:pt x="5555" y="1353"/>
                      </a:cubicBezTo>
                      <a:lnTo>
                        <a:pt x="5555" y="1353"/>
                      </a:lnTo>
                      <a:cubicBezTo>
                        <a:pt x="5329" y="1707"/>
                        <a:pt x="5100" y="2058"/>
                        <a:pt x="4863" y="2405"/>
                      </a:cubicBezTo>
                      <a:cubicBezTo>
                        <a:pt x="4794" y="2506"/>
                        <a:pt x="4724" y="2607"/>
                        <a:pt x="4651" y="2707"/>
                      </a:cubicBezTo>
                      <a:cubicBezTo>
                        <a:pt x="4609" y="2769"/>
                        <a:pt x="4562" y="2828"/>
                        <a:pt x="4511" y="2884"/>
                      </a:cubicBezTo>
                      <a:cubicBezTo>
                        <a:pt x="4505" y="2890"/>
                        <a:pt x="4498" y="2896"/>
                        <a:pt x="4490" y="2900"/>
                      </a:cubicBezTo>
                      <a:cubicBezTo>
                        <a:pt x="4477" y="2907"/>
                        <a:pt x="4463" y="2912"/>
                        <a:pt x="4448" y="2912"/>
                      </a:cubicBezTo>
                      <a:cubicBezTo>
                        <a:pt x="4399" y="2919"/>
                        <a:pt x="4350" y="2928"/>
                        <a:pt x="4302" y="2936"/>
                      </a:cubicBezTo>
                      <a:cubicBezTo>
                        <a:pt x="3839" y="3016"/>
                        <a:pt x="3378" y="3104"/>
                        <a:pt x="2917" y="3190"/>
                      </a:cubicBezTo>
                      <a:cubicBezTo>
                        <a:pt x="2393" y="3287"/>
                        <a:pt x="1870" y="3387"/>
                        <a:pt x="1348" y="3487"/>
                      </a:cubicBezTo>
                      <a:cubicBezTo>
                        <a:pt x="1215" y="3513"/>
                        <a:pt x="1082" y="3537"/>
                        <a:pt x="950" y="3567"/>
                      </a:cubicBezTo>
                      <a:cubicBezTo>
                        <a:pt x="918" y="3574"/>
                        <a:pt x="902" y="3576"/>
                        <a:pt x="873" y="3553"/>
                      </a:cubicBezTo>
                      <a:cubicBezTo>
                        <a:pt x="805" y="3499"/>
                        <a:pt x="750" y="3425"/>
                        <a:pt x="697" y="3358"/>
                      </a:cubicBezTo>
                      <a:cubicBezTo>
                        <a:pt x="447" y="3042"/>
                        <a:pt x="222" y="2704"/>
                        <a:pt x="1" y="2366"/>
                      </a:cubicBezTo>
                      <a:lnTo>
                        <a:pt x="1" y="2366"/>
                      </a:lnTo>
                      <a:cubicBezTo>
                        <a:pt x="0" y="2365"/>
                        <a:pt x="0" y="2363"/>
                        <a:pt x="0" y="2361"/>
                      </a:cubicBezTo>
                      <a:cubicBezTo>
                        <a:pt x="0" y="2360"/>
                        <a:pt x="0" y="2358"/>
                        <a:pt x="1" y="2357"/>
                      </a:cubicBezTo>
                      <a:cubicBezTo>
                        <a:pt x="2" y="2356"/>
                        <a:pt x="2" y="2356"/>
                        <a:pt x="3" y="2355"/>
                      </a:cubicBezTo>
                      <a:cubicBezTo>
                        <a:pt x="172" y="2168"/>
                        <a:pt x="324" y="1967"/>
                        <a:pt x="484" y="177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14" name="Google Shape;514;p30"/>
              <p:cNvSpPr/>
              <p:nvPr/>
            </p:nvSpPr>
            <p:spPr>
              <a:xfrm flipH="1">
                <a:off x="-376177" y="4048819"/>
                <a:ext cx="845271" cy="121271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496" extrusionOk="0">
                    <a:moveTo>
                      <a:pt x="2755" y="340"/>
                    </a:moveTo>
                    <a:lnTo>
                      <a:pt x="2755" y="340"/>
                    </a:lnTo>
                    <a:cubicBezTo>
                      <a:pt x="2786" y="330"/>
                      <a:pt x="2819" y="325"/>
                      <a:pt x="2852" y="325"/>
                    </a:cubicBezTo>
                    <a:cubicBezTo>
                      <a:pt x="2853" y="325"/>
                      <a:pt x="2854" y="325"/>
                      <a:pt x="2855" y="325"/>
                    </a:cubicBezTo>
                    <a:cubicBezTo>
                      <a:pt x="2885" y="328"/>
                      <a:pt x="2913" y="345"/>
                      <a:pt x="2941" y="358"/>
                    </a:cubicBezTo>
                    <a:lnTo>
                      <a:pt x="2941" y="358"/>
                    </a:lnTo>
                    <a:cubicBezTo>
                      <a:pt x="2994" y="379"/>
                      <a:pt x="3050" y="394"/>
                      <a:pt x="3107" y="402"/>
                    </a:cubicBezTo>
                    <a:cubicBezTo>
                      <a:pt x="3221" y="422"/>
                      <a:pt x="3347" y="431"/>
                      <a:pt x="3457" y="473"/>
                    </a:cubicBezTo>
                    <a:cubicBezTo>
                      <a:pt x="2708" y="489"/>
                      <a:pt x="1968" y="478"/>
                      <a:pt x="1220" y="494"/>
                    </a:cubicBezTo>
                    <a:cubicBezTo>
                      <a:pt x="814" y="502"/>
                      <a:pt x="405" y="491"/>
                      <a:pt x="0" y="464"/>
                    </a:cubicBezTo>
                    <a:cubicBezTo>
                      <a:pt x="210" y="412"/>
                      <a:pt x="416" y="375"/>
                      <a:pt x="627" y="335"/>
                    </a:cubicBezTo>
                    <a:lnTo>
                      <a:pt x="627" y="335"/>
                    </a:lnTo>
                    <a:cubicBezTo>
                      <a:pt x="646" y="333"/>
                      <a:pt x="663" y="327"/>
                      <a:pt x="679" y="318"/>
                    </a:cubicBezTo>
                    <a:cubicBezTo>
                      <a:pt x="682" y="316"/>
                      <a:pt x="684" y="315"/>
                      <a:pt x="687" y="313"/>
                    </a:cubicBezTo>
                    <a:lnTo>
                      <a:pt x="687" y="313"/>
                    </a:lnTo>
                    <a:cubicBezTo>
                      <a:pt x="702" y="298"/>
                      <a:pt x="715" y="281"/>
                      <a:pt x="726" y="262"/>
                    </a:cubicBezTo>
                    <a:lnTo>
                      <a:pt x="726" y="262"/>
                    </a:lnTo>
                    <a:cubicBezTo>
                      <a:pt x="736" y="250"/>
                      <a:pt x="748" y="239"/>
                      <a:pt x="763" y="231"/>
                    </a:cubicBezTo>
                    <a:cubicBezTo>
                      <a:pt x="783" y="219"/>
                      <a:pt x="806" y="213"/>
                      <a:pt x="829" y="213"/>
                    </a:cubicBezTo>
                    <a:cubicBezTo>
                      <a:pt x="845" y="213"/>
                      <a:pt x="861" y="216"/>
                      <a:pt x="877" y="222"/>
                    </a:cubicBezTo>
                    <a:lnTo>
                      <a:pt x="877" y="222"/>
                    </a:lnTo>
                    <a:cubicBezTo>
                      <a:pt x="923" y="170"/>
                      <a:pt x="978" y="125"/>
                      <a:pt x="1039" y="90"/>
                    </a:cubicBezTo>
                    <a:cubicBezTo>
                      <a:pt x="1141" y="31"/>
                      <a:pt x="1257" y="0"/>
                      <a:pt x="1374" y="0"/>
                    </a:cubicBezTo>
                    <a:cubicBezTo>
                      <a:pt x="1390" y="0"/>
                      <a:pt x="1405" y="1"/>
                      <a:pt x="1421" y="2"/>
                    </a:cubicBezTo>
                    <a:cubicBezTo>
                      <a:pt x="1559" y="13"/>
                      <a:pt x="1709" y="85"/>
                      <a:pt x="1747" y="218"/>
                    </a:cubicBezTo>
                    <a:lnTo>
                      <a:pt x="1747" y="218"/>
                    </a:lnTo>
                    <a:cubicBezTo>
                      <a:pt x="1794" y="205"/>
                      <a:pt x="1842" y="199"/>
                      <a:pt x="1891" y="199"/>
                    </a:cubicBezTo>
                    <a:cubicBezTo>
                      <a:pt x="1952" y="199"/>
                      <a:pt x="2012" y="209"/>
                      <a:pt x="2069" y="229"/>
                    </a:cubicBezTo>
                    <a:lnTo>
                      <a:pt x="2069" y="229"/>
                    </a:lnTo>
                    <a:cubicBezTo>
                      <a:pt x="2104" y="244"/>
                      <a:pt x="2140" y="256"/>
                      <a:pt x="2177" y="264"/>
                    </a:cubicBezTo>
                    <a:cubicBezTo>
                      <a:pt x="2309" y="284"/>
                      <a:pt x="2410" y="218"/>
                      <a:pt x="2543" y="271"/>
                    </a:cubicBezTo>
                    <a:cubicBezTo>
                      <a:pt x="2588" y="288"/>
                      <a:pt x="2631" y="332"/>
                      <a:pt x="2677" y="342"/>
                    </a:cubicBezTo>
                    <a:lnTo>
                      <a:pt x="2677" y="342"/>
                    </a:lnTo>
                    <a:cubicBezTo>
                      <a:pt x="2688" y="344"/>
                      <a:pt x="2699" y="345"/>
                      <a:pt x="2710" y="345"/>
                    </a:cubicBezTo>
                    <a:cubicBezTo>
                      <a:pt x="2725" y="345"/>
                      <a:pt x="2740" y="344"/>
                      <a:pt x="2755" y="3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0"/>
              <p:cNvSpPr/>
              <p:nvPr/>
            </p:nvSpPr>
            <p:spPr>
              <a:xfrm>
                <a:off x="531000" y="4775158"/>
                <a:ext cx="1247075" cy="385200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1280" extrusionOk="0">
                    <a:moveTo>
                      <a:pt x="3983" y="1257"/>
                    </a:moveTo>
                    <a:cubicBezTo>
                      <a:pt x="4017" y="1257"/>
                      <a:pt x="3880" y="1167"/>
                      <a:pt x="3790" y="1172"/>
                    </a:cubicBezTo>
                    <a:lnTo>
                      <a:pt x="4144" y="1160"/>
                    </a:lnTo>
                    <a:lnTo>
                      <a:pt x="4144" y="1160"/>
                    </a:lnTo>
                    <a:cubicBezTo>
                      <a:pt x="4049" y="1126"/>
                      <a:pt x="3952" y="1101"/>
                      <a:pt x="3853" y="1086"/>
                    </a:cubicBezTo>
                    <a:cubicBezTo>
                      <a:pt x="3911" y="1077"/>
                      <a:pt x="3969" y="1065"/>
                      <a:pt x="4027" y="1050"/>
                    </a:cubicBezTo>
                    <a:cubicBezTo>
                      <a:pt x="4043" y="1046"/>
                      <a:pt x="4063" y="1039"/>
                      <a:pt x="4067" y="1021"/>
                    </a:cubicBezTo>
                    <a:cubicBezTo>
                      <a:pt x="4073" y="994"/>
                      <a:pt x="4040" y="978"/>
                      <a:pt x="4016" y="975"/>
                    </a:cubicBezTo>
                    <a:lnTo>
                      <a:pt x="4016" y="975"/>
                    </a:lnTo>
                    <a:cubicBezTo>
                      <a:pt x="3996" y="972"/>
                      <a:pt x="3976" y="971"/>
                      <a:pt x="3956" y="971"/>
                    </a:cubicBezTo>
                    <a:cubicBezTo>
                      <a:pt x="3901" y="971"/>
                      <a:pt x="3846" y="981"/>
                      <a:pt x="3795" y="1001"/>
                    </a:cubicBezTo>
                    <a:lnTo>
                      <a:pt x="3795" y="1001"/>
                    </a:lnTo>
                    <a:cubicBezTo>
                      <a:pt x="3832" y="988"/>
                      <a:pt x="3868" y="971"/>
                      <a:pt x="3903" y="951"/>
                    </a:cubicBezTo>
                    <a:cubicBezTo>
                      <a:pt x="3926" y="938"/>
                      <a:pt x="3949" y="922"/>
                      <a:pt x="3971" y="906"/>
                    </a:cubicBezTo>
                    <a:cubicBezTo>
                      <a:pt x="3992" y="890"/>
                      <a:pt x="4011" y="856"/>
                      <a:pt x="3991" y="841"/>
                    </a:cubicBezTo>
                    <a:lnTo>
                      <a:pt x="3991" y="841"/>
                    </a:lnTo>
                    <a:cubicBezTo>
                      <a:pt x="3985" y="838"/>
                      <a:pt x="3979" y="837"/>
                      <a:pt x="3974" y="837"/>
                    </a:cubicBezTo>
                    <a:cubicBezTo>
                      <a:pt x="3970" y="837"/>
                      <a:pt x="3967" y="837"/>
                      <a:pt x="3964" y="838"/>
                    </a:cubicBezTo>
                    <a:lnTo>
                      <a:pt x="3964" y="838"/>
                    </a:lnTo>
                    <a:cubicBezTo>
                      <a:pt x="3887" y="851"/>
                      <a:pt x="3813" y="875"/>
                      <a:pt x="3743" y="911"/>
                    </a:cubicBezTo>
                    <a:lnTo>
                      <a:pt x="3743" y="911"/>
                    </a:lnTo>
                    <a:cubicBezTo>
                      <a:pt x="3748" y="908"/>
                      <a:pt x="3752" y="906"/>
                      <a:pt x="3756" y="903"/>
                    </a:cubicBezTo>
                    <a:cubicBezTo>
                      <a:pt x="3836" y="858"/>
                      <a:pt x="3903" y="792"/>
                      <a:pt x="3948" y="712"/>
                    </a:cubicBezTo>
                    <a:cubicBezTo>
                      <a:pt x="3965" y="683"/>
                      <a:pt x="3979" y="652"/>
                      <a:pt x="3990" y="620"/>
                    </a:cubicBezTo>
                    <a:lnTo>
                      <a:pt x="3990" y="620"/>
                    </a:lnTo>
                    <a:cubicBezTo>
                      <a:pt x="3939" y="683"/>
                      <a:pt x="3877" y="737"/>
                      <a:pt x="3806" y="777"/>
                    </a:cubicBezTo>
                    <a:cubicBezTo>
                      <a:pt x="3738" y="817"/>
                      <a:pt x="3661" y="843"/>
                      <a:pt x="3583" y="856"/>
                    </a:cubicBezTo>
                    <a:cubicBezTo>
                      <a:pt x="3648" y="816"/>
                      <a:pt x="3712" y="773"/>
                      <a:pt x="3774" y="728"/>
                    </a:cubicBezTo>
                    <a:lnTo>
                      <a:pt x="3774" y="728"/>
                    </a:lnTo>
                    <a:lnTo>
                      <a:pt x="3774" y="727"/>
                    </a:lnTo>
                    <a:cubicBezTo>
                      <a:pt x="3782" y="723"/>
                      <a:pt x="3789" y="716"/>
                      <a:pt x="3794" y="708"/>
                    </a:cubicBezTo>
                    <a:cubicBezTo>
                      <a:pt x="3796" y="704"/>
                      <a:pt x="3798" y="700"/>
                      <a:pt x="3799" y="696"/>
                    </a:cubicBezTo>
                    <a:cubicBezTo>
                      <a:pt x="3803" y="666"/>
                      <a:pt x="3765" y="653"/>
                      <a:pt x="3737" y="654"/>
                    </a:cubicBezTo>
                    <a:lnTo>
                      <a:pt x="3737" y="654"/>
                    </a:lnTo>
                    <a:cubicBezTo>
                      <a:pt x="3660" y="658"/>
                      <a:pt x="3586" y="679"/>
                      <a:pt x="3519" y="715"/>
                    </a:cubicBezTo>
                    <a:lnTo>
                      <a:pt x="3519" y="715"/>
                    </a:lnTo>
                    <a:cubicBezTo>
                      <a:pt x="3539" y="706"/>
                      <a:pt x="3559" y="697"/>
                      <a:pt x="3577" y="686"/>
                    </a:cubicBezTo>
                    <a:cubicBezTo>
                      <a:pt x="3654" y="641"/>
                      <a:pt x="3718" y="578"/>
                      <a:pt x="3762" y="501"/>
                    </a:cubicBezTo>
                    <a:cubicBezTo>
                      <a:pt x="3777" y="475"/>
                      <a:pt x="3790" y="448"/>
                      <a:pt x="3800" y="420"/>
                    </a:cubicBezTo>
                    <a:lnTo>
                      <a:pt x="3800" y="420"/>
                    </a:lnTo>
                    <a:cubicBezTo>
                      <a:pt x="3730" y="423"/>
                      <a:pt x="3663" y="443"/>
                      <a:pt x="3603" y="477"/>
                    </a:cubicBezTo>
                    <a:cubicBezTo>
                      <a:pt x="3537" y="515"/>
                      <a:pt x="3483" y="570"/>
                      <a:pt x="3445" y="635"/>
                    </a:cubicBezTo>
                    <a:cubicBezTo>
                      <a:pt x="3443" y="638"/>
                      <a:pt x="3442" y="641"/>
                      <a:pt x="3440" y="644"/>
                    </a:cubicBezTo>
                    <a:cubicBezTo>
                      <a:pt x="3453" y="609"/>
                      <a:pt x="3483" y="586"/>
                      <a:pt x="3499" y="552"/>
                    </a:cubicBezTo>
                    <a:cubicBezTo>
                      <a:pt x="3515" y="519"/>
                      <a:pt x="3503" y="464"/>
                      <a:pt x="3468" y="465"/>
                    </a:cubicBezTo>
                    <a:lnTo>
                      <a:pt x="3468" y="465"/>
                    </a:lnTo>
                    <a:cubicBezTo>
                      <a:pt x="3460" y="466"/>
                      <a:pt x="3453" y="468"/>
                      <a:pt x="3446" y="472"/>
                    </a:cubicBezTo>
                    <a:cubicBezTo>
                      <a:pt x="3443" y="474"/>
                      <a:pt x="3441" y="475"/>
                      <a:pt x="3439" y="477"/>
                    </a:cubicBezTo>
                    <a:lnTo>
                      <a:pt x="3439" y="477"/>
                    </a:lnTo>
                    <a:cubicBezTo>
                      <a:pt x="3412" y="495"/>
                      <a:pt x="3388" y="519"/>
                      <a:pt x="3370" y="546"/>
                    </a:cubicBezTo>
                    <a:lnTo>
                      <a:pt x="3370" y="546"/>
                    </a:lnTo>
                    <a:cubicBezTo>
                      <a:pt x="3399" y="484"/>
                      <a:pt x="3414" y="416"/>
                      <a:pt x="3414" y="347"/>
                    </a:cubicBezTo>
                    <a:cubicBezTo>
                      <a:pt x="3414" y="339"/>
                      <a:pt x="3414" y="332"/>
                      <a:pt x="3414" y="324"/>
                    </a:cubicBezTo>
                    <a:cubicBezTo>
                      <a:pt x="3274" y="385"/>
                      <a:pt x="3176" y="540"/>
                      <a:pt x="3174" y="702"/>
                    </a:cubicBezTo>
                    <a:lnTo>
                      <a:pt x="3174" y="702"/>
                    </a:lnTo>
                    <a:cubicBezTo>
                      <a:pt x="3174" y="695"/>
                      <a:pt x="3174" y="688"/>
                      <a:pt x="3174" y="681"/>
                    </a:cubicBezTo>
                    <a:cubicBezTo>
                      <a:pt x="3174" y="603"/>
                      <a:pt x="3155" y="526"/>
                      <a:pt x="3117" y="458"/>
                    </a:cubicBezTo>
                    <a:cubicBezTo>
                      <a:pt x="3064" y="602"/>
                      <a:pt x="3038" y="780"/>
                      <a:pt x="2893" y="848"/>
                    </a:cubicBezTo>
                    <a:lnTo>
                      <a:pt x="2893" y="848"/>
                    </a:lnTo>
                    <a:cubicBezTo>
                      <a:pt x="2897" y="846"/>
                      <a:pt x="2900" y="845"/>
                      <a:pt x="2903" y="843"/>
                    </a:cubicBezTo>
                    <a:cubicBezTo>
                      <a:pt x="2927" y="829"/>
                      <a:pt x="2947" y="809"/>
                      <a:pt x="2961" y="785"/>
                    </a:cubicBezTo>
                    <a:cubicBezTo>
                      <a:pt x="2965" y="778"/>
                      <a:pt x="2969" y="771"/>
                      <a:pt x="2971" y="763"/>
                    </a:cubicBezTo>
                    <a:lnTo>
                      <a:pt x="2971" y="763"/>
                    </a:lnTo>
                    <a:cubicBezTo>
                      <a:pt x="2905" y="769"/>
                      <a:pt x="2840" y="787"/>
                      <a:pt x="2780" y="816"/>
                    </a:cubicBezTo>
                    <a:lnTo>
                      <a:pt x="2780" y="816"/>
                    </a:lnTo>
                    <a:cubicBezTo>
                      <a:pt x="2788" y="812"/>
                      <a:pt x="2796" y="808"/>
                      <a:pt x="2804" y="803"/>
                    </a:cubicBezTo>
                    <a:cubicBezTo>
                      <a:pt x="2882" y="758"/>
                      <a:pt x="2949" y="695"/>
                      <a:pt x="3000" y="619"/>
                    </a:cubicBezTo>
                    <a:cubicBezTo>
                      <a:pt x="2894" y="607"/>
                      <a:pt x="2796" y="671"/>
                      <a:pt x="2707" y="732"/>
                    </a:cubicBezTo>
                    <a:lnTo>
                      <a:pt x="2707" y="732"/>
                    </a:lnTo>
                    <a:cubicBezTo>
                      <a:pt x="2750" y="702"/>
                      <a:pt x="2786" y="662"/>
                      <a:pt x="2812" y="616"/>
                    </a:cubicBezTo>
                    <a:cubicBezTo>
                      <a:pt x="2829" y="587"/>
                      <a:pt x="2842" y="555"/>
                      <a:pt x="2850" y="522"/>
                    </a:cubicBezTo>
                    <a:cubicBezTo>
                      <a:pt x="2855" y="503"/>
                      <a:pt x="2854" y="474"/>
                      <a:pt x="2835" y="469"/>
                    </a:cubicBezTo>
                    <a:lnTo>
                      <a:pt x="2835" y="469"/>
                    </a:lnTo>
                    <a:cubicBezTo>
                      <a:pt x="2835" y="469"/>
                      <a:pt x="2834" y="469"/>
                      <a:pt x="2833" y="469"/>
                    </a:cubicBezTo>
                    <a:cubicBezTo>
                      <a:pt x="2827" y="469"/>
                      <a:pt x="2821" y="471"/>
                      <a:pt x="2816" y="474"/>
                    </a:cubicBezTo>
                    <a:cubicBezTo>
                      <a:pt x="2814" y="475"/>
                      <a:pt x="2812" y="476"/>
                      <a:pt x="2811" y="478"/>
                    </a:cubicBezTo>
                    <a:lnTo>
                      <a:pt x="2811" y="478"/>
                    </a:lnTo>
                    <a:cubicBezTo>
                      <a:pt x="2756" y="515"/>
                      <a:pt x="2708" y="561"/>
                      <a:pt x="2669" y="614"/>
                    </a:cubicBezTo>
                    <a:lnTo>
                      <a:pt x="2669" y="614"/>
                    </a:lnTo>
                    <a:cubicBezTo>
                      <a:pt x="2693" y="588"/>
                      <a:pt x="2714" y="559"/>
                      <a:pt x="2731" y="528"/>
                    </a:cubicBezTo>
                    <a:cubicBezTo>
                      <a:pt x="2776" y="451"/>
                      <a:pt x="2800" y="364"/>
                      <a:pt x="2800" y="275"/>
                    </a:cubicBezTo>
                    <a:cubicBezTo>
                      <a:pt x="2800" y="268"/>
                      <a:pt x="2799" y="262"/>
                      <a:pt x="2799" y="256"/>
                    </a:cubicBezTo>
                    <a:lnTo>
                      <a:pt x="2799" y="256"/>
                    </a:lnTo>
                    <a:cubicBezTo>
                      <a:pt x="2787" y="284"/>
                      <a:pt x="2773" y="311"/>
                      <a:pt x="2758" y="338"/>
                    </a:cubicBezTo>
                    <a:cubicBezTo>
                      <a:pt x="2690" y="456"/>
                      <a:pt x="2592" y="554"/>
                      <a:pt x="2474" y="622"/>
                    </a:cubicBezTo>
                    <a:cubicBezTo>
                      <a:pt x="2468" y="626"/>
                      <a:pt x="2461" y="629"/>
                      <a:pt x="2455" y="632"/>
                    </a:cubicBezTo>
                    <a:lnTo>
                      <a:pt x="2455" y="632"/>
                    </a:lnTo>
                    <a:cubicBezTo>
                      <a:pt x="2521" y="582"/>
                      <a:pt x="2576" y="520"/>
                      <a:pt x="2617" y="448"/>
                    </a:cubicBezTo>
                    <a:cubicBezTo>
                      <a:pt x="2631" y="424"/>
                      <a:pt x="2643" y="400"/>
                      <a:pt x="2654" y="374"/>
                    </a:cubicBezTo>
                    <a:cubicBezTo>
                      <a:pt x="2665" y="348"/>
                      <a:pt x="2669" y="309"/>
                      <a:pt x="2644" y="299"/>
                    </a:cubicBezTo>
                    <a:lnTo>
                      <a:pt x="2644" y="299"/>
                    </a:lnTo>
                    <a:cubicBezTo>
                      <a:pt x="2640" y="298"/>
                      <a:pt x="2636" y="297"/>
                      <a:pt x="2632" y="297"/>
                    </a:cubicBezTo>
                    <a:cubicBezTo>
                      <a:pt x="2624" y="297"/>
                      <a:pt x="2617" y="299"/>
                      <a:pt x="2610" y="303"/>
                    </a:cubicBezTo>
                    <a:lnTo>
                      <a:pt x="2610" y="303"/>
                    </a:lnTo>
                    <a:cubicBezTo>
                      <a:pt x="2579" y="314"/>
                      <a:pt x="2550" y="329"/>
                      <a:pt x="2521" y="345"/>
                    </a:cubicBezTo>
                    <a:cubicBezTo>
                      <a:pt x="2515" y="348"/>
                      <a:pt x="2510" y="352"/>
                      <a:pt x="2504" y="355"/>
                    </a:cubicBezTo>
                    <a:lnTo>
                      <a:pt x="2504" y="355"/>
                    </a:lnTo>
                    <a:cubicBezTo>
                      <a:pt x="2570" y="284"/>
                      <a:pt x="2629" y="204"/>
                      <a:pt x="2678" y="120"/>
                    </a:cubicBezTo>
                    <a:cubicBezTo>
                      <a:pt x="2686" y="106"/>
                      <a:pt x="2694" y="91"/>
                      <a:pt x="2701" y="77"/>
                    </a:cubicBezTo>
                    <a:lnTo>
                      <a:pt x="2701" y="77"/>
                    </a:lnTo>
                    <a:cubicBezTo>
                      <a:pt x="2702" y="76"/>
                      <a:pt x="2703" y="74"/>
                      <a:pt x="2704" y="73"/>
                    </a:cubicBezTo>
                    <a:cubicBezTo>
                      <a:pt x="2708" y="66"/>
                      <a:pt x="2710" y="58"/>
                      <a:pt x="2710" y="49"/>
                    </a:cubicBezTo>
                    <a:cubicBezTo>
                      <a:pt x="2710" y="46"/>
                      <a:pt x="2710" y="42"/>
                      <a:pt x="2709" y="38"/>
                    </a:cubicBezTo>
                    <a:cubicBezTo>
                      <a:pt x="2700" y="16"/>
                      <a:pt x="2668" y="23"/>
                      <a:pt x="2649" y="35"/>
                    </a:cubicBezTo>
                    <a:lnTo>
                      <a:pt x="2649" y="35"/>
                    </a:lnTo>
                    <a:cubicBezTo>
                      <a:pt x="2528" y="110"/>
                      <a:pt x="2428" y="213"/>
                      <a:pt x="2357" y="335"/>
                    </a:cubicBezTo>
                    <a:cubicBezTo>
                      <a:pt x="2333" y="376"/>
                      <a:pt x="2313" y="419"/>
                      <a:pt x="2296" y="464"/>
                    </a:cubicBezTo>
                    <a:lnTo>
                      <a:pt x="2353" y="202"/>
                    </a:lnTo>
                    <a:cubicBezTo>
                      <a:pt x="2195" y="315"/>
                      <a:pt x="2124" y="527"/>
                      <a:pt x="2080" y="716"/>
                    </a:cubicBezTo>
                    <a:cubicBezTo>
                      <a:pt x="2053" y="665"/>
                      <a:pt x="2059" y="603"/>
                      <a:pt x="2051" y="545"/>
                    </a:cubicBezTo>
                    <a:cubicBezTo>
                      <a:pt x="2043" y="487"/>
                      <a:pt x="2004" y="423"/>
                      <a:pt x="1950" y="429"/>
                    </a:cubicBezTo>
                    <a:cubicBezTo>
                      <a:pt x="1911" y="434"/>
                      <a:pt x="1883" y="474"/>
                      <a:pt x="1871" y="514"/>
                    </a:cubicBezTo>
                    <a:lnTo>
                      <a:pt x="1871" y="514"/>
                    </a:lnTo>
                    <a:cubicBezTo>
                      <a:pt x="1861" y="555"/>
                      <a:pt x="1847" y="595"/>
                      <a:pt x="1829" y="633"/>
                    </a:cubicBezTo>
                    <a:lnTo>
                      <a:pt x="1721" y="284"/>
                    </a:lnTo>
                    <a:lnTo>
                      <a:pt x="1721" y="284"/>
                    </a:lnTo>
                    <a:cubicBezTo>
                      <a:pt x="1682" y="423"/>
                      <a:pt x="1627" y="556"/>
                      <a:pt x="1554" y="681"/>
                    </a:cubicBezTo>
                    <a:cubicBezTo>
                      <a:pt x="1538" y="710"/>
                      <a:pt x="1520" y="738"/>
                      <a:pt x="1502" y="766"/>
                    </a:cubicBezTo>
                    <a:cubicBezTo>
                      <a:pt x="1469" y="749"/>
                      <a:pt x="1496" y="697"/>
                      <a:pt x="1498" y="659"/>
                    </a:cubicBezTo>
                    <a:lnTo>
                      <a:pt x="1498" y="659"/>
                    </a:lnTo>
                    <a:cubicBezTo>
                      <a:pt x="1498" y="644"/>
                      <a:pt x="1494" y="630"/>
                      <a:pt x="1486" y="617"/>
                    </a:cubicBezTo>
                    <a:cubicBezTo>
                      <a:pt x="1478" y="604"/>
                      <a:pt x="1467" y="592"/>
                      <a:pt x="1453" y="584"/>
                    </a:cubicBezTo>
                    <a:cubicBezTo>
                      <a:pt x="1441" y="577"/>
                      <a:pt x="1426" y="573"/>
                      <a:pt x="1411" y="572"/>
                    </a:cubicBezTo>
                    <a:lnTo>
                      <a:pt x="1411" y="572"/>
                    </a:lnTo>
                    <a:cubicBezTo>
                      <a:pt x="1373" y="574"/>
                      <a:pt x="1335" y="585"/>
                      <a:pt x="1301" y="604"/>
                    </a:cubicBezTo>
                    <a:cubicBezTo>
                      <a:pt x="1296" y="607"/>
                      <a:pt x="1292" y="610"/>
                      <a:pt x="1287" y="613"/>
                    </a:cubicBezTo>
                    <a:lnTo>
                      <a:pt x="1287" y="613"/>
                    </a:lnTo>
                    <a:cubicBezTo>
                      <a:pt x="1366" y="537"/>
                      <a:pt x="1437" y="453"/>
                      <a:pt x="1499" y="363"/>
                    </a:cubicBezTo>
                    <a:lnTo>
                      <a:pt x="1499" y="363"/>
                    </a:lnTo>
                    <a:cubicBezTo>
                      <a:pt x="1501" y="360"/>
                      <a:pt x="1504" y="357"/>
                      <a:pt x="1505" y="354"/>
                    </a:cubicBezTo>
                    <a:cubicBezTo>
                      <a:pt x="1511" y="345"/>
                      <a:pt x="1513" y="335"/>
                      <a:pt x="1513" y="325"/>
                    </a:cubicBezTo>
                    <a:cubicBezTo>
                      <a:pt x="1513" y="323"/>
                      <a:pt x="1513" y="321"/>
                      <a:pt x="1513" y="320"/>
                    </a:cubicBezTo>
                    <a:cubicBezTo>
                      <a:pt x="1508" y="296"/>
                      <a:pt x="1478" y="291"/>
                      <a:pt x="1454" y="294"/>
                    </a:cubicBezTo>
                    <a:lnTo>
                      <a:pt x="1454" y="294"/>
                    </a:lnTo>
                    <a:cubicBezTo>
                      <a:pt x="1368" y="300"/>
                      <a:pt x="1284" y="327"/>
                      <a:pt x="1210" y="369"/>
                    </a:cubicBezTo>
                    <a:cubicBezTo>
                      <a:pt x="1192" y="380"/>
                      <a:pt x="1175" y="390"/>
                      <a:pt x="1159" y="402"/>
                    </a:cubicBezTo>
                    <a:cubicBezTo>
                      <a:pt x="1245" y="319"/>
                      <a:pt x="1336" y="227"/>
                      <a:pt x="1355" y="105"/>
                    </a:cubicBezTo>
                    <a:cubicBezTo>
                      <a:pt x="1362" y="65"/>
                      <a:pt x="1353" y="13"/>
                      <a:pt x="1317" y="2"/>
                    </a:cubicBezTo>
                    <a:lnTo>
                      <a:pt x="1317" y="2"/>
                    </a:lnTo>
                    <a:cubicBezTo>
                      <a:pt x="1311" y="0"/>
                      <a:pt x="1305" y="0"/>
                      <a:pt x="1299" y="0"/>
                    </a:cubicBezTo>
                    <a:cubicBezTo>
                      <a:pt x="1288" y="0"/>
                      <a:pt x="1277" y="2"/>
                      <a:pt x="1267" y="6"/>
                    </a:cubicBezTo>
                    <a:cubicBezTo>
                      <a:pt x="1073" y="70"/>
                      <a:pt x="970" y="220"/>
                      <a:pt x="876" y="400"/>
                    </a:cubicBezTo>
                    <a:cubicBezTo>
                      <a:pt x="828" y="312"/>
                      <a:pt x="815" y="221"/>
                      <a:pt x="732" y="153"/>
                    </a:cubicBezTo>
                    <a:lnTo>
                      <a:pt x="738" y="575"/>
                    </a:lnTo>
                    <a:lnTo>
                      <a:pt x="738" y="575"/>
                    </a:lnTo>
                    <a:cubicBezTo>
                      <a:pt x="732" y="563"/>
                      <a:pt x="726" y="551"/>
                      <a:pt x="719" y="539"/>
                    </a:cubicBezTo>
                    <a:cubicBezTo>
                      <a:pt x="660" y="438"/>
                      <a:pt x="584" y="348"/>
                      <a:pt x="493" y="274"/>
                    </a:cubicBezTo>
                    <a:cubicBezTo>
                      <a:pt x="466" y="254"/>
                      <a:pt x="425" y="239"/>
                      <a:pt x="410" y="268"/>
                    </a:cubicBezTo>
                    <a:lnTo>
                      <a:pt x="410" y="268"/>
                    </a:lnTo>
                    <a:cubicBezTo>
                      <a:pt x="409" y="274"/>
                      <a:pt x="408" y="280"/>
                      <a:pt x="408" y="286"/>
                    </a:cubicBezTo>
                    <a:cubicBezTo>
                      <a:pt x="408" y="298"/>
                      <a:pt x="412" y="309"/>
                      <a:pt x="417" y="319"/>
                    </a:cubicBezTo>
                    <a:cubicBezTo>
                      <a:pt x="419" y="322"/>
                      <a:pt x="420" y="325"/>
                      <a:pt x="423" y="328"/>
                    </a:cubicBezTo>
                    <a:lnTo>
                      <a:pt x="639" y="690"/>
                    </a:lnTo>
                    <a:lnTo>
                      <a:pt x="639" y="690"/>
                    </a:lnTo>
                    <a:cubicBezTo>
                      <a:pt x="609" y="666"/>
                      <a:pt x="578" y="645"/>
                      <a:pt x="545" y="626"/>
                    </a:cubicBezTo>
                    <a:cubicBezTo>
                      <a:pt x="509" y="605"/>
                      <a:pt x="471" y="587"/>
                      <a:pt x="431" y="572"/>
                    </a:cubicBezTo>
                    <a:lnTo>
                      <a:pt x="605" y="840"/>
                    </a:lnTo>
                    <a:lnTo>
                      <a:pt x="605" y="840"/>
                    </a:lnTo>
                    <a:cubicBezTo>
                      <a:pt x="598" y="835"/>
                      <a:pt x="591" y="830"/>
                      <a:pt x="584" y="826"/>
                    </a:cubicBezTo>
                    <a:cubicBezTo>
                      <a:pt x="528" y="794"/>
                      <a:pt x="465" y="777"/>
                      <a:pt x="401" y="777"/>
                    </a:cubicBezTo>
                    <a:cubicBezTo>
                      <a:pt x="356" y="777"/>
                      <a:pt x="311" y="786"/>
                      <a:pt x="269" y="802"/>
                    </a:cubicBezTo>
                    <a:lnTo>
                      <a:pt x="511" y="912"/>
                    </a:lnTo>
                    <a:lnTo>
                      <a:pt x="511" y="912"/>
                    </a:lnTo>
                    <a:cubicBezTo>
                      <a:pt x="502" y="911"/>
                      <a:pt x="494" y="911"/>
                      <a:pt x="486" y="911"/>
                    </a:cubicBezTo>
                    <a:cubicBezTo>
                      <a:pt x="402" y="911"/>
                      <a:pt x="319" y="927"/>
                      <a:pt x="242" y="958"/>
                    </a:cubicBezTo>
                    <a:lnTo>
                      <a:pt x="447" y="1063"/>
                    </a:lnTo>
                    <a:cubicBezTo>
                      <a:pt x="372" y="1150"/>
                      <a:pt x="229" y="1101"/>
                      <a:pt x="135" y="1164"/>
                    </a:cubicBezTo>
                    <a:lnTo>
                      <a:pt x="298" y="1213"/>
                    </a:lnTo>
                    <a:lnTo>
                      <a:pt x="0" y="1258"/>
                    </a:lnTo>
                    <a:cubicBezTo>
                      <a:pt x="232" y="1303"/>
                      <a:pt x="3766" y="1264"/>
                      <a:pt x="3983" y="125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0"/>
              <p:cNvSpPr/>
              <p:nvPr/>
            </p:nvSpPr>
            <p:spPr>
              <a:xfrm flipH="1">
                <a:off x="391343" y="3854263"/>
                <a:ext cx="17460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50" extrusionOk="0">
                    <a:moveTo>
                      <a:pt x="278" y="263"/>
                    </a:moveTo>
                    <a:lnTo>
                      <a:pt x="278" y="263"/>
                    </a:lnTo>
                    <a:cubicBezTo>
                      <a:pt x="279" y="267"/>
                      <a:pt x="280" y="271"/>
                      <a:pt x="281" y="275"/>
                    </a:cubicBezTo>
                    <a:lnTo>
                      <a:pt x="281" y="275"/>
                    </a:lnTo>
                    <a:cubicBezTo>
                      <a:pt x="283" y="290"/>
                      <a:pt x="289" y="305"/>
                      <a:pt x="296" y="318"/>
                    </a:cubicBezTo>
                    <a:cubicBezTo>
                      <a:pt x="302" y="328"/>
                      <a:pt x="309" y="337"/>
                      <a:pt x="317" y="345"/>
                    </a:cubicBezTo>
                    <a:lnTo>
                      <a:pt x="317" y="345"/>
                    </a:lnTo>
                    <a:cubicBezTo>
                      <a:pt x="317" y="343"/>
                      <a:pt x="317" y="340"/>
                      <a:pt x="317" y="338"/>
                    </a:cubicBezTo>
                    <a:cubicBezTo>
                      <a:pt x="317" y="331"/>
                      <a:pt x="316" y="324"/>
                      <a:pt x="314" y="318"/>
                    </a:cubicBezTo>
                    <a:lnTo>
                      <a:pt x="314" y="318"/>
                    </a:lnTo>
                    <a:cubicBezTo>
                      <a:pt x="319" y="325"/>
                      <a:pt x="325" y="331"/>
                      <a:pt x="331" y="336"/>
                    </a:cubicBezTo>
                    <a:lnTo>
                      <a:pt x="331" y="336"/>
                    </a:lnTo>
                    <a:cubicBezTo>
                      <a:pt x="332" y="336"/>
                      <a:pt x="332" y="337"/>
                      <a:pt x="332" y="337"/>
                    </a:cubicBezTo>
                    <a:cubicBezTo>
                      <a:pt x="333" y="337"/>
                      <a:pt x="334" y="338"/>
                      <a:pt x="334" y="338"/>
                    </a:cubicBezTo>
                    <a:cubicBezTo>
                      <a:pt x="338" y="338"/>
                      <a:pt x="339" y="333"/>
                      <a:pt x="338" y="330"/>
                    </a:cubicBezTo>
                    <a:lnTo>
                      <a:pt x="338" y="330"/>
                    </a:lnTo>
                    <a:cubicBezTo>
                      <a:pt x="336" y="327"/>
                      <a:pt x="335" y="324"/>
                      <a:pt x="335" y="320"/>
                    </a:cubicBezTo>
                    <a:lnTo>
                      <a:pt x="335" y="320"/>
                    </a:lnTo>
                    <a:cubicBezTo>
                      <a:pt x="343" y="330"/>
                      <a:pt x="352" y="340"/>
                      <a:pt x="362" y="347"/>
                    </a:cubicBezTo>
                    <a:cubicBezTo>
                      <a:pt x="365" y="350"/>
                      <a:pt x="369" y="352"/>
                      <a:pt x="372" y="349"/>
                    </a:cubicBezTo>
                    <a:lnTo>
                      <a:pt x="372" y="349"/>
                    </a:lnTo>
                    <a:cubicBezTo>
                      <a:pt x="372" y="348"/>
                      <a:pt x="372" y="346"/>
                      <a:pt x="372" y="345"/>
                    </a:cubicBezTo>
                    <a:cubicBezTo>
                      <a:pt x="372" y="343"/>
                      <a:pt x="372" y="343"/>
                      <a:pt x="372" y="342"/>
                    </a:cubicBezTo>
                    <a:lnTo>
                      <a:pt x="372" y="342"/>
                    </a:lnTo>
                    <a:cubicBezTo>
                      <a:pt x="368" y="328"/>
                      <a:pt x="363" y="315"/>
                      <a:pt x="357" y="302"/>
                    </a:cubicBezTo>
                    <a:lnTo>
                      <a:pt x="357" y="302"/>
                    </a:lnTo>
                    <a:cubicBezTo>
                      <a:pt x="361" y="306"/>
                      <a:pt x="365" y="310"/>
                      <a:pt x="370" y="313"/>
                    </a:cubicBezTo>
                    <a:cubicBezTo>
                      <a:pt x="377" y="317"/>
                      <a:pt x="384" y="319"/>
                      <a:pt x="392" y="319"/>
                    </a:cubicBezTo>
                    <a:lnTo>
                      <a:pt x="392" y="319"/>
                    </a:lnTo>
                    <a:cubicBezTo>
                      <a:pt x="391" y="315"/>
                      <a:pt x="390" y="311"/>
                      <a:pt x="388" y="307"/>
                    </a:cubicBezTo>
                    <a:cubicBezTo>
                      <a:pt x="385" y="302"/>
                      <a:pt x="380" y="297"/>
                      <a:pt x="375" y="294"/>
                    </a:cubicBezTo>
                    <a:lnTo>
                      <a:pt x="375" y="294"/>
                    </a:lnTo>
                    <a:lnTo>
                      <a:pt x="375" y="294"/>
                    </a:lnTo>
                    <a:cubicBezTo>
                      <a:pt x="376" y="295"/>
                      <a:pt x="378" y="296"/>
                      <a:pt x="379" y="297"/>
                    </a:cubicBezTo>
                    <a:cubicBezTo>
                      <a:pt x="385" y="300"/>
                      <a:pt x="392" y="302"/>
                      <a:pt x="398" y="302"/>
                    </a:cubicBezTo>
                    <a:cubicBezTo>
                      <a:pt x="405" y="302"/>
                      <a:pt x="411" y="300"/>
                      <a:pt x="417" y="297"/>
                    </a:cubicBezTo>
                    <a:cubicBezTo>
                      <a:pt x="418" y="297"/>
                      <a:pt x="418" y="297"/>
                      <a:pt x="418" y="297"/>
                    </a:cubicBezTo>
                    <a:lnTo>
                      <a:pt x="418" y="297"/>
                    </a:lnTo>
                    <a:cubicBezTo>
                      <a:pt x="413" y="292"/>
                      <a:pt x="407" y="288"/>
                      <a:pt x="401" y="284"/>
                    </a:cubicBezTo>
                    <a:cubicBezTo>
                      <a:pt x="394" y="280"/>
                      <a:pt x="386" y="277"/>
                      <a:pt x="378" y="275"/>
                    </a:cubicBezTo>
                    <a:lnTo>
                      <a:pt x="399" y="269"/>
                    </a:lnTo>
                    <a:cubicBezTo>
                      <a:pt x="384" y="266"/>
                      <a:pt x="368" y="263"/>
                      <a:pt x="354" y="259"/>
                    </a:cubicBezTo>
                    <a:lnTo>
                      <a:pt x="354" y="259"/>
                    </a:lnTo>
                    <a:cubicBezTo>
                      <a:pt x="345" y="257"/>
                      <a:pt x="337" y="254"/>
                      <a:pt x="329" y="249"/>
                    </a:cubicBezTo>
                    <a:cubicBezTo>
                      <a:pt x="324" y="246"/>
                      <a:pt x="318" y="241"/>
                      <a:pt x="313" y="237"/>
                    </a:cubicBezTo>
                    <a:cubicBezTo>
                      <a:pt x="306" y="225"/>
                      <a:pt x="332" y="226"/>
                      <a:pt x="340" y="221"/>
                    </a:cubicBezTo>
                    <a:lnTo>
                      <a:pt x="340" y="221"/>
                    </a:lnTo>
                    <a:lnTo>
                      <a:pt x="340" y="221"/>
                    </a:lnTo>
                    <a:cubicBezTo>
                      <a:pt x="333" y="217"/>
                      <a:pt x="328" y="211"/>
                      <a:pt x="323" y="205"/>
                    </a:cubicBezTo>
                    <a:cubicBezTo>
                      <a:pt x="326" y="209"/>
                      <a:pt x="355" y="200"/>
                      <a:pt x="359" y="199"/>
                    </a:cubicBezTo>
                    <a:cubicBezTo>
                      <a:pt x="363" y="197"/>
                      <a:pt x="363" y="197"/>
                      <a:pt x="363" y="195"/>
                    </a:cubicBezTo>
                    <a:lnTo>
                      <a:pt x="363" y="195"/>
                    </a:lnTo>
                    <a:cubicBezTo>
                      <a:pt x="363" y="195"/>
                      <a:pt x="363" y="194"/>
                      <a:pt x="362" y="193"/>
                    </a:cubicBezTo>
                    <a:lnTo>
                      <a:pt x="361" y="192"/>
                    </a:lnTo>
                    <a:lnTo>
                      <a:pt x="361" y="192"/>
                    </a:lnTo>
                    <a:cubicBezTo>
                      <a:pt x="357" y="188"/>
                      <a:pt x="353" y="185"/>
                      <a:pt x="348" y="182"/>
                    </a:cubicBezTo>
                    <a:cubicBezTo>
                      <a:pt x="347" y="181"/>
                      <a:pt x="345" y="180"/>
                      <a:pt x="343" y="179"/>
                    </a:cubicBezTo>
                    <a:lnTo>
                      <a:pt x="343" y="179"/>
                    </a:lnTo>
                    <a:cubicBezTo>
                      <a:pt x="357" y="179"/>
                      <a:pt x="370" y="175"/>
                      <a:pt x="382" y="168"/>
                    </a:cubicBezTo>
                    <a:cubicBezTo>
                      <a:pt x="387" y="165"/>
                      <a:pt x="392" y="162"/>
                      <a:pt x="396" y="158"/>
                    </a:cubicBezTo>
                    <a:lnTo>
                      <a:pt x="396" y="158"/>
                    </a:lnTo>
                    <a:cubicBezTo>
                      <a:pt x="390" y="157"/>
                      <a:pt x="384" y="156"/>
                      <a:pt x="378" y="156"/>
                    </a:cubicBezTo>
                    <a:cubicBezTo>
                      <a:pt x="377" y="156"/>
                      <a:pt x="377" y="156"/>
                      <a:pt x="376" y="156"/>
                    </a:cubicBezTo>
                    <a:cubicBezTo>
                      <a:pt x="386" y="156"/>
                      <a:pt x="441" y="141"/>
                      <a:pt x="424" y="125"/>
                    </a:cubicBezTo>
                    <a:lnTo>
                      <a:pt x="424" y="125"/>
                    </a:lnTo>
                    <a:cubicBezTo>
                      <a:pt x="423" y="125"/>
                      <a:pt x="423" y="124"/>
                      <a:pt x="421" y="123"/>
                    </a:cubicBezTo>
                    <a:cubicBezTo>
                      <a:pt x="418" y="122"/>
                      <a:pt x="415" y="121"/>
                      <a:pt x="412" y="120"/>
                    </a:cubicBezTo>
                    <a:lnTo>
                      <a:pt x="450" y="109"/>
                    </a:lnTo>
                    <a:lnTo>
                      <a:pt x="450" y="109"/>
                    </a:lnTo>
                    <a:cubicBezTo>
                      <a:pt x="452" y="109"/>
                      <a:pt x="453" y="108"/>
                      <a:pt x="454" y="107"/>
                    </a:cubicBezTo>
                    <a:lnTo>
                      <a:pt x="455" y="107"/>
                    </a:lnTo>
                    <a:lnTo>
                      <a:pt x="455" y="107"/>
                    </a:lnTo>
                    <a:cubicBezTo>
                      <a:pt x="456" y="106"/>
                      <a:pt x="456" y="106"/>
                      <a:pt x="456" y="106"/>
                    </a:cubicBezTo>
                    <a:cubicBezTo>
                      <a:pt x="457" y="104"/>
                      <a:pt x="457" y="102"/>
                      <a:pt x="457" y="101"/>
                    </a:cubicBezTo>
                    <a:cubicBezTo>
                      <a:pt x="457" y="99"/>
                      <a:pt x="457" y="98"/>
                      <a:pt x="456" y="97"/>
                    </a:cubicBezTo>
                    <a:cubicBezTo>
                      <a:pt x="455" y="95"/>
                      <a:pt x="454" y="94"/>
                      <a:pt x="453" y="94"/>
                    </a:cubicBezTo>
                    <a:lnTo>
                      <a:pt x="453" y="94"/>
                    </a:lnTo>
                    <a:cubicBezTo>
                      <a:pt x="450" y="92"/>
                      <a:pt x="446" y="91"/>
                      <a:pt x="442" y="91"/>
                    </a:cubicBezTo>
                    <a:cubicBezTo>
                      <a:pt x="441" y="91"/>
                      <a:pt x="440" y="91"/>
                      <a:pt x="440" y="91"/>
                    </a:cubicBezTo>
                    <a:lnTo>
                      <a:pt x="440" y="91"/>
                    </a:lnTo>
                    <a:cubicBezTo>
                      <a:pt x="447" y="89"/>
                      <a:pt x="454" y="86"/>
                      <a:pt x="460" y="82"/>
                    </a:cubicBezTo>
                    <a:cubicBezTo>
                      <a:pt x="466" y="79"/>
                      <a:pt x="471" y="75"/>
                      <a:pt x="476" y="70"/>
                    </a:cubicBezTo>
                    <a:lnTo>
                      <a:pt x="476" y="70"/>
                    </a:lnTo>
                    <a:cubicBezTo>
                      <a:pt x="467" y="66"/>
                      <a:pt x="458" y="63"/>
                      <a:pt x="448" y="63"/>
                    </a:cubicBezTo>
                    <a:lnTo>
                      <a:pt x="448" y="63"/>
                    </a:lnTo>
                    <a:cubicBezTo>
                      <a:pt x="450" y="62"/>
                      <a:pt x="451" y="61"/>
                      <a:pt x="453" y="60"/>
                    </a:cubicBezTo>
                    <a:cubicBezTo>
                      <a:pt x="465" y="53"/>
                      <a:pt x="475" y="44"/>
                      <a:pt x="481" y="33"/>
                    </a:cubicBezTo>
                    <a:cubicBezTo>
                      <a:pt x="483" y="30"/>
                      <a:pt x="484" y="27"/>
                      <a:pt x="485" y="24"/>
                    </a:cubicBezTo>
                    <a:lnTo>
                      <a:pt x="485" y="24"/>
                    </a:lnTo>
                    <a:cubicBezTo>
                      <a:pt x="474" y="29"/>
                      <a:pt x="462" y="32"/>
                      <a:pt x="450" y="35"/>
                    </a:cubicBezTo>
                    <a:lnTo>
                      <a:pt x="450" y="35"/>
                    </a:lnTo>
                    <a:cubicBezTo>
                      <a:pt x="463" y="25"/>
                      <a:pt x="474" y="14"/>
                      <a:pt x="484" y="0"/>
                    </a:cubicBezTo>
                    <a:lnTo>
                      <a:pt x="484" y="0"/>
                    </a:lnTo>
                    <a:cubicBezTo>
                      <a:pt x="457" y="9"/>
                      <a:pt x="430" y="21"/>
                      <a:pt x="405" y="35"/>
                    </a:cubicBezTo>
                    <a:cubicBezTo>
                      <a:pt x="397" y="40"/>
                      <a:pt x="388" y="45"/>
                      <a:pt x="380" y="51"/>
                    </a:cubicBezTo>
                    <a:lnTo>
                      <a:pt x="380" y="51"/>
                    </a:lnTo>
                    <a:lnTo>
                      <a:pt x="379" y="51"/>
                    </a:lnTo>
                    <a:cubicBezTo>
                      <a:pt x="368" y="58"/>
                      <a:pt x="358" y="65"/>
                      <a:pt x="348" y="74"/>
                    </a:cubicBezTo>
                    <a:lnTo>
                      <a:pt x="348" y="74"/>
                    </a:lnTo>
                    <a:cubicBezTo>
                      <a:pt x="336" y="87"/>
                      <a:pt x="325" y="101"/>
                      <a:pt x="317" y="116"/>
                    </a:cubicBezTo>
                    <a:cubicBezTo>
                      <a:pt x="313" y="123"/>
                      <a:pt x="309" y="130"/>
                      <a:pt x="306" y="137"/>
                    </a:cubicBezTo>
                    <a:cubicBezTo>
                      <a:pt x="297" y="155"/>
                      <a:pt x="296" y="184"/>
                      <a:pt x="274" y="190"/>
                    </a:cubicBezTo>
                    <a:lnTo>
                      <a:pt x="274" y="190"/>
                    </a:lnTo>
                    <a:cubicBezTo>
                      <a:pt x="272" y="190"/>
                      <a:pt x="270" y="190"/>
                      <a:pt x="268" y="190"/>
                    </a:cubicBezTo>
                    <a:cubicBezTo>
                      <a:pt x="260" y="190"/>
                      <a:pt x="252" y="188"/>
                      <a:pt x="245" y="184"/>
                    </a:cubicBezTo>
                    <a:cubicBezTo>
                      <a:pt x="243" y="183"/>
                      <a:pt x="242" y="182"/>
                      <a:pt x="240" y="181"/>
                    </a:cubicBezTo>
                    <a:cubicBezTo>
                      <a:pt x="205" y="161"/>
                      <a:pt x="174" y="122"/>
                      <a:pt x="134" y="116"/>
                    </a:cubicBezTo>
                    <a:cubicBezTo>
                      <a:pt x="94" y="110"/>
                      <a:pt x="51" y="101"/>
                      <a:pt x="8" y="98"/>
                    </a:cubicBezTo>
                    <a:cubicBezTo>
                      <a:pt x="5" y="98"/>
                      <a:pt x="0" y="98"/>
                      <a:pt x="0" y="103"/>
                    </a:cubicBezTo>
                    <a:lnTo>
                      <a:pt x="0" y="103"/>
                    </a:lnTo>
                    <a:cubicBezTo>
                      <a:pt x="0" y="104"/>
                      <a:pt x="0" y="105"/>
                      <a:pt x="1" y="106"/>
                    </a:cubicBezTo>
                    <a:lnTo>
                      <a:pt x="1" y="106"/>
                    </a:lnTo>
                    <a:lnTo>
                      <a:pt x="1" y="106"/>
                    </a:lnTo>
                    <a:cubicBezTo>
                      <a:pt x="5" y="112"/>
                      <a:pt x="10" y="116"/>
                      <a:pt x="16" y="120"/>
                    </a:cubicBezTo>
                    <a:cubicBezTo>
                      <a:pt x="19" y="121"/>
                      <a:pt x="22" y="123"/>
                      <a:pt x="25" y="124"/>
                    </a:cubicBezTo>
                    <a:cubicBezTo>
                      <a:pt x="34" y="127"/>
                      <a:pt x="44" y="130"/>
                      <a:pt x="53" y="134"/>
                    </a:cubicBezTo>
                    <a:lnTo>
                      <a:pt x="19" y="141"/>
                    </a:lnTo>
                    <a:cubicBezTo>
                      <a:pt x="18" y="141"/>
                      <a:pt x="17" y="142"/>
                      <a:pt x="17" y="143"/>
                    </a:cubicBezTo>
                    <a:lnTo>
                      <a:pt x="17" y="143"/>
                    </a:lnTo>
                    <a:lnTo>
                      <a:pt x="17" y="143"/>
                    </a:lnTo>
                    <a:cubicBezTo>
                      <a:pt x="27" y="149"/>
                      <a:pt x="38" y="153"/>
                      <a:pt x="50" y="154"/>
                    </a:cubicBezTo>
                    <a:cubicBezTo>
                      <a:pt x="57" y="155"/>
                      <a:pt x="65" y="154"/>
                      <a:pt x="69" y="162"/>
                    </a:cubicBezTo>
                    <a:cubicBezTo>
                      <a:pt x="60" y="167"/>
                      <a:pt x="49" y="167"/>
                      <a:pt x="39" y="171"/>
                    </a:cubicBezTo>
                    <a:lnTo>
                      <a:pt x="39" y="171"/>
                    </a:lnTo>
                    <a:lnTo>
                      <a:pt x="38" y="172"/>
                    </a:lnTo>
                    <a:lnTo>
                      <a:pt x="37" y="173"/>
                    </a:lnTo>
                    <a:lnTo>
                      <a:pt x="37" y="173"/>
                    </a:lnTo>
                    <a:cubicBezTo>
                      <a:pt x="36" y="174"/>
                      <a:pt x="36" y="174"/>
                      <a:pt x="36" y="174"/>
                    </a:cubicBezTo>
                    <a:cubicBezTo>
                      <a:pt x="36" y="175"/>
                      <a:pt x="37" y="176"/>
                      <a:pt x="37" y="177"/>
                    </a:cubicBezTo>
                    <a:lnTo>
                      <a:pt x="38" y="178"/>
                    </a:lnTo>
                    <a:lnTo>
                      <a:pt x="38" y="178"/>
                    </a:lnTo>
                    <a:cubicBezTo>
                      <a:pt x="40" y="180"/>
                      <a:pt x="41" y="181"/>
                      <a:pt x="43" y="182"/>
                    </a:cubicBezTo>
                    <a:cubicBezTo>
                      <a:pt x="48" y="185"/>
                      <a:pt x="53" y="186"/>
                      <a:pt x="58" y="186"/>
                    </a:cubicBezTo>
                    <a:lnTo>
                      <a:pt x="58" y="186"/>
                    </a:lnTo>
                    <a:lnTo>
                      <a:pt x="58" y="186"/>
                    </a:lnTo>
                    <a:cubicBezTo>
                      <a:pt x="62" y="186"/>
                      <a:pt x="66" y="186"/>
                      <a:pt x="70" y="186"/>
                    </a:cubicBezTo>
                    <a:cubicBezTo>
                      <a:pt x="78" y="186"/>
                      <a:pt x="85" y="186"/>
                      <a:pt x="93" y="184"/>
                    </a:cubicBezTo>
                    <a:cubicBezTo>
                      <a:pt x="98" y="184"/>
                      <a:pt x="116" y="181"/>
                      <a:pt x="119" y="177"/>
                    </a:cubicBezTo>
                    <a:lnTo>
                      <a:pt x="100" y="206"/>
                    </a:lnTo>
                    <a:lnTo>
                      <a:pt x="100" y="206"/>
                    </a:lnTo>
                    <a:cubicBezTo>
                      <a:pt x="102" y="206"/>
                      <a:pt x="104" y="207"/>
                      <a:pt x="106" y="207"/>
                    </a:cubicBezTo>
                    <a:cubicBezTo>
                      <a:pt x="116" y="207"/>
                      <a:pt x="125" y="204"/>
                      <a:pt x="133" y="200"/>
                    </a:cubicBezTo>
                    <a:cubicBezTo>
                      <a:pt x="133" y="199"/>
                      <a:pt x="134" y="199"/>
                      <a:pt x="135" y="198"/>
                    </a:cubicBezTo>
                    <a:lnTo>
                      <a:pt x="128" y="216"/>
                    </a:lnTo>
                    <a:lnTo>
                      <a:pt x="128" y="216"/>
                    </a:lnTo>
                    <a:cubicBezTo>
                      <a:pt x="127" y="217"/>
                      <a:pt x="127" y="219"/>
                      <a:pt x="127" y="221"/>
                    </a:cubicBezTo>
                    <a:cubicBezTo>
                      <a:pt x="127" y="222"/>
                      <a:pt x="127" y="223"/>
                      <a:pt x="127" y="224"/>
                    </a:cubicBezTo>
                    <a:cubicBezTo>
                      <a:pt x="129" y="230"/>
                      <a:pt x="139" y="228"/>
                      <a:pt x="143" y="224"/>
                    </a:cubicBezTo>
                    <a:cubicBezTo>
                      <a:pt x="147" y="219"/>
                      <a:pt x="151" y="212"/>
                      <a:pt x="157" y="210"/>
                    </a:cubicBezTo>
                    <a:lnTo>
                      <a:pt x="157" y="210"/>
                    </a:lnTo>
                    <a:cubicBezTo>
                      <a:pt x="157" y="211"/>
                      <a:pt x="157" y="211"/>
                      <a:pt x="157" y="212"/>
                    </a:cubicBezTo>
                    <a:cubicBezTo>
                      <a:pt x="157" y="215"/>
                      <a:pt x="156" y="219"/>
                      <a:pt x="155" y="222"/>
                    </a:cubicBezTo>
                    <a:cubicBezTo>
                      <a:pt x="155" y="226"/>
                      <a:pt x="157" y="231"/>
                      <a:pt x="161" y="230"/>
                    </a:cubicBezTo>
                    <a:lnTo>
                      <a:pt x="161" y="230"/>
                    </a:lnTo>
                    <a:cubicBezTo>
                      <a:pt x="161" y="230"/>
                      <a:pt x="163" y="231"/>
                      <a:pt x="163" y="230"/>
                    </a:cubicBezTo>
                    <a:cubicBezTo>
                      <a:pt x="164" y="229"/>
                      <a:pt x="164" y="229"/>
                      <a:pt x="164" y="228"/>
                    </a:cubicBezTo>
                    <a:lnTo>
                      <a:pt x="182" y="214"/>
                    </a:lnTo>
                    <a:cubicBezTo>
                      <a:pt x="180" y="215"/>
                      <a:pt x="195" y="237"/>
                      <a:pt x="197" y="238"/>
                    </a:cubicBezTo>
                    <a:lnTo>
                      <a:pt x="197" y="238"/>
                    </a:lnTo>
                    <a:cubicBezTo>
                      <a:pt x="197" y="239"/>
                      <a:pt x="198" y="240"/>
                      <a:pt x="200" y="241"/>
                    </a:cubicBezTo>
                    <a:cubicBezTo>
                      <a:pt x="200" y="241"/>
                      <a:pt x="201" y="242"/>
                      <a:pt x="202" y="242"/>
                    </a:cubicBezTo>
                    <a:cubicBezTo>
                      <a:pt x="205" y="242"/>
                      <a:pt x="209" y="238"/>
                      <a:pt x="209" y="234"/>
                    </a:cubicBezTo>
                    <a:lnTo>
                      <a:pt x="209" y="234"/>
                    </a:lnTo>
                    <a:cubicBezTo>
                      <a:pt x="209" y="231"/>
                      <a:pt x="208" y="228"/>
                      <a:pt x="206" y="225"/>
                    </a:cubicBezTo>
                    <a:cubicBezTo>
                      <a:pt x="206" y="224"/>
                      <a:pt x="205" y="224"/>
                      <a:pt x="205" y="223"/>
                    </a:cubicBezTo>
                    <a:lnTo>
                      <a:pt x="205" y="223"/>
                    </a:lnTo>
                    <a:cubicBezTo>
                      <a:pt x="211" y="229"/>
                      <a:pt x="217" y="233"/>
                      <a:pt x="224" y="237"/>
                    </a:cubicBezTo>
                    <a:cubicBezTo>
                      <a:pt x="227" y="239"/>
                      <a:pt x="231" y="241"/>
                      <a:pt x="235" y="243"/>
                    </a:cubicBezTo>
                    <a:lnTo>
                      <a:pt x="235" y="243"/>
                    </a:lnTo>
                    <a:cubicBezTo>
                      <a:pt x="235" y="240"/>
                      <a:pt x="234" y="238"/>
                      <a:pt x="233" y="236"/>
                    </a:cubicBezTo>
                    <a:cubicBezTo>
                      <a:pt x="231" y="233"/>
                      <a:pt x="229" y="231"/>
                      <a:pt x="226" y="229"/>
                    </a:cubicBezTo>
                    <a:lnTo>
                      <a:pt x="248" y="241"/>
                    </a:lnTo>
                    <a:cubicBezTo>
                      <a:pt x="250" y="241"/>
                      <a:pt x="252" y="242"/>
                      <a:pt x="253" y="241"/>
                    </a:cubicBezTo>
                    <a:cubicBezTo>
                      <a:pt x="255" y="240"/>
                      <a:pt x="253" y="237"/>
                      <a:pt x="251" y="238"/>
                    </a:cubicBezTo>
                    <a:cubicBezTo>
                      <a:pt x="258" y="247"/>
                      <a:pt x="271" y="250"/>
                      <a:pt x="276" y="260"/>
                    </a:cubicBezTo>
                    <a:lnTo>
                      <a:pt x="278" y="2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"/>
              <a:buNone/>
              <a:defRPr sz="31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○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■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○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■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○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■"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7" r:id="rId3"/>
    <p:sldLayoutId id="2147483658" r:id="rId4"/>
    <p:sldLayoutId id="2147483660" r:id="rId5"/>
    <p:sldLayoutId id="2147483664" r:id="rId6"/>
    <p:sldLayoutId id="2147483669" r:id="rId7"/>
    <p:sldLayoutId id="2147483675" r:id="rId8"/>
    <p:sldLayoutId id="214748367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4"/>
          <p:cNvSpPr txBox="1">
            <a:spLocks noGrp="1"/>
          </p:cNvSpPr>
          <p:nvPr>
            <p:ph type="ctrTitle"/>
          </p:nvPr>
        </p:nvSpPr>
        <p:spPr>
          <a:xfrm>
            <a:off x="561748" y="189382"/>
            <a:ext cx="6881955" cy="25467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b="1" dirty="0"/>
              <a:t>Semantic Data Processing and Representation</a:t>
            </a:r>
            <a:br>
              <a:rPr lang="en-US" sz="2400" dirty="0"/>
            </a:br>
            <a:r>
              <a:rPr lang="en-US" sz="2400" i="1" dirty="0"/>
              <a:t>Capstone Project – </a:t>
            </a:r>
            <a:r>
              <a:rPr lang="en-US" sz="2400" i="1" dirty="0" err="1"/>
              <a:t>MigrantNav</a:t>
            </a:r>
            <a:br>
              <a:rPr lang="en-US" sz="2400" dirty="0"/>
            </a:br>
            <a:br>
              <a:rPr lang="en-US" sz="1400" b="1" i="0" dirty="0">
                <a:solidFill>
                  <a:srgbClr val="1D2125"/>
                </a:solidFill>
                <a:effectLst/>
                <a:latin typeface="-apple-system"/>
              </a:rPr>
            </a:br>
            <a:endParaRPr sz="3800" b="0" dirty="0"/>
          </a:p>
        </p:txBody>
      </p:sp>
      <p:sp>
        <p:nvSpPr>
          <p:cNvPr id="528" name="Google Shape;528;p34"/>
          <p:cNvSpPr txBox="1">
            <a:spLocks noGrp="1"/>
          </p:cNvSpPr>
          <p:nvPr>
            <p:ph type="subTitle" idx="1"/>
          </p:nvPr>
        </p:nvSpPr>
        <p:spPr>
          <a:xfrm>
            <a:off x="624212" y="2167882"/>
            <a:ext cx="4634448" cy="18984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Lecturer : Prof. </a:t>
            </a:r>
            <a:r>
              <a:rPr lang="en-IN" b="1" dirty="0" err="1"/>
              <a:t>Dr.</a:t>
            </a:r>
            <a:r>
              <a:rPr lang="en-IN" b="1" dirty="0"/>
              <a:t> Ivan </a:t>
            </a:r>
            <a:r>
              <a:rPr lang="en-IN" b="1" dirty="0" err="1"/>
              <a:t>Yamshchikov</a:t>
            </a:r>
            <a:endParaRPr lang="en-IN" b="1" dirty="0"/>
          </a:p>
          <a:p>
            <a:endParaRPr lang="en-IN" dirty="0"/>
          </a:p>
          <a:p>
            <a:r>
              <a:rPr lang="en-IN" b="1" dirty="0"/>
              <a:t>Project Team:</a:t>
            </a:r>
          </a:p>
          <a:p>
            <a:r>
              <a:rPr lang="en-IN" b="1" dirty="0"/>
              <a:t>      Bhuvana Chandra Thota</a:t>
            </a:r>
          </a:p>
          <a:p>
            <a:r>
              <a:rPr lang="en-IN" b="1" dirty="0"/>
              <a:t>      </a:t>
            </a:r>
            <a:r>
              <a:rPr lang="en-IN" b="1" dirty="0" err="1"/>
              <a:t>Shehariyar</a:t>
            </a:r>
            <a:r>
              <a:rPr lang="en-IN" b="1" dirty="0"/>
              <a:t> Firdous Shaikh</a:t>
            </a:r>
            <a:br>
              <a:rPr lang="en-IN" dirty="0"/>
            </a:br>
            <a:r>
              <a:rPr lang="en-IN" b="1" dirty="0" err="1"/>
              <a:t>Rachitha</a:t>
            </a:r>
            <a:r>
              <a:rPr lang="en-IN" b="1" dirty="0"/>
              <a:t> Chandra Bhanu</a:t>
            </a:r>
            <a:br>
              <a:rPr lang="en-IN" dirty="0"/>
            </a:br>
            <a:r>
              <a:rPr lang="en-IN" b="1" dirty="0"/>
              <a:t>Sai Surya </a:t>
            </a:r>
            <a:r>
              <a:rPr lang="en-IN" b="1" dirty="0" err="1"/>
              <a:t>Mada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529" name="Google Shape;529;p34"/>
          <p:cNvSpPr/>
          <p:nvPr/>
        </p:nvSpPr>
        <p:spPr>
          <a:xfrm>
            <a:off x="8127116" y="3945052"/>
            <a:ext cx="845306" cy="121274"/>
          </a:xfrm>
          <a:custGeom>
            <a:avLst/>
            <a:gdLst/>
            <a:ahLst/>
            <a:cxnLst/>
            <a:rect l="l" t="t" r="r" b="b"/>
            <a:pathLst>
              <a:path w="3457" h="496" extrusionOk="0">
                <a:moveTo>
                  <a:pt x="2755" y="340"/>
                </a:moveTo>
                <a:lnTo>
                  <a:pt x="2755" y="340"/>
                </a:lnTo>
                <a:cubicBezTo>
                  <a:pt x="2786" y="330"/>
                  <a:pt x="2819" y="325"/>
                  <a:pt x="2853" y="325"/>
                </a:cubicBezTo>
                <a:cubicBezTo>
                  <a:pt x="2853" y="325"/>
                  <a:pt x="2854" y="325"/>
                  <a:pt x="2855" y="325"/>
                </a:cubicBezTo>
                <a:cubicBezTo>
                  <a:pt x="2886" y="327"/>
                  <a:pt x="2913" y="345"/>
                  <a:pt x="2941" y="357"/>
                </a:cubicBezTo>
                <a:lnTo>
                  <a:pt x="2941" y="357"/>
                </a:lnTo>
                <a:cubicBezTo>
                  <a:pt x="2994" y="379"/>
                  <a:pt x="3050" y="394"/>
                  <a:pt x="3107" y="401"/>
                </a:cubicBezTo>
                <a:cubicBezTo>
                  <a:pt x="3221" y="422"/>
                  <a:pt x="3348" y="431"/>
                  <a:pt x="3457" y="473"/>
                </a:cubicBezTo>
                <a:cubicBezTo>
                  <a:pt x="2708" y="489"/>
                  <a:pt x="1968" y="477"/>
                  <a:pt x="1221" y="493"/>
                </a:cubicBezTo>
                <a:cubicBezTo>
                  <a:pt x="814" y="502"/>
                  <a:pt x="405" y="491"/>
                  <a:pt x="0" y="464"/>
                </a:cubicBezTo>
                <a:cubicBezTo>
                  <a:pt x="211" y="411"/>
                  <a:pt x="416" y="375"/>
                  <a:pt x="628" y="334"/>
                </a:cubicBezTo>
                <a:lnTo>
                  <a:pt x="628" y="334"/>
                </a:lnTo>
                <a:cubicBezTo>
                  <a:pt x="646" y="332"/>
                  <a:pt x="663" y="326"/>
                  <a:pt x="679" y="317"/>
                </a:cubicBezTo>
                <a:cubicBezTo>
                  <a:pt x="682" y="315"/>
                  <a:pt x="684" y="314"/>
                  <a:pt x="687" y="313"/>
                </a:cubicBezTo>
                <a:lnTo>
                  <a:pt x="687" y="313"/>
                </a:lnTo>
                <a:cubicBezTo>
                  <a:pt x="702" y="297"/>
                  <a:pt x="715" y="280"/>
                  <a:pt x="726" y="262"/>
                </a:cubicBezTo>
                <a:lnTo>
                  <a:pt x="726" y="262"/>
                </a:lnTo>
                <a:cubicBezTo>
                  <a:pt x="736" y="249"/>
                  <a:pt x="750" y="239"/>
                  <a:pt x="763" y="231"/>
                </a:cubicBezTo>
                <a:cubicBezTo>
                  <a:pt x="784" y="219"/>
                  <a:pt x="806" y="213"/>
                  <a:pt x="829" y="213"/>
                </a:cubicBezTo>
                <a:cubicBezTo>
                  <a:pt x="845" y="213"/>
                  <a:pt x="862" y="216"/>
                  <a:pt x="877" y="221"/>
                </a:cubicBezTo>
                <a:lnTo>
                  <a:pt x="877" y="221"/>
                </a:lnTo>
                <a:cubicBezTo>
                  <a:pt x="924" y="169"/>
                  <a:pt x="979" y="124"/>
                  <a:pt x="1039" y="90"/>
                </a:cubicBezTo>
                <a:cubicBezTo>
                  <a:pt x="1141" y="30"/>
                  <a:pt x="1257" y="0"/>
                  <a:pt x="1375" y="0"/>
                </a:cubicBezTo>
                <a:cubicBezTo>
                  <a:pt x="1390" y="0"/>
                  <a:pt x="1406" y="1"/>
                  <a:pt x="1421" y="2"/>
                </a:cubicBezTo>
                <a:cubicBezTo>
                  <a:pt x="1560" y="12"/>
                  <a:pt x="1709" y="84"/>
                  <a:pt x="1747" y="218"/>
                </a:cubicBezTo>
                <a:lnTo>
                  <a:pt x="1747" y="218"/>
                </a:lnTo>
                <a:cubicBezTo>
                  <a:pt x="1794" y="205"/>
                  <a:pt x="1842" y="199"/>
                  <a:pt x="1891" y="199"/>
                </a:cubicBezTo>
                <a:cubicBezTo>
                  <a:pt x="1952" y="199"/>
                  <a:pt x="2012" y="209"/>
                  <a:pt x="2069" y="229"/>
                </a:cubicBezTo>
                <a:lnTo>
                  <a:pt x="2069" y="229"/>
                </a:lnTo>
                <a:cubicBezTo>
                  <a:pt x="2104" y="244"/>
                  <a:pt x="2140" y="255"/>
                  <a:pt x="2177" y="264"/>
                </a:cubicBezTo>
                <a:cubicBezTo>
                  <a:pt x="2309" y="284"/>
                  <a:pt x="2410" y="218"/>
                  <a:pt x="2544" y="270"/>
                </a:cubicBezTo>
                <a:cubicBezTo>
                  <a:pt x="2588" y="288"/>
                  <a:pt x="2631" y="332"/>
                  <a:pt x="2677" y="342"/>
                </a:cubicBezTo>
                <a:lnTo>
                  <a:pt x="2677" y="342"/>
                </a:lnTo>
                <a:cubicBezTo>
                  <a:pt x="2688" y="344"/>
                  <a:pt x="2699" y="345"/>
                  <a:pt x="2710" y="345"/>
                </a:cubicBezTo>
                <a:cubicBezTo>
                  <a:pt x="2725" y="345"/>
                  <a:pt x="2740" y="343"/>
                  <a:pt x="2755" y="34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4"/>
          <p:cNvSpPr/>
          <p:nvPr/>
        </p:nvSpPr>
        <p:spPr>
          <a:xfrm>
            <a:off x="0" y="4782717"/>
            <a:ext cx="2154412" cy="366600"/>
          </a:xfrm>
          <a:custGeom>
            <a:avLst/>
            <a:gdLst/>
            <a:ahLst/>
            <a:cxnLst/>
            <a:rect l="l" t="t" r="r" b="b"/>
            <a:pathLst>
              <a:path w="3291" h="560" extrusionOk="0">
                <a:moveTo>
                  <a:pt x="3025" y="557"/>
                </a:moveTo>
                <a:cubicBezTo>
                  <a:pt x="3102" y="557"/>
                  <a:pt x="3192" y="570"/>
                  <a:pt x="3265" y="543"/>
                </a:cubicBezTo>
                <a:lnTo>
                  <a:pt x="3265" y="543"/>
                </a:lnTo>
                <a:cubicBezTo>
                  <a:pt x="3269" y="542"/>
                  <a:pt x="3271" y="541"/>
                  <a:pt x="3275" y="539"/>
                </a:cubicBezTo>
                <a:cubicBezTo>
                  <a:pt x="3278" y="537"/>
                  <a:pt x="3283" y="534"/>
                  <a:pt x="3286" y="531"/>
                </a:cubicBezTo>
                <a:lnTo>
                  <a:pt x="3286" y="531"/>
                </a:lnTo>
                <a:cubicBezTo>
                  <a:pt x="3287" y="530"/>
                  <a:pt x="3288" y="528"/>
                  <a:pt x="3289" y="527"/>
                </a:cubicBezTo>
                <a:cubicBezTo>
                  <a:pt x="3290" y="524"/>
                  <a:pt x="3291" y="521"/>
                  <a:pt x="3291" y="517"/>
                </a:cubicBezTo>
                <a:cubicBezTo>
                  <a:pt x="3291" y="514"/>
                  <a:pt x="3290" y="511"/>
                  <a:pt x="3289" y="508"/>
                </a:cubicBezTo>
                <a:lnTo>
                  <a:pt x="3289" y="508"/>
                </a:lnTo>
                <a:cubicBezTo>
                  <a:pt x="3287" y="505"/>
                  <a:pt x="3284" y="503"/>
                  <a:pt x="3281" y="501"/>
                </a:cubicBezTo>
                <a:cubicBezTo>
                  <a:pt x="3278" y="500"/>
                  <a:pt x="3275" y="498"/>
                  <a:pt x="3273" y="498"/>
                </a:cubicBezTo>
                <a:lnTo>
                  <a:pt x="3190" y="469"/>
                </a:lnTo>
                <a:lnTo>
                  <a:pt x="3190" y="469"/>
                </a:lnTo>
                <a:cubicBezTo>
                  <a:pt x="3202" y="466"/>
                  <a:pt x="3214" y="461"/>
                  <a:pt x="3226" y="454"/>
                </a:cubicBezTo>
                <a:cubicBezTo>
                  <a:pt x="3238" y="447"/>
                  <a:pt x="3251" y="437"/>
                  <a:pt x="3261" y="426"/>
                </a:cubicBezTo>
                <a:lnTo>
                  <a:pt x="3261" y="426"/>
                </a:lnTo>
                <a:cubicBezTo>
                  <a:pt x="3248" y="421"/>
                  <a:pt x="3234" y="418"/>
                  <a:pt x="3221" y="418"/>
                </a:cubicBezTo>
                <a:cubicBezTo>
                  <a:pt x="3207" y="418"/>
                  <a:pt x="3195" y="421"/>
                  <a:pt x="3182" y="426"/>
                </a:cubicBezTo>
                <a:lnTo>
                  <a:pt x="3182" y="426"/>
                </a:lnTo>
                <a:cubicBezTo>
                  <a:pt x="3184" y="425"/>
                  <a:pt x="3185" y="424"/>
                  <a:pt x="3187" y="423"/>
                </a:cubicBezTo>
                <a:cubicBezTo>
                  <a:pt x="3198" y="417"/>
                  <a:pt x="3207" y="408"/>
                  <a:pt x="3213" y="397"/>
                </a:cubicBezTo>
                <a:lnTo>
                  <a:pt x="3213" y="397"/>
                </a:lnTo>
                <a:cubicBezTo>
                  <a:pt x="3219" y="383"/>
                  <a:pt x="3213" y="364"/>
                  <a:pt x="3198" y="362"/>
                </a:cubicBezTo>
                <a:cubicBezTo>
                  <a:pt x="3187" y="360"/>
                  <a:pt x="3178" y="369"/>
                  <a:pt x="3170" y="377"/>
                </a:cubicBezTo>
                <a:cubicBezTo>
                  <a:pt x="3153" y="394"/>
                  <a:pt x="3127" y="425"/>
                  <a:pt x="3099" y="418"/>
                </a:cubicBezTo>
                <a:lnTo>
                  <a:pt x="3099" y="418"/>
                </a:lnTo>
                <a:cubicBezTo>
                  <a:pt x="3106" y="388"/>
                  <a:pt x="3116" y="358"/>
                  <a:pt x="3130" y="331"/>
                </a:cubicBezTo>
                <a:lnTo>
                  <a:pt x="3130" y="331"/>
                </a:lnTo>
                <a:cubicBezTo>
                  <a:pt x="3121" y="329"/>
                  <a:pt x="3112" y="328"/>
                  <a:pt x="3103" y="328"/>
                </a:cubicBezTo>
                <a:cubicBezTo>
                  <a:pt x="3087" y="328"/>
                  <a:pt x="3070" y="331"/>
                  <a:pt x="3055" y="335"/>
                </a:cubicBezTo>
                <a:lnTo>
                  <a:pt x="3055" y="335"/>
                </a:lnTo>
                <a:cubicBezTo>
                  <a:pt x="3078" y="320"/>
                  <a:pt x="3098" y="302"/>
                  <a:pt x="3116" y="281"/>
                </a:cubicBezTo>
                <a:cubicBezTo>
                  <a:pt x="3125" y="270"/>
                  <a:pt x="3132" y="251"/>
                  <a:pt x="3120" y="243"/>
                </a:cubicBezTo>
                <a:lnTo>
                  <a:pt x="3120" y="243"/>
                </a:lnTo>
                <a:cubicBezTo>
                  <a:pt x="3117" y="241"/>
                  <a:pt x="3113" y="240"/>
                  <a:pt x="3109" y="240"/>
                </a:cubicBezTo>
                <a:cubicBezTo>
                  <a:pt x="3107" y="240"/>
                  <a:pt x="3105" y="241"/>
                  <a:pt x="3103" y="241"/>
                </a:cubicBezTo>
                <a:lnTo>
                  <a:pt x="3103" y="241"/>
                </a:lnTo>
                <a:cubicBezTo>
                  <a:pt x="3072" y="246"/>
                  <a:pt x="3041" y="256"/>
                  <a:pt x="3014" y="272"/>
                </a:cubicBezTo>
                <a:lnTo>
                  <a:pt x="3014" y="272"/>
                </a:lnTo>
                <a:cubicBezTo>
                  <a:pt x="3027" y="265"/>
                  <a:pt x="3037" y="254"/>
                  <a:pt x="3045" y="242"/>
                </a:cubicBezTo>
                <a:lnTo>
                  <a:pt x="3045" y="242"/>
                </a:lnTo>
                <a:lnTo>
                  <a:pt x="3045" y="241"/>
                </a:lnTo>
                <a:cubicBezTo>
                  <a:pt x="3048" y="237"/>
                  <a:pt x="3050" y="231"/>
                  <a:pt x="3050" y="225"/>
                </a:cubicBezTo>
                <a:cubicBezTo>
                  <a:pt x="3050" y="220"/>
                  <a:pt x="3047" y="214"/>
                  <a:pt x="3045" y="209"/>
                </a:cubicBezTo>
                <a:cubicBezTo>
                  <a:pt x="3043" y="207"/>
                  <a:pt x="3042" y="204"/>
                  <a:pt x="3040" y="202"/>
                </a:cubicBezTo>
                <a:lnTo>
                  <a:pt x="3040" y="202"/>
                </a:lnTo>
                <a:cubicBezTo>
                  <a:pt x="3039" y="202"/>
                  <a:pt x="3037" y="202"/>
                  <a:pt x="3037" y="201"/>
                </a:cubicBezTo>
                <a:cubicBezTo>
                  <a:pt x="3032" y="198"/>
                  <a:pt x="3028" y="197"/>
                  <a:pt x="3023" y="196"/>
                </a:cubicBezTo>
                <a:lnTo>
                  <a:pt x="3023" y="196"/>
                </a:lnTo>
                <a:cubicBezTo>
                  <a:pt x="3022" y="196"/>
                  <a:pt x="3021" y="196"/>
                  <a:pt x="3020" y="196"/>
                </a:cubicBezTo>
                <a:cubicBezTo>
                  <a:pt x="3006" y="196"/>
                  <a:pt x="2993" y="200"/>
                  <a:pt x="2981" y="207"/>
                </a:cubicBezTo>
                <a:cubicBezTo>
                  <a:pt x="2972" y="212"/>
                  <a:pt x="2964" y="219"/>
                  <a:pt x="2958" y="228"/>
                </a:cubicBezTo>
                <a:lnTo>
                  <a:pt x="2958" y="228"/>
                </a:lnTo>
                <a:cubicBezTo>
                  <a:pt x="2953" y="234"/>
                  <a:pt x="2948" y="241"/>
                  <a:pt x="2945" y="247"/>
                </a:cubicBezTo>
                <a:cubicBezTo>
                  <a:pt x="2935" y="262"/>
                  <a:pt x="2929" y="279"/>
                  <a:pt x="2924" y="295"/>
                </a:cubicBezTo>
                <a:lnTo>
                  <a:pt x="2924" y="295"/>
                </a:lnTo>
                <a:cubicBezTo>
                  <a:pt x="2915" y="273"/>
                  <a:pt x="2910" y="249"/>
                  <a:pt x="2910" y="224"/>
                </a:cubicBezTo>
                <a:cubicBezTo>
                  <a:pt x="2910" y="216"/>
                  <a:pt x="2911" y="209"/>
                  <a:pt x="2912" y="201"/>
                </a:cubicBezTo>
                <a:lnTo>
                  <a:pt x="2846" y="328"/>
                </a:lnTo>
                <a:lnTo>
                  <a:pt x="2846" y="328"/>
                </a:lnTo>
                <a:cubicBezTo>
                  <a:pt x="2845" y="330"/>
                  <a:pt x="2843" y="331"/>
                  <a:pt x="2843" y="333"/>
                </a:cubicBezTo>
                <a:cubicBezTo>
                  <a:pt x="2840" y="338"/>
                  <a:pt x="2837" y="342"/>
                  <a:pt x="2832" y="345"/>
                </a:cubicBezTo>
                <a:cubicBezTo>
                  <a:pt x="2817" y="352"/>
                  <a:pt x="2800" y="336"/>
                  <a:pt x="2801" y="320"/>
                </a:cubicBezTo>
                <a:lnTo>
                  <a:pt x="2801" y="320"/>
                </a:lnTo>
                <a:cubicBezTo>
                  <a:pt x="2802" y="310"/>
                  <a:pt x="2805" y="302"/>
                  <a:pt x="2810" y="294"/>
                </a:cubicBezTo>
                <a:cubicBezTo>
                  <a:pt x="2813" y="288"/>
                  <a:pt x="2818" y="282"/>
                  <a:pt x="2823" y="277"/>
                </a:cubicBezTo>
                <a:lnTo>
                  <a:pt x="2870" y="221"/>
                </a:lnTo>
                <a:lnTo>
                  <a:pt x="2870" y="221"/>
                </a:lnTo>
                <a:cubicBezTo>
                  <a:pt x="2861" y="217"/>
                  <a:pt x="2851" y="214"/>
                  <a:pt x="2840" y="214"/>
                </a:cubicBezTo>
                <a:cubicBezTo>
                  <a:pt x="2828" y="214"/>
                  <a:pt x="2817" y="217"/>
                  <a:pt x="2807" y="223"/>
                </a:cubicBezTo>
                <a:cubicBezTo>
                  <a:pt x="2802" y="226"/>
                  <a:pt x="2799" y="228"/>
                  <a:pt x="2795" y="232"/>
                </a:cubicBezTo>
                <a:lnTo>
                  <a:pt x="2795" y="232"/>
                </a:lnTo>
                <a:cubicBezTo>
                  <a:pt x="2800" y="230"/>
                  <a:pt x="2805" y="228"/>
                  <a:pt x="2810" y="225"/>
                </a:cubicBezTo>
                <a:cubicBezTo>
                  <a:pt x="2820" y="219"/>
                  <a:pt x="2829" y="210"/>
                  <a:pt x="2836" y="199"/>
                </a:cubicBezTo>
                <a:cubicBezTo>
                  <a:pt x="2841" y="189"/>
                  <a:pt x="2845" y="177"/>
                  <a:pt x="2845" y="165"/>
                </a:cubicBezTo>
                <a:lnTo>
                  <a:pt x="2845" y="165"/>
                </a:lnTo>
                <a:lnTo>
                  <a:pt x="2845" y="164"/>
                </a:lnTo>
                <a:cubicBezTo>
                  <a:pt x="2845" y="158"/>
                  <a:pt x="2844" y="152"/>
                  <a:pt x="2841" y="147"/>
                </a:cubicBezTo>
                <a:cubicBezTo>
                  <a:pt x="2840" y="146"/>
                  <a:pt x="2839" y="144"/>
                  <a:pt x="2839" y="143"/>
                </a:cubicBezTo>
                <a:cubicBezTo>
                  <a:pt x="2825" y="127"/>
                  <a:pt x="2798" y="137"/>
                  <a:pt x="2782" y="150"/>
                </a:cubicBezTo>
                <a:lnTo>
                  <a:pt x="2782" y="150"/>
                </a:lnTo>
                <a:cubicBezTo>
                  <a:pt x="2767" y="163"/>
                  <a:pt x="2754" y="178"/>
                  <a:pt x="2745" y="195"/>
                </a:cubicBezTo>
                <a:cubicBezTo>
                  <a:pt x="2738" y="206"/>
                  <a:pt x="2733" y="218"/>
                  <a:pt x="2730" y="230"/>
                </a:cubicBezTo>
                <a:lnTo>
                  <a:pt x="2730" y="230"/>
                </a:lnTo>
                <a:cubicBezTo>
                  <a:pt x="2733" y="219"/>
                  <a:pt x="2734" y="208"/>
                  <a:pt x="2734" y="197"/>
                </a:cubicBezTo>
                <a:cubicBezTo>
                  <a:pt x="2734" y="178"/>
                  <a:pt x="2730" y="159"/>
                  <a:pt x="2720" y="142"/>
                </a:cubicBezTo>
                <a:lnTo>
                  <a:pt x="2720" y="142"/>
                </a:lnTo>
                <a:cubicBezTo>
                  <a:pt x="2689" y="197"/>
                  <a:pt x="2662" y="254"/>
                  <a:pt x="2638" y="313"/>
                </a:cubicBezTo>
                <a:cubicBezTo>
                  <a:pt x="2653" y="295"/>
                  <a:pt x="2636" y="263"/>
                  <a:pt x="2612" y="261"/>
                </a:cubicBezTo>
                <a:lnTo>
                  <a:pt x="2612" y="261"/>
                </a:lnTo>
                <a:cubicBezTo>
                  <a:pt x="2605" y="262"/>
                  <a:pt x="2596" y="264"/>
                  <a:pt x="2591" y="267"/>
                </a:cubicBezTo>
                <a:cubicBezTo>
                  <a:pt x="2583" y="272"/>
                  <a:pt x="2577" y="277"/>
                  <a:pt x="2574" y="284"/>
                </a:cubicBezTo>
                <a:cubicBezTo>
                  <a:pt x="2570" y="290"/>
                  <a:pt x="2568" y="297"/>
                  <a:pt x="2568" y="304"/>
                </a:cubicBezTo>
                <a:cubicBezTo>
                  <a:pt x="2563" y="285"/>
                  <a:pt x="2559" y="265"/>
                  <a:pt x="2552" y="246"/>
                </a:cubicBezTo>
                <a:cubicBezTo>
                  <a:pt x="2523" y="298"/>
                  <a:pt x="2449" y="327"/>
                  <a:pt x="2390" y="329"/>
                </a:cubicBezTo>
                <a:cubicBezTo>
                  <a:pt x="2395" y="311"/>
                  <a:pt x="2404" y="294"/>
                  <a:pt x="2409" y="276"/>
                </a:cubicBezTo>
                <a:lnTo>
                  <a:pt x="2409" y="276"/>
                </a:lnTo>
                <a:cubicBezTo>
                  <a:pt x="2405" y="275"/>
                  <a:pt x="2401" y="275"/>
                  <a:pt x="2398" y="275"/>
                </a:cubicBezTo>
                <a:cubicBezTo>
                  <a:pt x="2384" y="275"/>
                  <a:pt x="2370" y="279"/>
                  <a:pt x="2360" y="285"/>
                </a:cubicBezTo>
                <a:cubicBezTo>
                  <a:pt x="2355" y="288"/>
                  <a:pt x="2352" y="290"/>
                  <a:pt x="2348" y="294"/>
                </a:cubicBezTo>
                <a:lnTo>
                  <a:pt x="2348" y="294"/>
                </a:lnTo>
                <a:cubicBezTo>
                  <a:pt x="2361" y="286"/>
                  <a:pt x="2371" y="275"/>
                  <a:pt x="2380" y="261"/>
                </a:cubicBezTo>
                <a:cubicBezTo>
                  <a:pt x="2387" y="248"/>
                  <a:pt x="2392" y="232"/>
                  <a:pt x="2392" y="216"/>
                </a:cubicBezTo>
                <a:lnTo>
                  <a:pt x="2392" y="215"/>
                </a:lnTo>
                <a:lnTo>
                  <a:pt x="2392" y="215"/>
                </a:lnTo>
                <a:cubicBezTo>
                  <a:pt x="2392" y="215"/>
                  <a:pt x="2392" y="214"/>
                  <a:pt x="2392" y="213"/>
                </a:cubicBezTo>
                <a:cubicBezTo>
                  <a:pt x="2392" y="208"/>
                  <a:pt x="2391" y="204"/>
                  <a:pt x="2389" y="200"/>
                </a:cubicBezTo>
                <a:cubicBezTo>
                  <a:pt x="2387" y="197"/>
                  <a:pt x="2384" y="194"/>
                  <a:pt x="2382" y="192"/>
                </a:cubicBezTo>
                <a:lnTo>
                  <a:pt x="2382" y="192"/>
                </a:lnTo>
                <a:cubicBezTo>
                  <a:pt x="2379" y="191"/>
                  <a:pt x="2376" y="191"/>
                  <a:pt x="2373" y="191"/>
                </a:cubicBezTo>
                <a:cubicBezTo>
                  <a:pt x="2368" y="191"/>
                  <a:pt x="2362" y="192"/>
                  <a:pt x="2359" y="194"/>
                </a:cubicBezTo>
                <a:cubicBezTo>
                  <a:pt x="2356" y="196"/>
                  <a:pt x="2355" y="197"/>
                  <a:pt x="2353" y="199"/>
                </a:cubicBezTo>
                <a:lnTo>
                  <a:pt x="2353" y="199"/>
                </a:lnTo>
                <a:cubicBezTo>
                  <a:pt x="2337" y="211"/>
                  <a:pt x="2322" y="227"/>
                  <a:pt x="2313" y="244"/>
                </a:cubicBezTo>
                <a:cubicBezTo>
                  <a:pt x="2299" y="267"/>
                  <a:pt x="2293" y="293"/>
                  <a:pt x="2292" y="319"/>
                </a:cubicBezTo>
                <a:lnTo>
                  <a:pt x="2292" y="319"/>
                </a:lnTo>
                <a:cubicBezTo>
                  <a:pt x="2283" y="297"/>
                  <a:pt x="2272" y="276"/>
                  <a:pt x="2260" y="256"/>
                </a:cubicBezTo>
                <a:cubicBezTo>
                  <a:pt x="2252" y="242"/>
                  <a:pt x="2244" y="229"/>
                  <a:pt x="2235" y="215"/>
                </a:cubicBezTo>
                <a:lnTo>
                  <a:pt x="2235" y="215"/>
                </a:lnTo>
                <a:cubicBezTo>
                  <a:pt x="2223" y="241"/>
                  <a:pt x="2216" y="268"/>
                  <a:pt x="2214" y="296"/>
                </a:cubicBezTo>
                <a:lnTo>
                  <a:pt x="2214" y="296"/>
                </a:lnTo>
                <a:cubicBezTo>
                  <a:pt x="2213" y="312"/>
                  <a:pt x="2208" y="329"/>
                  <a:pt x="2200" y="344"/>
                </a:cubicBezTo>
                <a:cubicBezTo>
                  <a:pt x="2194" y="353"/>
                  <a:pt x="2187" y="362"/>
                  <a:pt x="2179" y="369"/>
                </a:cubicBezTo>
                <a:cubicBezTo>
                  <a:pt x="2158" y="387"/>
                  <a:pt x="2119" y="384"/>
                  <a:pt x="2109" y="358"/>
                </a:cubicBezTo>
                <a:cubicBezTo>
                  <a:pt x="2106" y="349"/>
                  <a:pt x="2106" y="339"/>
                  <a:pt x="2102" y="330"/>
                </a:cubicBezTo>
                <a:lnTo>
                  <a:pt x="2102" y="330"/>
                </a:lnTo>
                <a:lnTo>
                  <a:pt x="2101" y="329"/>
                </a:lnTo>
                <a:cubicBezTo>
                  <a:pt x="2097" y="322"/>
                  <a:pt x="2091" y="317"/>
                  <a:pt x="2084" y="312"/>
                </a:cubicBezTo>
                <a:cubicBezTo>
                  <a:pt x="2076" y="308"/>
                  <a:pt x="2068" y="305"/>
                  <a:pt x="2060" y="305"/>
                </a:cubicBezTo>
                <a:cubicBezTo>
                  <a:pt x="2055" y="305"/>
                  <a:pt x="2050" y="306"/>
                  <a:pt x="2045" y="307"/>
                </a:cubicBezTo>
                <a:lnTo>
                  <a:pt x="2045" y="307"/>
                </a:lnTo>
                <a:cubicBezTo>
                  <a:pt x="2037" y="310"/>
                  <a:pt x="2028" y="314"/>
                  <a:pt x="2020" y="319"/>
                </a:cubicBezTo>
                <a:cubicBezTo>
                  <a:pt x="2009" y="325"/>
                  <a:pt x="1999" y="333"/>
                  <a:pt x="1990" y="342"/>
                </a:cubicBezTo>
                <a:lnTo>
                  <a:pt x="2003" y="261"/>
                </a:lnTo>
                <a:lnTo>
                  <a:pt x="2003" y="261"/>
                </a:lnTo>
                <a:cubicBezTo>
                  <a:pt x="2004" y="259"/>
                  <a:pt x="2004" y="258"/>
                  <a:pt x="2004" y="256"/>
                </a:cubicBezTo>
                <a:cubicBezTo>
                  <a:pt x="2004" y="253"/>
                  <a:pt x="2003" y="250"/>
                  <a:pt x="2002" y="248"/>
                </a:cubicBezTo>
                <a:cubicBezTo>
                  <a:pt x="1998" y="242"/>
                  <a:pt x="1991" y="242"/>
                  <a:pt x="1984" y="243"/>
                </a:cubicBezTo>
                <a:lnTo>
                  <a:pt x="1929" y="249"/>
                </a:lnTo>
                <a:cubicBezTo>
                  <a:pt x="1934" y="224"/>
                  <a:pt x="1960" y="211"/>
                  <a:pt x="1976" y="191"/>
                </a:cubicBezTo>
                <a:cubicBezTo>
                  <a:pt x="1992" y="172"/>
                  <a:pt x="1992" y="132"/>
                  <a:pt x="1967" y="130"/>
                </a:cubicBezTo>
                <a:cubicBezTo>
                  <a:pt x="1952" y="129"/>
                  <a:pt x="1933" y="142"/>
                  <a:pt x="1925" y="130"/>
                </a:cubicBezTo>
                <a:lnTo>
                  <a:pt x="1925" y="130"/>
                </a:lnTo>
                <a:cubicBezTo>
                  <a:pt x="1934" y="123"/>
                  <a:pt x="1941" y="115"/>
                  <a:pt x="1948" y="104"/>
                </a:cubicBezTo>
                <a:cubicBezTo>
                  <a:pt x="1949" y="101"/>
                  <a:pt x="1952" y="97"/>
                  <a:pt x="1954" y="93"/>
                </a:cubicBezTo>
                <a:lnTo>
                  <a:pt x="1954" y="93"/>
                </a:lnTo>
                <a:cubicBezTo>
                  <a:pt x="1955" y="90"/>
                  <a:pt x="1955" y="87"/>
                  <a:pt x="1955" y="84"/>
                </a:cubicBezTo>
                <a:cubicBezTo>
                  <a:pt x="1955" y="79"/>
                  <a:pt x="1953" y="73"/>
                  <a:pt x="1951" y="69"/>
                </a:cubicBezTo>
                <a:cubicBezTo>
                  <a:pt x="1948" y="65"/>
                  <a:pt x="1945" y="61"/>
                  <a:pt x="1940" y="58"/>
                </a:cubicBezTo>
                <a:cubicBezTo>
                  <a:pt x="1938" y="57"/>
                  <a:pt x="1936" y="56"/>
                  <a:pt x="1934" y="56"/>
                </a:cubicBezTo>
                <a:lnTo>
                  <a:pt x="1934" y="56"/>
                </a:lnTo>
                <a:cubicBezTo>
                  <a:pt x="1933" y="56"/>
                  <a:pt x="1932" y="56"/>
                  <a:pt x="1932" y="56"/>
                </a:cubicBezTo>
                <a:cubicBezTo>
                  <a:pt x="1925" y="56"/>
                  <a:pt x="1919" y="57"/>
                  <a:pt x="1914" y="60"/>
                </a:cubicBezTo>
                <a:cubicBezTo>
                  <a:pt x="1843" y="91"/>
                  <a:pt x="1804" y="168"/>
                  <a:pt x="1782" y="242"/>
                </a:cubicBezTo>
                <a:lnTo>
                  <a:pt x="1782" y="242"/>
                </a:lnTo>
                <a:cubicBezTo>
                  <a:pt x="1781" y="207"/>
                  <a:pt x="1771" y="173"/>
                  <a:pt x="1754" y="143"/>
                </a:cubicBezTo>
                <a:cubicBezTo>
                  <a:pt x="1752" y="140"/>
                  <a:pt x="1750" y="138"/>
                  <a:pt x="1749" y="135"/>
                </a:cubicBezTo>
                <a:lnTo>
                  <a:pt x="1749" y="135"/>
                </a:lnTo>
                <a:cubicBezTo>
                  <a:pt x="1741" y="144"/>
                  <a:pt x="1733" y="155"/>
                  <a:pt x="1728" y="165"/>
                </a:cubicBezTo>
                <a:cubicBezTo>
                  <a:pt x="1706" y="201"/>
                  <a:pt x="1696" y="242"/>
                  <a:pt x="1696" y="284"/>
                </a:cubicBezTo>
                <a:lnTo>
                  <a:pt x="1696" y="284"/>
                </a:lnTo>
                <a:lnTo>
                  <a:pt x="1668" y="203"/>
                </a:lnTo>
                <a:lnTo>
                  <a:pt x="1668" y="203"/>
                </a:lnTo>
                <a:cubicBezTo>
                  <a:pt x="1667" y="227"/>
                  <a:pt x="1660" y="250"/>
                  <a:pt x="1649" y="270"/>
                </a:cubicBezTo>
                <a:cubicBezTo>
                  <a:pt x="1643" y="279"/>
                  <a:pt x="1638" y="287"/>
                  <a:pt x="1631" y="295"/>
                </a:cubicBezTo>
                <a:lnTo>
                  <a:pt x="1631" y="295"/>
                </a:lnTo>
                <a:cubicBezTo>
                  <a:pt x="1628" y="286"/>
                  <a:pt x="1626" y="277"/>
                  <a:pt x="1626" y="268"/>
                </a:cubicBezTo>
                <a:cubicBezTo>
                  <a:pt x="1626" y="255"/>
                  <a:pt x="1629" y="242"/>
                  <a:pt x="1636" y="231"/>
                </a:cubicBezTo>
                <a:cubicBezTo>
                  <a:pt x="1640" y="224"/>
                  <a:pt x="1645" y="218"/>
                  <a:pt x="1651" y="213"/>
                </a:cubicBezTo>
                <a:lnTo>
                  <a:pt x="1651" y="213"/>
                </a:lnTo>
                <a:cubicBezTo>
                  <a:pt x="1642" y="210"/>
                  <a:pt x="1633" y="208"/>
                  <a:pt x="1624" y="208"/>
                </a:cubicBezTo>
                <a:cubicBezTo>
                  <a:pt x="1612" y="208"/>
                  <a:pt x="1600" y="211"/>
                  <a:pt x="1589" y="217"/>
                </a:cubicBezTo>
                <a:cubicBezTo>
                  <a:pt x="1588" y="218"/>
                  <a:pt x="1587" y="218"/>
                  <a:pt x="1586" y="219"/>
                </a:cubicBezTo>
                <a:lnTo>
                  <a:pt x="1586" y="219"/>
                </a:lnTo>
                <a:cubicBezTo>
                  <a:pt x="1594" y="210"/>
                  <a:pt x="1600" y="200"/>
                  <a:pt x="1606" y="190"/>
                </a:cubicBezTo>
                <a:cubicBezTo>
                  <a:pt x="1613" y="178"/>
                  <a:pt x="1619" y="164"/>
                  <a:pt x="1624" y="151"/>
                </a:cubicBezTo>
                <a:lnTo>
                  <a:pt x="1624" y="151"/>
                </a:lnTo>
                <a:cubicBezTo>
                  <a:pt x="1626" y="147"/>
                  <a:pt x="1626" y="143"/>
                  <a:pt x="1626" y="139"/>
                </a:cubicBezTo>
                <a:cubicBezTo>
                  <a:pt x="1626" y="138"/>
                  <a:pt x="1626" y="136"/>
                  <a:pt x="1626" y="135"/>
                </a:cubicBezTo>
                <a:cubicBezTo>
                  <a:pt x="1623" y="123"/>
                  <a:pt x="1606" y="119"/>
                  <a:pt x="1595" y="126"/>
                </a:cubicBezTo>
                <a:lnTo>
                  <a:pt x="1595" y="126"/>
                </a:lnTo>
                <a:cubicBezTo>
                  <a:pt x="1589" y="131"/>
                  <a:pt x="1582" y="137"/>
                  <a:pt x="1579" y="144"/>
                </a:cubicBezTo>
                <a:cubicBezTo>
                  <a:pt x="1576" y="148"/>
                  <a:pt x="1575" y="152"/>
                  <a:pt x="1574" y="156"/>
                </a:cubicBezTo>
                <a:lnTo>
                  <a:pt x="1574" y="156"/>
                </a:lnTo>
                <a:cubicBezTo>
                  <a:pt x="1578" y="140"/>
                  <a:pt x="1580" y="123"/>
                  <a:pt x="1580" y="107"/>
                </a:cubicBezTo>
                <a:cubicBezTo>
                  <a:pt x="1580" y="72"/>
                  <a:pt x="1571" y="39"/>
                  <a:pt x="1554" y="9"/>
                </a:cubicBezTo>
                <a:cubicBezTo>
                  <a:pt x="1553" y="7"/>
                  <a:pt x="1552" y="5"/>
                  <a:pt x="1551" y="4"/>
                </a:cubicBezTo>
                <a:lnTo>
                  <a:pt x="1551" y="4"/>
                </a:lnTo>
                <a:cubicBezTo>
                  <a:pt x="1539" y="79"/>
                  <a:pt x="1516" y="152"/>
                  <a:pt x="1483" y="220"/>
                </a:cubicBezTo>
                <a:cubicBezTo>
                  <a:pt x="1460" y="206"/>
                  <a:pt x="1463" y="172"/>
                  <a:pt x="1476" y="148"/>
                </a:cubicBezTo>
                <a:cubicBezTo>
                  <a:pt x="1489" y="125"/>
                  <a:pt x="1510" y="104"/>
                  <a:pt x="1516" y="78"/>
                </a:cubicBezTo>
                <a:lnTo>
                  <a:pt x="1516" y="78"/>
                </a:lnTo>
                <a:cubicBezTo>
                  <a:pt x="1495" y="78"/>
                  <a:pt x="1473" y="85"/>
                  <a:pt x="1455" y="95"/>
                </a:cubicBezTo>
                <a:cubicBezTo>
                  <a:pt x="1441" y="103"/>
                  <a:pt x="1430" y="113"/>
                  <a:pt x="1420" y="124"/>
                </a:cubicBezTo>
                <a:lnTo>
                  <a:pt x="1420" y="124"/>
                </a:lnTo>
                <a:cubicBezTo>
                  <a:pt x="1405" y="142"/>
                  <a:pt x="1392" y="162"/>
                  <a:pt x="1380" y="182"/>
                </a:cubicBezTo>
                <a:cubicBezTo>
                  <a:pt x="1373" y="193"/>
                  <a:pt x="1367" y="205"/>
                  <a:pt x="1362" y="217"/>
                </a:cubicBezTo>
                <a:lnTo>
                  <a:pt x="1362" y="217"/>
                </a:lnTo>
                <a:cubicBezTo>
                  <a:pt x="1359" y="214"/>
                  <a:pt x="1356" y="211"/>
                  <a:pt x="1354" y="207"/>
                </a:cubicBezTo>
                <a:cubicBezTo>
                  <a:pt x="1350" y="200"/>
                  <a:pt x="1348" y="193"/>
                  <a:pt x="1348" y="185"/>
                </a:cubicBezTo>
                <a:cubicBezTo>
                  <a:pt x="1348" y="177"/>
                  <a:pt x="1350" y="169"/>
                  <a:pt x="1354" y="163"/>
                </a:cubicBezTo>
                <a:cubicBezTo>
                  <a:pt x="1354" y="162"/>
                  <a:pt x="1354" y="162"/>
                  <a:pt x="1354" y="162"/>
                </a:cubicBezTo>
                <a:lnTo>
                  <a:pt x="1354" y="162"/>
                </a:lnTo>
                <a:cubicBezTo>
                  <a:pt x="1365" y="145"/>
                  <a:pt x="1376" y="128"/>
                  <a:pt x="1389" y="113"/>
                </a:cubicBezTo>
                <a:lnTo>
                  <a:pt x="1389" y="113"/>
                </a:lnTo>
                <a:cubicBezTo>
                  <a:pt x="1390" y="112"/>
                  <a:pt x="1390" y="111"/>
                  <a:pt x="1391" y="110"/>
                </a:cubicBezTo>
                <a:cubicBezTo>
                  <a:pt x="1393" y="105"/>
                  <a:pt x="1395" y="100"/>
                  <a:pt x="1395" y="95"/>
                </a:cubicBezTo>
                <a:lnTo>
                  <a:pt x="1395" y="95"/>
                </a:lnTo>
                <a:cubicBezTo>
                  <a:pt x="1395" y="91"/>
                  <a:pt x="1394" y="87"/>
                  <a:pt x="1392" y="83"/>
                </a:cubicBezTo>
                <a:cubicBezTo>
                  <a:pt x="1389" y="79"/>
                  <a:pt x="1385" y="75"/>
                  <a:pt x="1381" y="72"/>
                </a:cubicBezTo>
                <a:cubicBezTo>
                  <a:pt x="1376" y="70"/>
                  <a:pt x="1371" y="68"/>
                  <a:pt x="1366" y="68"/>
                </a:cubicBezTo>
                <a:cubicBezTo>
                  <a:pt x="1365" y="68"/>
                  <a:pt x="1364" y="68"/>
                  <a:pt x="1364" y="68"/>
                </a:cubicBezTo>
                <a:lnTo>
                  <a:pt x="1364" y="68"/>
                </a:lnTo>
                <a:cubicBezTo>
                  <a:pt x="1352" y="70"/>
                  <a:pt x="1340" y="74"/>
                  <a:pt x="1331" y="79"/>
                </a:cubicBezTo>
                <a:cubicBezTo>
                  <a:pt x="1327" y="81"/>
                  <a:pt x="1324" y="84"/>
                  <a:pt x="1321" y="86"/>
                </a:cubicBezTo>
                <a:lnTo>
                  <a:pt x="1321" y="86"/>
                </a:lnTo>
                <a:cubicBezTo>
                  <a:pt x="1329" y="79"/>
                  <a:pt x="1335" y="71"/>
                  <a:pt x="1341" y="61"/>
                </a:cubicBezTo>
                <a:cubicBezTo>
                  <a:pt x="1343" y="56"/>
                  <a:pt x="1347" y="50"/>
                  <a:pt x="1349" y="43"/>
                </a:cubicBezTo>
                <a:lnTo>
                  <a:pt x="1349" y="43"/>
                </a:lnTo>
                <a:cubicBezTo>
                  <a:pt x="1350" y="40"/>
                  <a:pt x="1351" y="37"/>
                  <a:pt x="1351" y="33"/>
                </a:cubicBezTo>
                <a:cubicBezTo>
                  <a:pt x="1351" y="27"/>
                  <a:pt x="1349" y="22"/>
                  <a:pt x="1346" y="16"/>
                </a:cubicBezTo>
                <a:cubicBezTo>
                  <a:pt x="1343" y="11"/>
                  <a:pt x="1338" y="6"/>
                  <a:pt x="1333" y="3"/>
                </a:cubicBezTo>
                <a:cubicBezTo>
                  <a:pt x="1331" y="2"/>
                  <a:pt x="1331" y="2"/>
                  <a:pt x="1330" y="1"/>
                </a:cubicBezTo>
                <a:lnTo>
                  <a:pt x="1330" y="1"/>
                </a:lnTo>
                <a:cubicBezTo>
                  <a:pt x="1327" y="0"/>
                  <a:pt x="1324" y="0"/>
                  <a:pt x="1321" y="0"/>
                </a:cubicBezTo>
                <a:cubicBezTo>
                  <a:pt x="1315" y="0"/>
                  <a:pt x="1308" y="1"/>
                  <a:pt x="1303" y="4"/>
                </a:cubicBezTo>
                <a:cubicBezTo>
                  <a:pt x="1226" y="31"/>
                  <a:pt x="1178" y="112"/>
                  <a:pt x="1165" y="193"/>
                </a:cubicBezTo>
                <a:lnTo>
                  <a:pt x="1165" y="193"/>
                </a:lnTo>
                <a:cubicBezTo>
                  <a:pt x="1164" y="191"/>
                  <a:pt x="1163" y="190"/>
                  <a:pt x="1162" y="188"/>
                </a:cubicBezTo>
                <a:cubicBezTo>
                  <a:pt x="1157" y="179"/>
                  <a:pt x="1150" y="172"/>
                  <a:pt x="1141" y="167"/>
                </a:cubicBezTo>
                <a:cubicBezTo>
                  <a:pt x="1136" y="164"/>
                  <a:pt x="1130" y="162"/>
                  <a:pt x="1124" y="161"/>
                </a:cubicBezTo>
                <a:lnTo>
                  <a:pt x="1124" y="161"/>
                </a:lnTo>
                <a:cubicBezTo>
                  <a:pt x="1119" y="184"/>
                  <a:pt x="1116" y="208"/>
                  <a:pt x="1116" y="232"/>
                </a:cubicBezTo>
                <a:cubicBezTo>
                  <a:pt x="1116" y="243"/>
                  <a:pt x="1117" y="254"/>
                  <a:pt x="1118" y="266"/>
                </a:cubicBezTo>
                <a:lnTo>
                  <a:pt x="1060" y="222"/>
                </a:lnTo>
                <a:cubicBezTo>
                  <a:pt x="1059" y="239"/>
                  <a:pt x="1086" y="323"/>
                  <a:pt x="1036" y="302"/>
                </a:cubicBezTo>
                <a:lnTo>
                  <a:pt x="1036" y="302"/>
                </a:lnTo>
                <a:cubicBezTo>
                  <a:pt x="1029" y="298"/>
                  <a:pt x="1023" y="291"/>
                  <a:pt x="1019" y="284"/>
                </a:cubicBezTo>
                <a:cubicBezTo>
                  <a:pt x="1016" y="279"/>
                  <a:pt x="1014" y="274"/>
                  <a:pt x="1013" y="268"/>
                </a:cubicBezTo>
                <a:lnTo>
                  <a:pt x="1013" y="268"/>
                </a:lnTo>
                <a:cubicBezTo>
                  <a:pt x="1001" y="233"/>
                  <a:pt x="995" y="196"/>
                  <a:pt x="995" y="159"/>
                </a:cubicBezTo>
                <a:cubicBezTo>
                  <a:pt x="995" y="154"/>
                  <a:pt x="995" y="149"/>
                  <a:pt x="995" y="144"/>
                </a:cubicBezTo>
                <a:lnTo>
                  <a:pt x="995" y="144"/>
                </a:lnTo>
                <a:cubicBezTo>
                  <a:pt x="991" y="173"/>
                  <a:pt x="981" y="200"/>
                  <a:pt x="967" y="225"/>
                </a:cubicBezTo>
                <a:cubicBezTo>
                  <a:pt x="965" y="228"/>
                  <a:pt x="963" y="231"/>
                  <a:pt x="961" y="234"/>
                </a:cubicBezTo>
                <a:lnTo>
                  <a:pt x="941" y="119"/>
                </a:lnTo>
                <a:lnTo>
                  <a:pt x="941" y="119"/>
                </a:lnTo>
                <a:cubicBezTo>
                  <a:pt x="930" y="146"/>
                  <a:pt x="923" y="174"/>
                  <a:pt x="921" y="203"/>
                </a:cubicBezTo>
                <a:lnTo>
                  <a:pt x="921" y="203"/>
                </a:lnTo>
                <a:cubicBezTo>
                  <a:pt x="919" y="190"/>
                  <a:pt x="914" y="177"/>
                  <a:pt x="907" y="165"/>
                </a:cubicBezTo>
                <a:cubicBezTo>
                  <a:pt x="896" y="146"/>
                  <a:pt x="880" y="130"/>
                  <a:pt x="860" y="118"/>
                </a:cubicBezTo>
                <a:cubicBezTo>
                  <a:pt x="854" y="115"/>
                  <a:pt x="847" y="111"/>
                  <a:pt x="840" y="109"/>
                </a:cubicBezTo>
                <a:lnTo>
                  <a:pt x="840" y="109"/>
                </a:lnTo>
                <a:cubicBezTo>
                  <a:pt x="841" y="127"/>
                  <a:pt x="847" y="146"/>
                  <a:pt x="857" y="162"/>
                </a:cubicBezTo>
                <a:cubicBezTo>
                  <a:pt x="860" y="167"/>
                  <a:pt x="863" y="173"/>
                  <a:pt x="867" y="177"/>
                </a:cubicBezTo>
                <a:lnTo>
                  <a:pt x="867" y="177"/>
                </a:lnTo>
                <a:cubicBezTo>
                  <a:pt x="863" y="174"/>
                  <a:pt x="858" y="171"/>
                  <a:pt x="853" y="168"/>
                </a:cubicBezTo>
                <a:cubicBezTo>
                  <a:pt x="832" y="156"/>
                  <a:pt x="809" y="150"/>
                  <a:pt x="785" y="150"/>
                </a:cubicBezTo>
                <a:cubicBezTo>
                  <a:pt x="778" y="150"/>
                  <a:pt x="771" y="150"/>
                  <a:pt x="764" y="151"/>
                </a:cubicBezTo>
                <a:lnTo>
                  <a:pt x="764" y="151"/>
                </a:lnTo>
                <a:cubicBezTo>
                  <a:pt x="766" y="157"/>
                  <a:pt x="768" y="162"/>
                  <a:pt x="772" y="168"/>
                </a:cubicBezTo>
                <a:cubicBezTo>
                  <a:pt x="781" y="185"/>
                  <a:pt x="796" y="200"/>
                  <a:pt x="813" y="211"/>
                </a:cubicBezTo>
                <a:lnTo>
                  <a:pt x="813" y="211"/>
                </a:lnTo>
                <a:cubicBezTo>
                  <a:pt x="803" y="208"/>
                  <a:pt x="793" y="207"/>
                  <a:pt x="783" y="207"/>
                </a:cubicBezTo>
                <a:cubicBezTo>
                  <a:pt x="769" y="207"/>
                  <a:pt x="756" y="210"/>
                  <a:pt x="743" y="216"/>
                </a:cubicBezTo>
                <a:lnTo>
                  <a:pt x="785" y="307"/>
                </a:lnTo>
                <a:lnTo>
                  <a:pt x="729" y="290"/>
                </a:lnTo>
                <a:lnTo>
                  <a:pt x="729" y="290"/>
                </a:lnTo>
                <a:cubicBezTo>
                  <a:pt x="728" y="295"/>
                  <a:pt x="728" y="301"/>
                  <a:pt x="728" y="306"/>
                </a:cubicBezTo>
                <a:cubicBezTo>
                  <a:pt x="728" y="311"/>
                  <a:pt x="728" y="317"/>
                  <a:pt x="729" y="322"/>
                </a:cubicBezTo>
                <a:cubicBezTo>
                  <a:pt x="711" y="300"/>
                  <a:pt x="680" y="319"/>
                  <a:pt x="656" y="329"/>
                </a:cubicBezTo>
                <a:cubicBezTo>
                  <a:pt x="631" y="340"/>
                  <a:pt x="593" y="321"/>
                  <a:pt x="604" y="291"/>
                </a:cubicBezTo>
                <a:lnTo>
                  <a:pt x="571" y="314"/>
                </a:lnTo>
                <a:lnTo>
                  <a:pt x="571" y="314"/>
                </a:lnTo>
                <a:cubicBezTo>
                  <a:pt x="561" y="283"/>
                  <a:pt x="556" y="250"/>
                  <a:pt x="556" y="217"/>
                </a:cubicBezTo>
                <a:cubicBezTo>
                  <a:pt x="556" y="203"/>
                  <a:pt x="557" y="188"/>
                  <a:pt x="559" y="174"/>
                </a:cubicBezTo>
                <a:lnTo>
                  <a:pt x="559" y="174"/>
                </a:lnTo>
                <a:cubicBezTo>
                  <a:pt x="556" y="180"/>
                  <a:pt x="553" y="186"/>
                  <a:pt x="550" y="192"/>
                </a:cubicBezTo>
                <a:cubicBezTo>
                  <a:pt x="540" y="208"/>
                  <a:pt x="528" y="223"/>
                  <a:pt x="513" y="234"/>
                </a:cubicBezTo>
                <a:lnTo>
                  <a:pt x="513" y="234"/>
                </a:lnTo>
                <a:cubicBezTo>
                  <a:pt x="504" y="200"/>
                  <a:pt x="489" y="167"/>
                  <a:pt x="472" y="136"/>
                </a:cubicBezTo>
                <a:cubicBezTo>
                  <a:pt x="461" y="117"/>
                  <a:pt x="450" y="100"/>
                  <a:pt x="436" y="83"/>
                </a:cubicBezTo>
                <a:lnTo>
                  <a:pt x="436" y="83"/>
                </a:lnTo>
                <a:cubicBezTo>
                  <a:pt x="434" y="86"/>
                  <a:pt x="432" y="88"/>
                  <a:pt x="431" y="91"/>
                </a:cubicBezTo>
                <a:cubicBezTo>
                  <a:pt x="425" y="101"/>
                  <a:pt x="422" y="111"/>
                  <a:pt x="422" y="122"/>
                </a:cubicBezTo>
                <a:cubicBezTo>
                  <a:pt x="422" y="133"/>
                  <a:pt x="425" y="144"/>
                  <a:pt x="430" y="153"/>
                </a:cubicBezTo>
                <a:lnTo>
                  <a:pt x="430" y="153"/>
                </a:lnTo>
                <a:cubicBezTo>
                  <a:pt x="425" y="148"/>
                  <a:pt x="418" y="144"/>
                  <a:pt x="412" y="140"/>
                </a:cubicBezTo>
                <a:cubicBezTo>
                  <a:pt x="396" y="131"/>
                  <a:pt x="378" y="125"/>
                  <a:pt x="359" y="124"/>
                </a:cubicBezTo>
                <a:lnTo>
                  <a:pt x="359" y="124"/>
                </a:lnTo>
                <a:cubicBezTo>
                  <a:pt x="360" y="147"/>
                  <a:pt x="366" y="169"/>
                  <a:pt x="378" y="189"/>
                </a:cubicBezTo>
                <a:cubicBezTo>
                  <a:pt x="381" y="194"/>
                  <a:pt x="383" y="198"/>
                  <a:pt x="386" y="202"/>
                </a:cubicBezTo>
                <a:lnTo>
                  <a:pt x="386" y="202"/>
                </a:lnTo>
                <a:cubicBezTo>
                  <a:pt x="373" y="197"/>
                  <a:pt x="359" y="194"/>
                  <a:pt x="345" y="194"/>
                </a:cubicBezTo>
                <a:cubicBezTo>
                  <a:pt x="333" y="194"/>
                  <a:pt x="320" y="196"/>
                  <a:pt x="309" y="200"/>
                </a:cubicBezTo>
                <a:lnTo>
                  <a:pt x="309" y="200"/>
                </a:lnTo>
                <a:cubicBezTo>
                  <a:pt x="313" y="214"/>
                  <a:pt x="318" y="227"/>
                  <a:pt x="326" y="240"/>
                </a:cubicBezTo>
                <a:cubicBezTo>
                  <a:pt x="333" y="253"/>
                  <a:pt x="343" y="265"/>
                  <a:pt x="353" y="276"/>
                </a:cubicBezTo>
                <a:lnTo>
                  <a:pt x="268" y="269"/>
                </a:lnTo>
                <a:lnTo>
                  <a:pt x="268" y="269"/>
                </a:lnTo>
                <a:cubicBezTo>
                  <a:pt x="276" y="283"/>
                  <a:pt x="280" y="300"/>
                  <a:pt x="280" y="317"/>
                </a:cubicBezTo>
                <a:cubicBezTo>
                  <a:pt x="280" y="325"/>
                  <a:pt x="279" y="333"/>
                  <a:pt x="277" y="342"/>
                </a:cubicBezTo>
                <a:lnTo>
                  <a:pt x="198" y="254"/>
                </a:lnTo>
                <a:lnTo>
                  <a:pt x="198" y="254"/>
                </a:lnTo>
                <a:cubicBezTo>
                  <a:pt x="200" y="267"/>
                  <a:pt x="201" y="280"/>
                  <a:pt x="201" y="292"/>
                </a:cubicBezTo>
                <a:cubicBezTo>
                  <a:pt x="201" y="307"/>
                  <a:pt x="199" y="322"/>
                  <a:pt x="197" y="337"/>
                </a:cubicBezTo>
                <a:lnTo>
                  <a:pt x="197" y="337"/>
                </a:lnTo>
                <a:cubicBezTo>
                  <a:pt x="196" y="336"/>
                  <a:pt x="196" y="335"/>
                  <a:pt x="195" y="334"/>
                </a:cubicBezTo>
                <a:cubicBezTo>
                  <a:pt x="180" y="308"/>
                  <a:pt x="161" y="285"/>
                  <a:pt x="138" y="266"/>
                </a:cubicBezTo>
                <a:lnTo>
                  <a:pt x="138" y="266"/>
                </a:lnTo>
                <a:cubicBezTo>
                  <a:pt x="137" y="273"/>
                  <a:pt x="136" y="280"/>
                  <a:pt x="136" y="287"/>
                </a:cubicBezTo>
                <a:cubicBezTo>
                  <a:pt x="136" y="306"/>
                  <a:pt x="141" y="325"/>
                  <a:pt x="151" y="342"/>
                </a:cubicBezTo>
                <a:cubicBezTo>
                  <a:pt x="152" y="345"/>
                  <a:pt x="154" y="347"/>
                  <a:pt x="156" y="349"/>
                </a:cubicBezTo>
                <a:cubicBezTo>
                  <a:pt x="157" y="352"/>
                  <a:pt x="10" y="340"/>
                  <a:pt x="0" y="340"/>
                </a:cubicBezTo>
                <a:lnTo>
                  <a:pt x="0" y="556"/>
                </a:lnTo>
                <a:lnTo>
                  <a:pt x="3025" y="556"/>
                </a:lnTo>
                <a:lnTo>
                  <a:pt x="3025" y="55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" name="Google Shape;531;p34"/>
          <p:cNvGrpSpPr/>
          <p:nvPr/>
        </p:nvGrpSpPr>
        <p:grpSpPr>
          <a:xfrm>
            <a:off x="5035171" y="2087820"/>
            <a:ext cx="4147269" cy="3061497"/>
            <a:chOff x="5035171" y="2087820"/>
            <a:chExt cx="4147269" cy="3061497"/>
          </a:xfrm>
        </p:grpSpPr>
        <p:grpSp>
          <p:nvGrpSpPr>
            <p:cNvPr id="532" name="Google Shape;532;p34"/>
            <p:cNvGrpSpPr/>
            <p:nvPr/>
          </p:nvGrpSpPr>
          <p:grpSpPr>
            <a:xfrm>
              <a:off x="5035171" y="3041961"/>
              <a:ext cx="2858171" cy="2031813"/>
              <a:chOff x="4849510" y="3316251"/>
              <a:chExt cx="2472466" cy="1757776"/>
            </a:xfrm>
          </p:grpSpPr>
          <p:sp>
            <p:nvSpPr>
              <p:cNvPr id="533" name="Google Shape;533;p34"/>
              <p:cNvSpPr/>
              <p:nvPr/>
            </p:nvSpPr>
            <p:spPr>
              <a:xfrm>
                <a:off x="5037110" y="3487462"/>
                <a:ext cx="764161" cy="1535054"/>
              </a:xfrm>
              <a:custGeom>
                <a:avLst/>
                <a:gdLst/>
                <a:ahLst/>
                <a:cxnLst/>
                <a:rect l="l" t="t" r="r" b="b"/>
                <a:pathLst>
                  <a:path w="2611" h="5245" extrusionOk="0">
                    <a:moveTo>
                      <a:pt x="1289" y="663"/>
                    </a:moveTo>
                    <a:cubicBezTo>
                      <a:pt x="1262" y="664"/>
                      <a:pt x="1238" y="661"/>
                      <a:pt x="1223" y="639"/>
                    </a:cubicBezTo>
                    <a:cubicBezTo>
                      <a:pt x="1188" y="589"/>
                      <a:pt x="1181" y="472"/>
                      <a:pt x="1193" y="415"/>
                    </a:cubicBezTo>
                    <a:cubicBezTo>
                      <a:pt x="1203" y="366"/>
                      <a:pt x="1224" y="318"/>
                      <a:pt x="1228" y="268"/>
                    </a:cubicBezTo>
                    <a:lnTo>
                      <a:pt x="1228" y="268"/>
                    </a:lnTo>
                    <a:cubicBezTo>
                      <a:pt x="1228" y="263"/>
                      <a:pt x="1228" y="258"/>
                      <a:pt x="1228" y="253"/>
                    </a:cubicBezTo>
                    <a:cubicBezTo>
                      <a:pt x="1228" y="215"/>
                      <a:pt x="1219" y="177"/>
                      <a:pt x="1202" y="143"/>
                    </a:cubicBezTo>
                    <a:lnTo>
                      <a:pt x="1202" y="143"/>
                    </a:lnTo>
                    <a:cubicBezTo>
                      <a:pt x="1200" y="139"/>
                      <a:pt x="1197" y="135"/>
                      <a:pt x="1195" y="131"/>
                    </a:cubicBezTo>
                    <a:cubicBezTo>
                      <a:pt x="1171" y="90"/>
                      <a:pt x="1137" y="56"/>
                      <a:pt x="1096" y="33"/>
                    </a:cubicBezTo>
                    <a:cubicBezTo>
                      <a:pt x="1078" y="22"/>
                      <a:pt x="1059" y="14"/>
                      <a:pt x="1039" y="8"/>
                    </a:cubicBezTo>
                    <a:cubicBezTo>
                      <a:pt x="969" y="-13"/>
                      <a:pt x="918" y="10"/>
                      <a:pt x="848" y="28"/>
                    </a:cubicBezTo>
                    <a:lnTo>
                      <a:pt x="848" y="28"/>
                    </a:lnTo>
                    <a:cubicBezTo>
                      <a:pt x="829" y="33"/>
                      <a:pt x="812" y="40"/>
                      <a:pt x="796" y="50"/>
                    </a:cubicBezTo>
                    <a:cubicBezTo>
                      <a:pt x="761" y="70"/>
                      <a:pt x="731" y="99"/>
                      <a:pt x="711" y="134"/>
                    </a:cubicBezTo>
                    <a:cubicBezTo>
                      <a:pt x="691" y="169"/>
                      <a:pt x="680" y="209"/>
                      <a:pt x="680" y="249"/>
                    </a:cubicBezTo>
                    <a:cubicBezTo>
                      <a:pt x="680" y="250"/>
                      <a:pt x="680" y="251"/>
                      <a:pt x="680" y="253"/>
                    </a:cubicBezTo>
                    <a:lnTo>
                      <a:pt x="680" y="253"/>
                    </a:lnTo>
                    <a:cubicBezTo>
                      <a:pt x="682" y="274"/>
                      <a:pt x="685" y="296"/>
                      <a:pt x="690" y="317"/>
                    </a:cubicBezTo>
                    <a:cubicBezTo>
                      <a:pt x="705" y="383"/>
                      <a:pt x="695" y="438"/>
                      <a:pt x="646" y="492"/>
                    </a:cubicBezTo>
                    <a:cubicBezTo>
                      <a:pt x="664" y="504"/>
                      <a:pt x="693" y="497"/>
                      <a:pt x="706" y="516"/>
                    </a:cubicBezTo>
                    <a:lnTo>
                      <a:pt x="706" y="516"/>
                    </a:lnTo>
                    <a:cubicBezTo>
                      <a:pt x="709" y="522"/>
                      <a:pt x="712" y="530"/>
                      <a:pt x="712" y="538"/>
                    </a:cubicBezTo>
                    <a:lnTo>
                      <a:pt x="716" y="582"/>
                    </a:lnTo>
                    <a:lnTo>
                      <a:pt x="716" y="582"/>
                    </a:lnTo>
                    <a:cubicBezTo>
                      <a:pt x="716" y="603"/>
                      <a:pt x="722" y="624"/>
                      <a:pt x="732" y="642"/>
                    </a:cubicBezTo>
                    <a:cubicBezTo>
                      <a:pt x="733" y="644"/>
                      <a:pt x="735" y="646"/>
                      <a:pt x="736" y="649"/>
                    </a:cubicBezTo>
                    <a:lnTo>
                      <a:pt x="736" y="649"/>
                    </a:lnTo>
                    <a:cubicBezTo>
                      <a:pt x="742" y="654"/>
                      <a:pt x="748" y="660"/>
                      <a:pt x="755" y="664"/>
                    </a:cubicBezTo>
                    <a:cubicBezTo>
                      <a:pt x="766" y="670"/>
                      <a:pt x="779" y="674"/>
                      <a:pt x="793" y="674"/>
                    </a:cubicBezTo>
                    <a:lnTo>
                      <a:pt x="793" y="674"/>
                    </a:lnTo>
                    <a:cubicBezTo>
                      <a:pt x="794" y="674"/>
                      <a:pt x="796" y="674"/>
                      <a:pt x="797" y="674"/>
                    </a:cubicBezTo>
                    <a:cubicBezTo>
                      <a:pt x="817" y="674"/>
                      <a:pt x="837" y="672"/>
                      <a:pt x="856" y="667"/>
                    </a:cubicBezTo>
                    <a:cubicBezTo>
                      <a:pt x="872" y="649"/>
                      <a:pt x="889" y="654"/>
                      <a:pt x="909" y="667"/>
                    </a:cubicBezTo>
                    <a:cubicBezTo>
                      <a:pt x="949" y="694"/>
                      <a:pt x="973" y="784"/>
                      <a:pt x="949" y="827"/>
                    </a:cubicBezTo>
                    <a:lnTo>
                      <a:pt x="949" y="827"/>
                    </a:lnTo>
                    <a:cubicBezTo>
                      <a:pt x="937" y="844"/>
                      <a:pt x="922" y="859"/>
                      <a:pt x="904" y="872"/>
                    </a:cubicBezTo>
                    <a:lnTo>
                      <a:pt x="904" y="872"/>
                    </a:lnTo>
                    <a:cubicBezTo>
                      <a:pt x="881" y="892"/>
                      <a:pt x="861" y="916"/>
                      <a:pt x="846" y="943"/>
                    </a:cubicBezTo>
                    <a:cubicBezTo>
                      <a:pt x="831" y="969"/>
                      <a:pt x="820" y="998"/>
                      <a:pt x="814" y="1027"/>
                    </a:cubicBezTo>
                    <a:cubicBezTo>
                      <a:pt x="793" y="1131"/>
                      <a:pt x="833" y="1232"/>
                      <a:pt x="843" y="1334"/>
                    </a:cubicBezTo>
                    <a:cubicBezTo>
                      <a:pt x="848" y="1380"/>
                      <a:pt x="833" y="1407"/>
                      <a:pt x="819" y="1450"/>
                    </a:cubicBezTo>
                    <a:cubicBezTo>
                      <a:pt x="812" y="1470"/>
                      <a:pt x="782" y="1592"/>
                      <a:pt x="764" y="1597"/>
                    </a:cubicBezTo>
                    <a:cubicBezTo>
                      <a:pt x="705" y="1612"/>
                      <a:pt x="663" y="1569"/>
                      <a:pt x="611" y="1537"/>
                    </a:cubicBezTo>
                    <a:cubicBezTo>
                      <a:pt x="535" y="1490"/>
                      <a:pt x="450" y="1461"/>
                      <a:pt x="366" y="1433"/>
                    </a:cubicBezTo>
                    <a:cubicBezTo>
                      <a:pt x="347" y="1427"/>
                      <a:pt x="317" y="1427"/>
                      <a:pt x="317" y="1447"/>
                    </a:cubicBezTo>
                    <a:cubicBezTo>
                      <a:pt x="317" y="1364"/>
                      <a:pt x="245" y="1302"/>
                      <a:pt x="179" y="1252"/>
                    </a:cubicBezTo>
                    <a:cubicBezTo>
                      <a:pt x="167" y="1242"/>
                      <a:pt x="150" y="1232"/>
                      <a:pt x="137" y="1240"/>
                    </a:cubicBezTo>
                    <a:cubicBezTo>
                      <a:pt x="123" y="1247"/>
                      <a:pt x="122" y="1268"/>
                      <a:pt x="109" y="1275"/>
                    </a:cubicBezTo>
                    <a:lnTo>
                      <a:pt x="109" y="1275"/>
                    </a:lnTo>
                    <a:cubicBezTo>
                      <a:pt x="99" y="1278"/>
                      <a:pt x="90" y="1280"/>
                      <a:pt x="80" y="1281"/>
                    </a:cubicBezTo>
                    <a:cubicBezTo>
                      <a:pt x="45" y="1289"/>
                      <a:pt x="48" y="1343"/>
                      <a:pt x="27" y="1372"/>
                    </a:cubicBezTo>
                    <a:cubicBezTo>
                      <a:pt x="-34" y="1456"/>
                      <a:pt x="17" y="1486"/>
                      <a:pt x="87" y="1542"/>
                    </a:cubicBezTo>
                    <a:cubicBezTo>
                      <a:pt x="122" y="1570"/>
                      <a:pt x="160" y="1597"/>
                      <a:pt x="206" y="1598"/>
                    </a:cubicBezTo>
                    <a:cubicBezTo>
                      <a:pt x="200" y="1649"/>
                      <a:pt x="222" y="1677"/>
                      <a:pt x="268" y="1705"/>
                    </a:cubicBezTo>
                    <a:cubicBezTo>
                      <a:pt x="433" y="1802"/>
                      <a:pt x="599" y="1895"/>
                      <a:pt x="765" y="1992"/>
                    </a:cubicBezTo>
                    <a:lnTo>
                      <a:pt x="765" y="1992"/>
                    </a:lnTo>
                    <a:cubicBezTo>
                      <a:pt x="767" y="1994"/>
                      <a:pt x="770" y="1996"/>
                      <a:pt x="772" y="1997"/>
                    </a:cubicBezTo>
                    <a:cubicBezTo>
                      <a:pt x="785" y="2004"/>
                      <a:pt x="799" y="2008"/>
                      <a:pt x="813" y="2008"/>
                    </a:cubicBezTo>
                    <a:cubicBezTo>
                      <a:pt x="814" y="2008"/>
                      <a:pt x="815" y="2008"/>
                      <a:pt x="816" y="2008"/>
                    </a:cubicBezTo>
                    <a:lnTo>
                      <a:pt x="816" y="2008"/>
                    </a:lnTo>
                    <a:cubicBezTo>
                      <a:pt x="823" y="2007"/>
                      <a:pt x="830" y="2004"/>
                      <a:pt x="837" y="2000"/>
                    </a:cubicBezTo>
                    <a:cubicBezTo>
                      <a:pt x="843" y="1996"/>
                      <a:pt x="849" y="1992"/>
                      <a:pt x="854" y="1986"/>
                    </a:cubicBezTo>
                    <a:lnTo>
                      <a:pt x="854" y="1986"/>
                    </a:lnTo>
                    <a:cubicBezTo>
                      <a:pt x="895" y="1950"/>
                      <a:pt x="931" y="1909"/>
                      <a:pt x="961" y="1864"/>
                    </a:cubicBezTo>
                    <a:cubicBezTo>
                      <a:pt x="948" y="1884"/>
                      <a:pt x="966" y="1979"/>
                      <a:pt x="965" y="2007"/>
                    </a:cubicBezTo>
                    <a:cubicBezTo>
                      <a:pt x="964" y="2058"/>
                      <a:pt x="960" y="2109"/>
                      <a:pt x="955" y="2160"/>
                    </a:cubicBezTo>
                    <a:cubicBezTo>
                      <a:pt x="944" y="2265"/>
                      <a:pt x="927" y="2370"/>
                      <a:pt x="913" y="2475"/>
                    </a:cubicBezTo>
                    <a:lnTo>
                      <a:pt x="913" y="2475"/>
                    </a:lnTo>
                    <a:cubicBezTo>
                      <a:pt x="898" y="2579"/>
                      <a:pt x="890" y="2684"/>
                      <a:pt x="888" y="2790"/>
                    </a:cubicBezTo>
                    <a:cubicBezTo>
                      <a:pt x="887" y="2882"/>
                      <a:pt x="830" y="2974"/>
                      <a:pt x="795" y="3057"/>
                    </a:cubicBezTo>
                    <a:cubicBezTo>
                      <a:pt x="723" y="3225"/>
                      <a:pt x="633" y="3385"/>
                      <a:pt x="550" y="3547"/>
                    </a:cubicBezTo>
                    <a:lnTo>
                      <a:pt x="550" y="3547"/>
                    </a:lnTo>
                    <a:cubicBezTo>
                      <a:pt x="549" y="3548"/>
                      <a:pt x="549" y="3549"/>
                      <a:pt x="549" y="3550"/>
                    </a:cubicBezTo>
                    <a:cubicBezTo>
                      <a:pt x="543" y="3559"/>
                      <a:pt x="540" y="3569"/>
                      <a:pt x="540" y="3580"/>
                    </a:cubicBezTo>
                    <a:lnTo>
                      <a:pt x="540" y="3581"/>
                    </a:lnTo>
                    <a:lnTo>
                      <a:pt x="540" y="3581"/>
                    </a:lnTo>
                    <a:cubicBezTo>
                      <a:pt x="543" y="3590"/>
                      <a:pt x="546" y="3597"/>
                      <a:pt x="551" y="3606"/>
                    </a:cubicBezTo>
                    <a:cubicBezTo>
                      <a:pt x="552" y="3608"/>
                      <a:pt x="554" y="3611"/>
                      <a:pt x="556" y="3614"/>
                    </a:cubicBezTo>
                    <a:cubicBezTo>
                      <a:pt x="570" y="3642"/>
                      <a:pt x="564" y="3676"/>
                      <a:pt x="558" y="3707"/>
                    </a:cubicBezTo>
                    <a:cubicBezTo>
                      <a:pt x="476" y="4129"/>
                      <a:pt x="517" y="4575"/>
                      <a:pt x="380" y="4984"/>
                    </a:cubicBezTo>
                    <a:cubicBezTo>
                      <a:pt x="400" y="4995"/>
                      <a:pt x="404" y="4999"/>
                      <a:pt x="424" y="5010"/>
                    </a:cubicBezTo>
                    <a:lnTo>
                      <a:pt x="424" y="5010"/>
                    </a:lnTo>
                    <a:cubicBezTo>
                      <a:pt x="404" y="5027"/>
                      <a:pt x="384" y="5042"/>
                      <a:pt x="361" y="5055"/>
                    </a:cubicBezTo>
                    <a:cubicBezTo>
                      <a:pt x="313" y="5083"/>
                      <a:pt x="259" y="5100"/>
                      <a:pt x="203" y="5105"/>
                    </a:cubicBezTo>
                    <a:lnTo>
                      <a:pt x="203" y="5105"/>
                    </a:lnTo>
                    <a:cubicBezTo>
                      <a:pt x="202" y="5105"/>
                      <a:pt x="201" y="5105"/>
                      <a:pt x="199" y="5105"/>
                    </a:cubicBezTo>
                    <a:cubicBezTo>
                      <a:pt x="185" y="5105"/>
                      <a:pt x="171" y="5107"/>
                      <a:pt x="157" y="5112"/>
                    </a:cubicBezTo>
                    <a:lnTo>
                      <a:pt x="157" y="5112"/>
                    </a:lnTo>
                    <a:cubicBezTo>
                      <a:pt x="156" y="5112"/>
                      <a:pt x="154" y="5113"/>
                      <a:pt x="152" y="5114"/>
                    </a:cubicBezTo>
                    <a:cubicBezTo>
                      <a:pt x="140" y="5122"/>
                      <a:pt x="129" y="5132"/>
                      <a:pt x="122" y="5145"/>
                    </a:cubicBezTo>
                    <a:lnTo>
                      <a:pt x="121" y="5146"/>
                    </a:lnTo>
                    <a:cubicBezTo>
                      <a:pt x="281" y="5192"/>
                      <a:pt x="462" y="5176"/>
                      <a:pt x="627" y="5172"/>
                    </a:cubicBezTo>
                    <a:lnTo>
                      <a:pt x="627" y="5172"/>
                    </a:lnTo>
                    <a:cubicBezTo>
                      <a:pt x="630" y="5172"/>
                      <a:pt x="633" y="5173"/>
                      <a:pt x="635" y="5173"/>
                    </a:cubicBezTo>
                    <a:cubicBezTo>
                      <a:pt x="641" y="5173"/>
                      <a:pt x="646" y="5171"/>
                      <a:pt x="651" y="5168"/>
                    </a:cubicBezTo>
                    <a:cubicBezTo>
                      <a:pt x="656" y="5166"/>
                      <a:pt x="660" y="5162"/>
                      <a:pt x="663" y="5157"/>
                    </a:cubicBezTo>
                    <a:cubicBezTo>
                      <a:pt x="666" y="5152"/>
                      <a:pt x="667" y="5146"/>
                      <a:pt x="667" y="5141"/>
                    </a:cubicBezTo>
                    <a:cubicBezTo>
                      <a:pt x="667" y="5137"/>
                      <a:pt x="666" y="5133"/>
                      <a:pt x="665" y="5129"/>
                    </a:cubicBezTo>
                    <a:lnTo>
                      <a:pt x="652" y="5025"/>
                    </a:lnTo>
                    <a:lnTo>
                      <a:pt x="797" y="5013"/>
                    </a:lnTo>
                    <a:lnTo>
                      <a:pt x="797" y="5013"/>
                    </a:lnTo>
                    <a:cubicBezTo>
                      <a:pt x="798" y="5013"/>
                      <a:pt x="800" y="5013"/>
                      <a:pt x="801" y="5013"/>
                    </a:cubicBezTo>
                    <a:cubicBezTo>
                      <a:pt x="807" y="5013"/>
                      <a:pt x="812" y="5012"/>
                      <a:pt x="817" y="5009"/>
                    </a:cubicBezTo>
                    <a:cubicBezTo>
                      <a:pt x="822" y="5006"/>
                      <a:pt x="826" y="5002"/>
                      <a:pt x="829" y="4997"/>
                    </a:cubicBezTo>
                    <a:cubicBezTo>
                      <a:pt x="832" y="4992"/>
                      <a:pt x="833" y="4986"/>
                      <a:pt x="833" y="4981"/>
                    </a:cubicBezTo>
                    <a:cubicBezTo>
                      <a:pt x="833" y="4979"/>
                      <a:pt x="833" y="4977"/>
                      <a:pt x="833" y="4976"/>
                    </a:cubicBezTo>
                    <a:cubicBezTo>
                      <a:pt x="863" y="4715"/>
                      <a:pt x="881" y="4454"/>
                      <a:pt x="886" y="4191"/>
                    </a:cubicBezTo>
                    <a:cubicBezTo>
                      <a:pt x="889" y="4046"/>
                      <a:pt x="882" y="3907"/>
                      <a:pt x="894" y="3762"/>
                    </a:cubicBezTo>
                    <a:cubicBezTo>
                      <a:pt x="946" y="3722"/>
                      <a:pt x="997" y="3680"/>
                      <a:pt x="1047" y="3636"/>
                    </a:cubicBezTo>
                    <a:cubicBezTo>
                      <a:pt x="1241" y="3635"/>
                      <a:pt x="1400" y="3634"/>
                      <a:pt x="1594" y="3616"/>
                    </a:cubicBezTo>
                    <a:cubicBezTo>
                      <a:pt x="1653" y="3859"/>
                      <a:pt x="1709" y="4094"/>
                      <a:pt x="1811" y="4322"/>
                    </a:cubicBezTo>
                    <a:lnTo>
                      <a:pt x="1811" y="4322"/>
                    </a:lnTo>
                    <a:cubicBezTo>
                      <a:pt x="1835" y="4375"/>
                      <a:pt x="1861" y="4426"/>
                      <a:pt x="1890" y="4476"/>
                    </a:cubicBezTo>
                    <a:cubicBezTo>
                      <a:pt x="1928" y="4543"/>
                      <a:pt x="1971" y="4607"/>
                      <a:pt x="2019" y="4667"/>
                    </a:cubicBezTo>
                    <a:lnTo>
                      <a:pt x="2019" y="4667"/>
                    </a:lnTo>
                    <a:cubicBezTo>
                      <a:pt x="2060" y="4720"/>
                      <a:pt x="2106" y="4769"/>
                      <a:pt x="2156" y="4814"/>
                    </a:cubicBezTo>
                    <a:cubicBezTo>
                      <a:pt x="2196" y="4850"/>
                      <a:pt x="2270" y="4884"/>
                      <a:pt x="2279" y="4940"/>
                    </a:cubicBezTo>
                    <a:lnTo>
                      <a:pt x="2279" y="4940"/>
                    </a:lnTo>
                    <a:cubicBezTo>
                      <a:pt x="2280" y="4946"/>
                      <a:pt x="2280" y="4952"/>
                      <a:pt x="2280" y="4958"/>
                    </a:cubicBezTo>
                    <a:cubicBezTo>
                      <a:pt x="2280" y="4987"/>
                      <a:pt x="2273" y="5015"/>
                      <a:pt x="2259" y="5041"/>
                    </a:cubicBezTo>
                    <a:lnTo>
                      <a:pt x="2259" y="5041"/>
                    </a:lnTo>
                    <a:cubicBezTo>
                      <a:pt x="2254" y="5051"/>
                      <a:pt x="2249" y="5062"/>
                      <a:pt x="2244" y="5071"/>
                    </a:cubicBezTo>
                    <a:cubicBezTo>
                      <a:pt x="2207" y="5135"/>
                      <a:pt x="2155" y="5186"/>
                      <a:pt x="2092" y="5222"/>
                    </a:cubicBezTo>
                    <a:lnTo>
                      <a:pt x="2092" y="5222"/>
                    </a:lnTo>
                    <a:cubicBezTo>
                      <a:pt x="2093" y="5225"/>
                      <a:pt x="2093" y="5229"/>
                      <a:pt x="2095" y="5231"/>
                    </a:cubicBezTo>
                    <a:cubicBezTo>
                      <a:pt x="2097" y="5236"/>
                      <a:pt x="2102" y="5239"/>
                      <a:pt x="2106" y="5241"/>
                    </a:cubicBezTo>
                    <a:cubicBezTo>
                      <a:pt x="2109" y="5243"/>
                      <a:pt x="2113" y="5244"/>
                      <a:pt x="2117" y="5245"/>
                    </a:cubicBezTo>
                    <a:lnTo>
                      <a:pt x="2117" y="5245"/>
                    </a:lnTo>
                    <a:cubicBezTo>
                      <a:pt x="2119" y="5245"/>
                      <a:pt x="2121" y="5245"/>
                      <a:pt x="2123" y="5245"/>
                    </a:cubicBezTo>
                    <a:cubicBezTo>
                      <a:pt x="2133" y="5245"/>
                      <a:pt x="2143" y="5243"/>
                      <a:pt x="2152" y="5239"/>
                    </a:cubicBezTo>
                    <a:cubicBezTo>
                      <a:pt x="2328" y="5182"/>
                      <a:pt x="2501" y="5087"/>
                      <a:pt x="2604" y="4930"/>
                    </a:cubicBezTo>
                    <a:lnTo>
                      <a:pt x="2604" y="4930"/>
                    </a:lnTo>
                    <a:cubicBezTo>
                      <a:pt x="2605" y="4928"/>
                      <a:pt x="2606" y="4927"/>
                      <a:pt x="2607" y="4925"/>
                    </a:cubicBezTo>
                    <a:cubicBezTo>
                      <a:pt x="2610" y="4920"/>
                      <a:pt x="2611" y="4915"/>
                      <a:pt x="2611" y="4909"/>
                    </a:cubicBezTo>
                    <a:cubicBezTo>
                      <a:pt x="2611" y="4908"/>
                      <a:pt x="2611" y="4907"/>
                      <a:pt x="2611" y="4906"/>
                    </a:cubicBezTo>
                    <a:lnTo>
                      <a:pt x="2611" y="4906"/>
                    </a:lnTo>
                    <a:cubicBezTo>
                      <a:pt x="2611" y="4904"/>
                      <a:pt x="2610" y="4904"/>
                      <a:pt x="2609" y="4902"/>
                    </a:cubicBezTo>
                    <a:cubicBezTo>
                      <a:pt x="2606" y="4898"/>
                      <a:pt x="2602" y="4893"/>
                      <a:pt x="2598" y="4890"/>
                    </a:cubicBezTo>
                    <a:cubicBezTo>
                      <a:pt x="2596" y="4889"/>
                      <a:pt x="2595" y="4889"/>
                      <a:pt x="2594" y="4888"/>
                    </a:cubicBezTo>
                    <a:lnTo>
                      <a:pt x="2594" y="4888"/>
                    </a:lnTo>
                    <a:cubicBezTo>
                      <a:pt x="2550" y="4864"/>
                      <a:pt x="2502" y="4848"/>
                      <a:pt x="2453" y="4838"/>
                    </a:cubicBezTo>
                    <a:cubicBezTo>
                      <a:pt x="2490" y="4805"/>
                      <a:pt x="2610" y="4719"/>
                      <a:pt x="2601" y="4665"/>
                    </a:cubicBezTo>
                    <a:cubicBezTo>
                      <a:pt x="2594" y="4617"/>
                      <a:pt x="2474" y="4560"/>
                      <a:pt x="2438" y="4530"/>
                    </a:cubicBezTo>
                    <a:lnTo>
                      <a:pt x="2438" y="4530"/>
                    </a:lnTo>
                    <a:cubicBezTo>
                      <a:pt x="2334" y="4440"/>
                      <a:pt x="2246" y="4333"/>
                      <a:pt x="2178" y="4214"/>
                    </a:cubicBezTo>
                    <a:cubicBezTo>
                      <a:pt x="2172" y="4205"/>
                      <a:pt x="2166" y="4195"/>
                      <a:pt x="2161" y="4185"/>
                    </a:cubicBezTo>
                    <a:lnTo>
                      <a:pt x="2161" y="4185"/>
                    </a:lnTo>
                    <a:cubicBezTo>
                      <a:pt x="2059" y="3993"/>
                      <a:pt x="1997" y="3783"/>
                      <a:pt x="1979" y="3566"/>
                    </a:cubicBezTo>
                    <a:cubicBezTo>
                      <a:pt x="2008" y="3559"/>
                      <a:pt x="2084" y="3543"/>
                      <a:pt x="2097" y="3511"/>
                    </a:cubicBezTo>
                    <a:lnTo>
                      <a:pt x="2097" y="3511"/>
                    </a:lnTo>
                    <a:cubicBezTo>
                      <a:pt x="2099" y="3506"/>
                      <a:pt x="2100" y="3501"/>
                      <a:pt x="2100" y="3496"/>
                    </a:cubicBezTo>
                    <a:cubicBezTo>
                      <a:pt x="2100" y="3492"/>
                      <a:pt x="2099" y="3489"/>
                      <a:pt x="2099" y="3485"/>
                    </a:cubicBezTo>
                    <a:cubicBezTo>
                      <a:pt x="2081" y="3345"/>
                      <a:pt x="2024" y="3221"/>
                      <a:pt x="1990" y="3087"/>
                    </a:cubicBezTo>
                    <a:cubicBezTo>
                      <a:pt x="1952" y="2939"/>
                      <a:pt x="1905" y="2794"/>
                      <a:pt x="1862" y="2647"/>
                    </a:cubicBezTo>
                    <a:lnTo>
                      <a:pt x="1862" y="2647"/>
                    </a:lnTo>
                    <a:cubicBezTo>
                      <a:pt x="1850" y="2607"/>
                      <a:pt x="1840" y="2566"/>
                      <a:pt x="1833" y="2524"/>
                    </a:cubicBezTo>
                    <a:lnTo>
                      <a:pt x="1833" y="2524"/>
                    </a:lnTo>
                    <a:cubicBezTo>
                      <a:pt x="1829" y="2479"/>
                      <a:pt x="1827" y="2434"/>
                      <a:pt x="1827" y="2389"/>
                    </a:cubicBezTo>
                    <a:cubicBezTo>
                      <a:pt x="1827" y="2387"/>
                      <a:pt x="1827" y="2384"/>
                      <a:pt x="1827" y="2381"/>
                    </a:cubicBezTo>
                    <a:cubicBezTo>
                      <a:pt x="1822" y="2234"/>
                      <a:pt x="1787" y="2091"/>
                      <a:pt x="1787" y="1944"/>
                    </a:cubicBezTo>
                    <a:lnTo>
                      <a:pt x="1787" y="1944"/>
                    </a:lnTo>
                    <a:cubicBezTo>
                      <a:pt x="1787" y="1939"/>
                      <a:pt x="1787" y="1934"/>
                      <a:pt x="1787" y="1929"/>
                    </a:cubicBezTo>
                    <a:cubicBezTo>
                      <a:pt x="1787" y="1868"/>
                      <a:pt x="1795" y="1807"/>
                      <a:pt x="1811" y="1748"/>
                    </a:cubicBezTo>
                    <a:cubicBezTo>
                      <a:pt x="1827" y="1696"/>
                      <a:pt x="1876" y="1661"/>
                      <a:pt x="1898" y="1611"/>
                    </a:cubicBezTo>
                    <a:cubicBezTo>
                      <a:pt x="1916" y="1571"/>
                      <a:pt x="1916" y="1526"/>
                      <a:pt x="1915" y="1482"/>
                    </a:cubicBezTo>
                    <a:lnTo>
                      <a:pt x="1908" y="1172"/>
                    </a:lnTo>
                    <a:lnTo>
                      <a:pt x="1908" y="1172"/>
                    </a:lnTo>
                    <a:cubicBezTo>
                      <a:pt x="1908" y="1169"/>
                      <a:pt x="1908" y="1166"/>
                      <a:pt x="1908" y="1162"/>
                    </a:cubicBezTo>
                    <a:cubicBezTo>
                      <a:pt x="1908" y="1146"/>
                      <a:pt x="1905" y="1129"/>
                      <a:pt x="1898" y="1113"/>
                    </a:cubicBezTo>
                    <a:lnTo>
                      <a:pt x="1898" y="1113"/>
                    </a:lnTo>
                    <a:cubicBezTo>
                      <a:pt x="1888" y="1097"/>
                      <a:pt x="1874" y="1084"/>
                      <a:pt x="1858" y="1074"/>
                    </a:cubicBezTo>
                    <a:cubicBezTo>
                      <a:pt x="1784" y="1021"/>
                      <a:pt x="1709" y="969"/>
                      <a:pt x="1636" y="915"/>
                    </a:cubicBezTo>
                    <a:cubicBezTo>
                      <a:pt x="1583" y="877"/>
                      <a:pt x="1524" y="853"/>
                      <a:pt x="1492" y="791"/>
                    </a:cubicBezTo>
                    <a:cubicBezTo>
                      <a:pt x="1478" y="762"/>
                      <a:pt x="1469" y="729"/>
                      <a:pt x="1449" y="704"/>
                    </a:cubicBezTo>
                    <a:lnTo>
                      <a:pt x="1449" y="704"/>
                    </a:lnTo>
                    <a:cubicBezTo>
                      <a:pt x="1439" y="693"/>
                      <a:pt x="1428" y="684"/>
                      <a:pt x="1415" y="677"/>
                    </a:cubicBezTo>
                    <a:cubicBezTo>
                      <a:pt x="1397" y="666"/>
                      <a:pt x="1378" y="660"/>
                      <a:pt x="1357" y="658"/>
                    </a:cubicBezTo>
                    <a:lnTo>
                      <a:pt x="1357" y="658"/>
                    </a:lnTo>
                    <a:cubicBezTo>
                      <a:pt x="1354" y="658"/>
                      <a:pt x="1351" y="658"/>
                      <a:pt x="1348" y="658"/>
                    </a:cubicBezTo>
                    <a:cubicBezTo>
                      <a:pt x="1328" y="658"/>
                      <a:pt x="1308" y="660"/>
                      <a:pt x="1289" y="6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34"/>
              <p:cNvSpPr/>
              <p:nvPr/>
            </p:nvSpPr>
            <p:spPr>
              <a:xfrm>
                <a:off x="5234075" y="3483365"/>
                <a:ext cx="230039" cy="29793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018" extrusionOk="0">
                    <a:moveTo>
                      <a:pt x="107" y="54"/>
                    </a:moveTo>
                    <a:lnTo>
                      <a:pt x="107" y="54"/>
                    </a:lnTo>
                    <a:cubicBezTo>
                      <a:pt x="176" y="19"/>
                      <a:pt x="252" y="0"/>
                      <a:pt x="330" y="0"/>
                    </a:cubicBezTo>
                    <a:cubicBezTo>
                      <a:pt x="352" y="0"/>
                      <a:pt x="374" y="1"/>
                      <a:pt x="396" y="4"/>
                    </a:cubicBezTo>
                    <a:lnTo>
                      <a:pt x="396" y="4"/>
                    </a:lnTo>
                    <a:cubicBezTo>
                      <a:pt x="441" y="11"/>
                      <a:pt x="486" y="26"/>
                      <a:pt x="526" y="50"/>
                    </a:cubicBezTo>
                    <a:cubicBezTo>
                      <a:pt x="572" y="76"/>
                      <a:pt x="611" y="112"/>
                      <a:pt x="642" y="156"/>
                    </a:cubicBezTo>
                    <a:cubicBezTo>
                      <a:pt x="702" y="246"/>
                      <a:pt x="713" y="362"/>
                      <a:pt x="695" y="469"/>
                    </a:cubicBezTo>
                    <a:lnTo>
                      <a:pt x="695" y="469"/>
                    </a:lnTo>
                    <a:cubicBezTo>
                      <a:pt x="723" y="485"/>
                      <a:pt x="746" y="508"/>
                      <a:pt x="762" y="536"/>
                    </a:cubicBezTo>
                    <a:cubicBezTo>
                      <a:pt x="778" y="564"/>
                      <a:pt x="786" y="595"/>
                      <a:pt x="786" y="627"/>
                    </a:cubicBezTo>
                    <a:cubicBezTo>
                      <a:pt x="786" y="648"/>
                      <a:pt x="783" y="668"/>
                      <a:pt x="776" y="687"/>
                    </a:cubicBezTo>
                    <a:lnTo>
                      <a:pt x="776" y="687"/>
                    </a:lnTo>
                    <a:cubicBezTo>
                      <a:pt x="775" y="689"/>
                      <a:pt x="775" y="691"/>
                      <a:pt x="773" y="693"/>
                    </a:cubicBezTo>
                    <a:cubicBezTo>
                      <a:pt x="772" y="695"/>
                      <a:pt x="771" y="697"/>
                      <a:pt x="769" y="699"/>
                    </a:cubicBezTo>
                    <a:lnTo>
                      <a:pt x="769" y="699"/>
                    </a:lnTo>
                    <a:cubicBezTo>
                      <a:pt x="768" y="700"/>
                      <a:pt x="767" y="700"/>
                      <a:pt x="767" y="700"/>
                    </a:cubicBezTo>
                    <a:cubicBezTo>
                      <a:pt x="763" y="703"/>
                      <a:pt x="759" y="704"/>
                      <a:pt x="755" y="704"/>
                    </a:cubicBezTo>
                    <a:lnTo>
                      <a:pt x="755" y="704"/>
                    </a:lnTo>
                    <a:cubicBezTo>
                      <a:pt x="639" y="729"/>
                      <a:pt x="527" y="764"/>
                      <a:pt x="418" y="809"/>
                    </a:cubicBezTo>
                    <a:lnTo>
                      <a:pt x="418" y="809"/>
                    </a:lnTo>
                    <a:cubicBezTo>
                      <a:pt x="392" y="819"/>
                      <a:pt x="367" y="831"/>
                      <a:pt x="344" y="845"/>
                    </a:cubicBezTo>
                    <a:cubicBezTo>
                      <a:pt x="270" y="888"/>
                      <a:pt x="207" y="947"/>
                      <a:pt x="159" y="1018"/>
                    </a:cubicBezTo>
                    <a:lnTo>
                      <a:pt x="159" y="1018"/>
                    </a:lnTo>
                    <a:cubicBezTo>
                      <a:pt x="148" y="977"/>
                      <a:pt x="142" y="936"/>
                      <a:pt x="142" y="893"/>
                    </a:cubicBezTo>
                    <a:cubicBezTo>
                      <a:pt x="142" y="849"/>
                      <a:pt x="148" y="804"/>
                      <a:pt x="162" y="761"/>
                    </a:cubicBezTo>
                    <a:lnTo>
                      <a:pt x="162" y="761"/>
                    </a:lnTo>
                    <a:cubicBezTo>
                      <a:pt x="165" y="748"/>
                      <a:pt x="169" y="736"/>
                      <a:pt x="176" y="725"/>
                    </a:cubicBezTo>
                    <a:cubicBezTo>
                      <a:pt x="182" y="714"/>
                      <a:pt x="190" y="705"/>
                      <a:pt x="199" y="696"/>
                    </a:cubicBezTo>
                    <a:lnTo>
                      <a:pt x="199" y="696"/>
                    </a:lnTo>
                    <a:cubicBezTo>
                      <a:pt x="211" y="688"/>
                      <a:pt x="223" y="679"/>
                      <a:pt x="234" y="669"/>
                    </a:cubicBezTo>
                    <a:lnTo>
                      <a:pt x="234" y="669"/>
                    </a:lnTo>
                    <a:cubicBezTo>
                      <a:pt x="235" y="668"/>
                      <a:pt x="236" y="666"/>
                      <a:pt x="237" y="664"/>
                    </a:cubicBezTo>
                    <a:cubicBezTo>
                      <a:pt x="245" y="651"/>
                      <a:pt x="249" y="635"/>
                      <a:pt x="249" y="620"/>
                    </a:cubicBezTo>
                    <a:cubicBezTo>
                      <a:pt x="249" y="616"/>
                      <a:pt x="249" y="613"/>
                      <a:pt x="248" y="609"/>
                    </a:cubicBezTo>
                    <a:lnTo>
                      <a:pt x="248" y="609"/>
                    </a:lnTo>
                    <a:cubicBezTo>
                      <a:pt x="245" y="528"/>
                      <a:pt x="223" y="449"/>
                      <a:pt x="182" y="379"/>
                    </a:cubicBezTo>
                    <a:cubicBezTo>
                      <a:pt x="147" y="318"/>
                      <a:pt x="99" y="265"/>
                      <a:pt x="42" y="224"/>
                    </a:cubicBezTo>
                    <a:lnTo>
                      <a:pt x="42" y="224"/>
                    </a:lnTo>
                    <a:cubicBezTo>
                      <a:pt x="27" y="215"/>
                      <a:pt x="15" y="203"/>
                      <a:pt x="6" y="189"/>
                    </a:cubicBezTo>
                    <a:cubicBezTo>
                      <a:pt x="-25" y="133"/>
                      <a:pt x="70" y="73"/>
                      <a:pt x="107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5318364" y="3569410"/>
                <a:ext cx="105654" cy="109751"/>
              </a:xfrm>
              <a:custGeom>
                <a:avLst/>
                <a:gdLst/>
                <a:ahLst/>
                <a:cxnLst/>
                <a:rect l="l" t="t" r="r" b="b"/>
                <a:pathLst>
                  <a:path w="361" h="375" extrusionOk="0">
                    <a:moveTo>
                      <a:pt x="0" y="375"/>
                    </a:moveTo>
                    <a:lnTo>
                      <a:pt x="0" y="375"/>
                    </a:lnTo>
                    <a:cubicBezTo>
                      <a:pt x="107" y="369"/>
                      <a:pt x="211" y="338"/>
                      <a:pt x="303" y="285"/>
                    </a:cubicBezTo>
                    <a:cubicBezTo>
                      <a:pt x="323" y="273"/>
                      <a:pt x="343" y="261"/>
                      <a:pt x="361" y="247"/>
                    </a:cubicBezTo>
                    <a:cubicBezTo>
                      <a:pt x="274" y="266"/>
                      <a:pt x="196" y="323"/>
                      <a:pt x="107" y="320"/>
                    </a:cubicBezTo>
                    <a:cubicBezTo>
                      <a:pt x="146" y="321"/>
                      <a:pt x="209" y="192"/>
                      <a:pt x="222" y="163"/>
                    </a:cubicBezTo>
                    <a:cubicBezTo>
                      <a:pt x="242" y="116"/>
                      <a:pt x="265" y="51"/>
                      <a:pt x="256" y="0"/>
                    </a:cubicBezTo>
                    <a:cubicBezTo>
                      <a:pt x="222" y="32"/>
                      <a:pt x="208" y="97"/>
                      <a:pt x="183" y="138"/>
                    </a:cubicBezTo>
                    <a:lnTo>
                      <a:pt x="183" y="138"/>
                    </a:lnTo>
                    <a:cubicBezTo>
                      <a:pt x="129" y="222"/>
                      <a:pt x="67" y="302"/>
                      <a:pt x="0" y="375"/>
                    </a:cubicBezTo>
                    <a:close/>
                  </a:path>
                </a:pathLst>
              </a:custGeom>
              <a:solidFill>
                <a:srgbClr val="528C9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4"/>
              <p:cNvSpPr/>
              <p:nvPr/>
            </p:nvSpPr>
            <p:spPr>
              <a:xfrm>
                <a:off x="5279732" y="3709013"/>
                <a:ext cx="447492" cy="529440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809" extrusionOk="0">
                    <a:moveTo>
                      <a:pt x="643" y="1393"/>
                    </a:moveTo>
                    <a:lnTo>
                      <a:pt x="643" y="1393"/>
                    </a:lnTo>
                    <a:cubicBezTo>
                      <a:pt x="641" y="1369"/>
                      <a:pt x="635" y="1345"/>
                      <a:pt x="624" y="1323"/>
                    </a:cubicBezTo>
                    <a:lnTo>
                      <a:pt x="624" y="1323"/>
                    </a:lnTo>
                    <a:cubicBezTo>
                      <a:pt x="611" y="1305"/>
                      <a:pt x="596" y="1290"/>
                      <a:pt x="579" y="1278"/>
                    </a:cubicBezTo>
                    <a:cubicBezTo>
                      <a:pt x="547" y="1252"/>
                      <a:pt x="250" y="957"/>
                      <a:pt x="268" y="937"/>
                    </a:cubicBezTo>
                    <a:lnTo>
                      <a:pt x="312" y="888"/>
                    </a:lnTo>
                    <a:lnTo>
                      <a:pt x="312" y="888"/>
                    </a:lnTo>
                    <a:lnTo>
                      <a:pt x="312" y="888"/>
                    </a:lnTo>
                    <a:cubicBezTo>
                      <a:pt x="312" y="887"/>
                      <a:pt x="313" y="886"/>
                      <a:pt x="314" y="886"/>
                    </a:cubicBezTo>
                    <a:cubicBezTo>
                      <a:pt x="315" y="885"/>
                      <a:pt x="316" y="885"/>
                      <a:pt x="317" y="885"/>
                    </a:cubicBezTo>
                    <a:cubicBezTo>
                      <a:pt x="318" y="885"/>
                      <a:pt x="319" y="885"/>
                      <a:pt x="320" y="886"/>
                    </a:cubicBezTo>
                    <a:cubicBezTo>
                      <a:pt x="321" y="886"/>
                      <a:pt x="322" y="887"/>
                      <a:pt x="323" y="888"/>
                    </a:cubicBezTo>
                    <a:lnTo>
                      <a:pt x="323" y="888"/>
                    </a:lnTo>
                    <a:cubicBezTo>
                      <a:pt x="422" y="990"/>
                      <a:pt x="519" y="1091"/>
                      <a:pt x="618" y="1193"/>
                    </a:cubicBezTo>
                    <a:lnTo>
                      <a:pt x="548" y="770"/>
                    </a:lnTo>
                    <a:lnTo>
                      <a:pt x="548" y="770"/>
                    </a:lnTo>
                    <a:cubicBezTo>
                      <a:pt x="538" y="720"/>
                      <a:pt x="533" y="669"/>
                      <a:pt x="533" y="618"/>
                    </a:cubicBezTo>
                    <a:cubicBezTo>
                      <a:pt x="533" y="614"/>
                      <a:pt x="533" y="610"/>
                      <a:pt x="533" y="606"/>
                    </a:cubicBezTo>
                    <a:cubicBezTo>
                      <a:pt x="536" y="552"/>
                      <a:pt x="546" y="509"/>
                      <a:pt x="581" y="466"/>
                    </a:cubicBezTo>
                    <a:lnTo>
                      <a:pt x="581" y="466"/>
                    </a:lnTo>
                    <a:cubicBezTo>
                      <a:pt x="572" y="443"/>
                      <a:pt x="562" y="420"/>
                      <a:pt x="549" y="398"/>
                    </a:cubicBezTo>
                    <a:cubicBezTo>
                      <a:pt x="516" y="342"/>
                      <a:pt x="472" y="293"/>
                      <a:pt x="419" y="255"/>
                    </a:cubicBezTo>
                    <a:cubicBezTo>
                      <a:pt x="310" y="176"/>
                      <a:pt x="199" y="220"/>
                      <a:pt x="124" y="321"/>
                    </a:cubicBezTo>
                    <a:lnTo>
                      <a:pt x="124" y="321"/>
                    </a:lnTo>
                    <a:cubicBezTo>
                      <a:pt x="113" y="337"/>
                      <a:pt x="102" y="354"/>
                      <a:pt x="92" y="371"/>
                    </a:cubicBezTo>
                    <a:cubicBezTo>
                      <a:pt x="51" y="442"/>
                      <a:pt x="26" y="521"/>
                      <a:pt x="19" y="603"/>
                    </a:cubicBezTo>
                    <a:lnTo>
                      <a:pt x="19" y="603"/>
                    </a:lnTo>
                    <a:cubicBezTo>
                      <a:pt x="7" y="560"/>
                      <a:pt x="0" y="517"/>
                      <a:pt x="0" y="473"/>
                    </a:cubicBezTo>
                    <a:cubicBezTo>
                      <a:pt x="0" y="394"/>
                      <a:pt x="21" y="316"/>
                      <a:pt x="60" y="248"/>
                    </a:cubicBezTo>
                    <a:cubicBezTo>
                      <a:pt x="88" y="200"/>
                      <a:pt x="123" y="158"/>
                      <a:pt x="166" y="124"/>
                    </a:cubicBezTo>
                    <a:lnTo>
                      <a:pt x="166" y="124"/>
                    </a:lnTo>
                    <a:cubicBezTo>
                      <a:pt x="180" y="112"/>
                      <a:pt x="194" y="101"/>
                      <a:pt x="210" y="92"/>
                    </a:cubicBezTo>
                    <a:cubicBezTo>
                      <a:pt x="245" y="71"/>
                      <a:pt x="285" y="59"/>
                      <a:pt x="326" y="54"/>
                    </a:cubicBezTo>
                    <a:cubicBezTo>
                      <a:pt x="418" y="46"/>
                      <a:pt x="507" y="95"/>
                      <a:pt x="569" y="164"/>
                    </a:cubicBezTo>
                    <a:cubicBezTo>
                      <a:pt x="631" y="232"/>
                      <a:pt x="670" y="318"/>
                      <a:pt x="709" y="402"/>
                    </a:cubicBezTo>
                    <a:cubicBezTo>
                      <a:pt x="749" y="394"/>
                      <a:pt x="779" y="407"/>
                      <a:pt x="819" y="413"/>
                    </a:cubicBezTo>
                    <a:lnTo>
                      <a:pt x="819" y="413"/>
                    </a:lnTo>
                    <a:cubicBezTo>
                      <a:pt x="819" y="413"/>
                      <a:pt x="819" y="414"/>
                      <a:pt x="819" y="415"/>
                    </a:cubicBezTo>
                    <a:cubicBezTo>
                      <a:pt x="819" y="416"/>
                      <a:pt x="819" y="417"/>
                      <a:pt x="819" y="418"/>
                    </a:cubicBezTo>
                    <a:cubicBezTo>
                      <a:pt x="818" y="419"/>
                      <a:pt x="817" y="419"/>
                      <a:pt x="816" y="420"/>
                    </a:cubicBezTo>
                    <a:cubicBezTo>
                      <a:pt x="816" y="420"/>
                      <a:pt x="815" y="421"/>
                      <a:pt x="814" y="421"/>
                    </a:cubicBezTo>
                    <a:cubicBezTo>
                      <a:pt x="813" y="421"/>
                      <a:pt x="812" y="420"/>
                      <a:pt x="811" y="420"/>
                    </a:cubicBezTo>
                    <a:cubicBezTo>
                      <a:pt x="810" y="419"/>
                      <a:pt x="809" y="419"/>
                      <a:pt x="809" y="418"/>
                    </a:cubicBezTo>
                    <a:cubicBezTo>
                      <a:pt x="808" y="417"/>
                      <a:pt x="808" y="416"/>
                      <a:pt x="808" y="415"/>
                    </a:cubicBezTo>
                    <a:lnTo>
                      <a:pt x="808" y="414"/>
                    </a:lnTo>
                    <a:cubicBezTo>
                      <a:pt x="813" y="414"/>
                      <a:pt x="806" y="408"/>
                      <a:pt x="804" y="403"/>
                    </a:cubicBezTo>
                    <a:cubicBezTo>
                      <a:pt x="760" y="262"/>
                      <a:pt x="672" y="148"/>
                      <a:pt x="652" y="0"/>
                    </a:cubicBezTo>
                    <a:lnTo>
                      <a:pt x="652" y="0"/>
                    </a:lnTo>
                    <a:cubicBezTo>
                      <a:pt x="701" y="84"/>
                      <a:pt x="757" y="164"/>
                      <a:pt x="820" y="238"/>
                    </a:cubicBezTo>
                    <a:lnTo>
                      <a:pt x="820" y="238"/>
                    </a:lnTo>
                    <a:cubicBezTo>
                      <a:pt x="857" y="279"/>
                      <a:pt x="889" y="323"/>
                      <a:pt x="916" y="370"/>
                    </a:cubicBezTo>
                    <a:cubicBezTo>
                      <a:pt x="921" y="379"/>
                      <a:pt x="927" y="389"/>
                      <a:pt x="932" y="399"/>
                    </a:cubicBezTo>
                    <a:lnTo>
                      <a:pt x="932" y="399"/>
                    </a:lnTo>
                    <a:cubicBezTo>
                      <a:pt x="933" y="401"/>
                      <a:pt x="934" y="404"/>
                      <a:pt x="936" y="407"/>
                    </a:cubicBezTo>
                    <a:cubicBezTo>
                      <a:pt x="939" y="412"/>
                      <a:pt x="943" y="417"/>
                      <a:pt x="947" y="421"/>
                    </a:cubicBezTo>
                    <a:lnTo>
                      <a:pt x="947" y="421"/>
                    </a:lnTo>
                    <a:cubicBezTo>
                      <a:pt x="948" y="422"/>
                      <a:pt x="948" y="422"/>
                      <a:pt x="949" y="422"/>
                    </a:cubicBezTo>
                    <a:cubicBezTo>
                      <a:pt x="957" y="427"/>
                      <a:pt x="967" y="430"/>
                      <a:pt x="976" y="431"/>
                    </a:cubicBezTo>
                    <a:cubicBezTo>
                      <a:pt x="1052" y="445"/>
                      <a:pt x="1118" y="491"/>
                      <a:pt x="1176" y="543"/>
                    </a:cubicBezTo>
                    <a:lnTo>
                      <a:pt x="1176" y="543"/>
                    </a:lnTo>
                    <a:cubicBezTo>
                      <a:pt x="1257" y="616"/>
                      <a:pt x="1327" y="702"/>
                      <a:pt x="1382" y="797"/>
                    </a:cubicBezTo>
                    <a:cubicBezTo>
                      <a:pt x="1434" y="887"/>
                      <a:pt x="1472" y="985"/>
                      <a:pt x="1495" y="1086"/>
                    </a:cubicBezTo>
                    <a:cubicBezTo>
                      <a:pt x="1523" y="1207"/>
                      <a:pt x="1538" y="1304"/>
                      <a:pt x="1524" y="1427"/>
                    </a:cubicBezTo>
                    <a:lnTo>
                      <a:pt x="1524" y="1427"/>
                    </a:lnTo>
                    <a:cubicBezTo>
                      <a:pt x="1520" y="1482"/>
                      <a:pt x="1504" y="1536"/>
                      <a:pt x="1476" y="1585"/>
                    </a:cubicBezTo>
                    <a:cubicBezTo>
                      <a:pt x="1474" y="1588"/>
                      <a:pt x="1472" y="1590"/>
                      <a:pt x="1470" y="1593"/>
                    </a:cubicBezTo>
                    <a:cubicBezTo>
                      <a:pt x="1434" y="1646"/>
                      <a:pt x="1378" y="1682"/>
                      <a:pt x="1322" y="1713"/>
                    </a:cubicBezTo>
                    <a:cubicBezTo>
                      <a:pt x="1192" y="1783"/>
                      <a:pt x="1024" y="1851"/>
                      <a:pt x="884" y="1777"/>
                    </a:cubicBezTo>
                    <a:cubicBezTo>
                      <a:pt x="823" y="1745"/>
                      <a:pt x="743" y="1715"/>
                      <a:pt x="714" y="1650"/>
                    </a:cubicBezTo>
                    <a:lnTo>
                      <a:pt x="714" y="1650"/>
                    </a:lnTo>
                    <a:cubicBezTo>
                      <a:pt x="680" y="1568"/>
                      <a:pt x="656" y="1481"/>
                      <a:pt x="643" y="139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34"/>
              <p:cNvSpPr/>
              <p:nvPr/>
            </p:nvSpPr>
            <p:spPr>
              <a:xfrm>
                <a:off x="6537911" y="3507657"/>
                <a:ext cx="395104" cy="554610"/>
              </a:xfrm>
              <a:custGeom>
                <a:avLst/>
                <a:gdLst/>
                <a:ahLst/>
                <a:cxnLst/>
                <a:rect l="l" t="t" r="r" b="b"/>
                <a:pathLst>
                  <a:path w="1350" h="1895" extrusionOk="0">
                    <a:moveTo>
                      <a:pt x="224" y="11"/>
                    </a:moveTo>
                    <a:lnTo>
                      <a:pt x="224" y="11"/>
                    </a:lnTo>
                    <a:cubicBezTo>
                      <a:pt x="293" y="4"/>
                      <a:pt x="362" y="0"/>
                      <a:pt x="432" y="0"/>
                    </a:cubicBezTo>
                    <a:cubicBezTo>
                      <a:pt x="633" y="0"/>
                      <a:pt x="832" y="32"/>
                      <a:pt x="1023" y="95"/>
                    </a:cubicBezTo>
                    <a:lnTo>
                      <a:pt x="1023" y="95"/>
                    </a:lnTo>
                    <a:cubicBezTo>
                      <a:pt x="1040" y="99"/>
                      <a:pt x="1056" y="105"/>
                      <a:pt x="1071" y="114"/>
                    </a:cubicBezTo>
                    <a:cubicBezTo>
                      <a:pt x="1085" y="122"/>
                      <a:pt x="1097" y="131"/>
                      <a:pt x="1108" y="142"/>
                    </a:cubicBezTo>
                    <a:lnTo>
                      <a:pt x="1108" y="142"/>
                    </a:lnTo>
                    <a:cubicBezTo>
                      <a:pt x="1112" y="148"/>
                      <a:pt x="1116" y="154"/>
                      <a:pt x="1120" y="160"/>
                    </a:cubicBezTo>
                    <a:cubicBezTo>
                      <a:pt x="1129" y="176"/>
                      <a:pt x="1135" y="192"/>
                      <a:pt x="1139" y="209"/>
                    </a:cubicBezTo>
                    <a:lnTo>
                      <a:pt x="1139" y="209"/>
                    </a:lnTo>
                    <a:cubicBezTo>
                      <a:pt x="1167" y="302"/>
                      <a:pt x="1185" y="398"/>
                      <a:pt x="1192" y="495"/>
                    </a:cubicBezTo>
                    <a:lnTo>
                      <a:pt x="1192" y="495"/>
                    </a:lnTo>
                    <a:cubicBezTo>
                      <a:pt x="1192" y="498"/>
                      <a:pt x="1193" y="501"/>
                      <a:pt x="1193" y="503"/>
                    </a:cubicBezTo>
                    <a:cubicBezTo>
                      <a:pt x="1193" y="511"/>
                      <a:pt x="1191" y="519"/>
                      <a:pt x="1187" y="525"/>
                    </a:cubicBezTo>
                    <a:cubicBezTo>
                      <a:pt x="1178" y="537"/>
                      <a:pt x="1160" y="537"/>
                      <a:pt x="1149" y="546"/>
                    </a:cubicBezTo>
                    <a:cubicBezTo>
                      <a:pt x="1129" y="561"/>
                      <a:pt x="1135" y="592"/>
                      <a:pt x="1142" y="616"/>
                    </a:cubicBezTo>
                    <a:lnTo>
                      <a:pt x="1142" y="616"/>
                    </a:lnTo>
                    <a:cubicBezTo>
                      <a:pt x="1235" y="913"/>
                      <a:pt x="1302" y="1217"/>
                      <a:pt x="1341" y="1525"/>
                    </a:cubicBezTo>
                    <a:cubicBezTo>
                      <a:pt x="1352" y="1611"/>
                      <a:pt x="1360" y="1702"/>
                      <a:pt x="1325" y="1781"/>
                    </a:cubicBezTo>
                    <a:cubicBezTo>
                      <a:pt x="1289" y="1860"/>
                      <a:pt x="1194" y="1920"/>
                      <a:pt x="1115" y="1886"/>
                    </a:cubicBezTo>
                    <a:cubicBezTo>
                      <a:pt x="1076" y="1870"/>
                      <a:pt x="1048" y="1837"/>
                      <a:pt x="1023" y="1804"/>
                    </a:cubicBezTo>
                    <a:cubicBezTo>
                      <a:pt x="746" y="1441"/>
                      <a:pt x="612" y="984"/>
                      <a:pt x="322" y="632"/>
                    </a:cubicBezTo>
                    <a:cubicBezTo>
                      <a:pt x="224" y="512"/>
                      <a:pt x="97" y="404"/>
                      <a:pt x="23" y="267"/>
                    </a:cubicBezTo>
                    <a:cubicBezTo>
                      <a:pt x="-57" y="118"/>
                      <a:pt x="88" y="26"/>
                      <a:pt x="224" y="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34"/>
              <p:cNvSpPr/>
              <p:nvPr/>
            </p:nvSpPr>
            <p:spPr>
              <a:xfrm>
                <a:off x="6709122" y="3540728"/>
                <a:ext cx="226234" cy="50456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724" extrusionOk="0">
                    <a:moveTo>
                      <a:pt x="495" y="1556"/>
                    </a:moveTo>
                    <a:cubicBezTo>
                      <a:pt x="512" y="1626"/>
                      <a:pt x="543" y="1709"/>
                      <a:pt x="614" y="1722"/>
                    </a:cubicBezTo>
                    <a:cubicBezTo>
                      <a:pt x="855" y="1765"/>
                      <a:pt x="758" y="1271"/>
                      <a:pt x="732" y="1164"/>
                    </a:cubicBezTo>
                    <a:cubicBezTo>
                      <a:pt x="677" y="942"/>
                      <a:pt x="631" y="717"/>
                      <a:pt x="592" y="491"/>
                    </a:cubicBezTo>
                    <a:lnTo>
                      <a:pt x="592" y="491"/>
                    </a:lnTo>
                    <a:cubicBezTo>
                      <a:pt x="591" y="486"/>
                      <a:pt x="590" y="481"/>
                      <a:pt x="590" y="476"/>
                    </a:cubicBezTo>
                    <a:cubicBezTo>
                      <a:pt x="590" y="470"/>
                      <a:pt x="591" y="464"/>
                      <a:pt x="593" y="459"/>
                    </a:cubicBezTo>
                    <a:cubicBezTo>
                      <a:pt x="601" y="446"/>
                      <a:pt x="619" y="443"/>
                      <a:pt x="630" y="432"/>
                    </a:cubicBezTo>
                    <a:cubicBezTo>
                      <a:pt x="643" y="419"/>
                      <a:pt x="643" y="397"/>
                      <a:pt x="641" y="378"/>
                    </a:cubicBezTo>
                    <a:lnTo>
                      <a:pt x="641" y="378"/>
                    </a:lnTo>
                    <a:cubicBezTo>
                      <a:pt x="634" y="299"/>
                      <a:pt x="619" y="222"/>
                      <a:pt x="597" y="146"/>
                    </a:cubicBezTo>
                    <a:cubicBezTo>
                      <a:pt x="583" y="96"/>
                      <a:pt x="562" y="42"/>
                      <a:pt x="517" y="17"/>
                    </a:cubicBezTo>
                    <a:cubicBezTo>
                      <a:pt x="476" y="-7"/>
                      <a:pt x="424" y="-1"/>
                      <a:pt x="377" y="6"/>
                    </a:cubicBezTo>
                    <a:cubicBezTo>
                      <a:pt x="270" y="21"/>
                      <a:pt x="161" y="37"/>
                      <a:pt x="64" y="84"/>
                    </a:cubicBezTo>
                    <a:cubicBezTo>
                      <a:pt x="38" y="97"/>
                      <a:pt x="11" y="114"/>
                      <a:pt x="3" y="141"/>
                    </a:cubicBezTo>
                    <a:lnTo>
                      <a:pt x="3" y="141"/>
                    </a:lnTo>
                    <a:cubicBezTo>
                      <a:pt x="1" y="150"/>
                      <a:pt x="0" y="158"/>
                      <a:pt x="0" y="166"/>
                    </a:cubicBezTo>
                    <a:cubicBezTo>
                      <a:pt x="0" y="178"/>
                      <a:pt x="2" y="191"/>
                      <a:pt x="6" y="202"/>
                    </a:cubicBezTo>
                    <a:cubicBezTo>
                      <a:pt x="60" y="425"/>
                      <a:pt x="183" y="605"/>
                      <a:pt x="261" y="815"/>
                    </a:cubicBezTo>
                    <a:lnTo>
                      <a:pt x="261" y="815"/>
                    </a:lnTo>
                    <a:cubicBezTo>
                      <a:pt x="352" y="1058"/>
                      <a:pt x="430" y="1305"/>
                      <a:pt x="495" y="155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4"/>
              <p:cNvSpPr/>
              <p:nvPr/>
            </p:nvSpPr>
            <p:spPr>
              <a:xfrm>
                <a:off x="6214806" y="3316251"/>
                <a:ext cx="1107171" cy="1757776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6006" extrusionOk="0">
                    <a:moveTo>
                      <a:pt x="3773" y="5427"/>
                    </a:moveTo>
                    <a:lnTo>
                      <a:pt x="3773" y="5427"/>
                    </a:lnTo>
                    <a:cubicBezTo>
                      <a:pt x="3636" y="5026"/>
                      <a:pt x="3473" y="4634"/>
                      <a:pt x="3285" y="4256"/>
                    </a:cubicBezTo>
                    <a:lnTo>
                      <a:pt x="3285" y="4256"/>
                    </a:lnTo>
                    <a:cubicBezTo>
                      <a:pt x="3283" y="4253"/>
                      <a:pt x="3282" y="4251"/>
                      <a:pt x="3281" y="4249"/>
                    </a:cubicBezTo>
                    <a:cubicBezTo>
                      <a:pt x="3279" y="4245"/>
                      <a:pt x="3277" y="4242"/>
                      <a:pt x="3275" y="4239"/>
                    </a:cubicBezTo>
                    <a:cubicBezTo>
                      <a:pt x="3234" y="4180"/>
                      <a:pt x="3158" y="4166"/>
                      <a:pt x="3070" y="4174"/>
                    </a:cubicBezTo>
                    <a:lnTo>
                      <a:pt x="2690" y="3241"/>
                    </a:lnTo>
                    <a:lnTo>
                      <a:pt x="2671" y="3193"/>
                    </a:lnTo>
                    <a:cubicBezTo>
                      <a:pt x="2664" y="3177"/>
                      <a:pt x="2641" y="3171"/>
                      <a:pt x="2619" y="3180"/>
                    </a:cubicBezTo>
                    <a:lnTo>
                      <a:pt x="2600" y="3188"/>
                    </a:lnTo>
                    <a:cubicBezTo>
                      <a:pt x="2585" y="3144"/>
                      <a:pt x="2564" y="3101"/>
                      <a:pt x="2552" y="3068"/>
                    </a:cubicBezTo>
                    <a:lnTo>
                      <a:pt x="2552" y="3068"/>
                    </a:lnTo>
                    <a:cubicBezTo>
                      <a:pt x="2547" y="3059"/>
                      <a:pt x="2545" y="3049"/>
                      <a:pt x="2545" y="3038"/>
                    </a:cubicBezTo>
                    <a:cubicBezTo>
                      <a:pt x="2545" y="3032"/>
                      <a:pt x="2546" y="3026"/>
                      <a:pt x="2547" y="3020"/>
                    </a:cubicBezTo>
                    <a:cubicBezTo>
                      <a:pt x="2555" y="3002"/>
                      <a:pt x="2577" y="2994"/>
                      <a:pt x="2596" y="2988"/>
                    </a:cubicBezTo>
                    <a:cubicBezTo>
                      <a:pt x="2614" y="2981"/>
                      <a:pt x="2635" y="2970"/>
                      <a:pt x="2636" y="2950"/>
                    </a:cubicBezTo>
                    <a:lnTo>
                      <a:pt x="2636" y="2950"/>
                    </a:lnTo>
                    <a:cubicBezTo>
                      <a:pt x="2635" y="2942"/>
                      <a:pt x="2633" y="2935"/>
                      <a:pt x="2630" y="2928"/>
                    </a:cubicBezTo>
                    <a:cubicBezTo>
                      <a:pt x="2560" y="2757"/>
                      <a:pt x="2518" y="2573"/>
                      <a:pt x="2443" y="2401"/>
                    </a:cubicBezTo>
                    <a:cubicBezTo>
                      <a:pt x="2368" y="2229"/>
                      <a:pt x="2284" y="2061"/>
                      <a:pt x="2199" y="1893"/>
                    </a:cubicBezTo>
                    <a:lnTo>
                      <a:pt x="1856" y="1208"/>
                    </a:lnTo>
                    <a:cubicBezTo>
                      <a:pt x="1808" y="1113"/>
                      <a:pt x="1784" y="1051"/>
                      <a:pt x="1685" y="1011"/>
                    </a:cubicBezTo>
                    <a:lnTo>
                      <a:pt x="1685" y="1011"/>
                    </a:lnTo>
                    <a:cubicBezTo>
                      <a:pt x="1662" y="984"/>
                      <a:pt x="1636" y="960"/>
                      <a:pt x="1607" y="940"/>
                    </a:cubicBezTo>
                    <a:cubicBezTo>
                      <a:pt x="1550" y="897"/>
                      <a:pt x="1486" y="854"/>
                      <a:pt x="1414" y="852"/>
                    </a:cubicBezTo>
                    <a:lnTo>
                      <a:pt x="1414" y="852"/>
                    </a:lnTo>
                    <a:cubicBezTo>
                      <a:pt x="1398" y="854"/>
                      <a:pt x="1382" y="854"/>
                      <a:pt x="1366" y="854"/>
                    </a:cubicBezTo>
                    <a:cubicBezTo>
                      <a:pt x="1355" y="854"/>
                      <a:pt x="1344" y="854"/>
                      <a:pt x="1333" y="853"/>
                    </a:cubicBezTo>
                    <a:cubicBezTo>
                      <a:pt x="1288" y="847"/>
                      <a:pt x="1282" y="815"/>
                      <a:pt x="1264" y="781"/>
                    </a:cubicBezTo>
                    <a:cubicBezTo>
                      <a:pt x="1263" y="779"/>
                      <a:pt x="1262" y="776"/>
                      <a:pt x="1259" y="776"/>
                    </a:cubicBezTo>
                    <a:lnTo>
                      <a:pt x="1259" y="776"/>
                    </a:lnTo>
                    <a:lnTo>
                      <a:pt x="1258" y="776"/>
                    </a:lnTo>
                    <a:cubicBezTo>
                      <a:pt x="1257" y="776"/>
                      <a:pt x="1255" y="776"/>
                      <a:pt x="1254" y="777"/>
                    </a:cubicBezTo>
                    <a:lnTo>
                      <a:pt x="1253" y="777"/>
                    </a:lnTo>
                    <a:cubicBezTo>
                      <a:pt x="1218" y="795"/>
                      <a:pt x="1184" y="812"/>
                      <a:pt x="1150" y="830"/>
                    </a:cubicBezTo>
                    <a:cubicBezTo>
                      <a:pt x="1127" y="777"/>
                      <a:pt x="1100" y="749"/>
                      <a:pt x="1133" y="697"/>
                    </a:cubicBezTo>
                    <a:cubicBezTo>
                      <a:pt x="1246" y="523"/>
                      <a:pt x="1233" y="309"/>
                      <a:pt x="1124" y="139"/>
                    </a:cubicBezTo>
                    <a:lnTo>
                      <a:pt x="1124" y="139"/>
                    </a:lnTo>
                    <a:lnTo>
                      <a:pt x="1124" y="138"/>
                    </a:lnTo>
                    <a:cubicBezTo>
                      <a:pt x="1121" y="133"/>
                      <a:pt x="1116" y="128"/>
                      <a:pt x="1111" y="125"/>
                    </a:cubicBezTo>
                    <a:cubicBezTo>
                      <a:pt x="1105" y="122"/>
                      <a:pt x="1099" y="121"/>
                      <a:pt x="1093" y="121"/>
                    </a:cubicBezTo>
                    <a:cubicBezTo>
                      <a:pt x="1086" y="121"/>
                      <a:pt x="1080" y="122"/>
                      <a:pt x="1075" y="125"/>
                    </a:cubicBezTo>
                    <a:cubicBezTo>
                      <a:pt x="1072" y="127"/>
                      <a:pt x="1070" y="128"/>
                      <a:pt x="1068" y="130"/>
                    </a:cubicBezTo>
                    <a:cubicBezTo>
                      <a:pt x="1042" y="60"/>
                      <a:pt x="975" y="-1"/>
                      <a:pt x="898" y="0"/>
                    </a:cubicBezTo>
                    <a:lnTo>
                      <a:pt x="811" y="0"/>
                    </a:lnTo>
                    <a:cubicBezTo>
                      <a:pt x="749" y="2"/>
                      <a:pt x="681" y="12"/>
                      <a:pt x="659" y="50"/>
                    </a:cubicBezTo>
                    <a:lnTo>
                      <a:pt x="659" y="50"/>
                    </a:lnTo>
                    <a:cubicBezTo>
                      <a:pt x="659" y="50"/>
                      <a:pt x="658" y="50"/>
                      <a:pt x="658" y="51"/>
                    </a:cubicBezTo>
                    <a:cubicBezTo>
                      <a:pt x="654" y="56"/>
                      <a:pt x="654" y="62"/>
                      <a:pt x="654" y="68"/>
                    </a:cubicBezTo>
                    <a:cubicBezTo>
                      <a:pt x="654" y="74"/>
                      <a:pt x="655" y="80"/>
                      <a:pt x="658" y="85"/>
                    </a:cubicBezTo>
                    <a:cubicBezTo>
                      <a:pt x="661" y="90"/>
                      <a:pt x="665" y="94"/>
                      <a:pt x="671" y="97"/>
                    </a:cubicBezTo>
                    <a:lnTo>
                      <a:pt x="671" y="97"/>
                    </a:lnTo>
                    <a:cubicBezTo>
                      <a:pt x="638" y="127"/>
                      <a:pt x="587" y="125"/>
                      <a:pt x="543" y="117"/>
                    </a:cubicBezTo>
                    <a:cubicBezTo>
                      <a:pt x="522" y="113"/>
                      <a:pt x="495" y="109"/>
                      <a:pt x="483" y="126"/>
                    </a:cubicBezTo>
                    <a:lnTo>
                      <a:pt x="483" y="126"/>
                    </a:lnTo>
                    <a:cubicBezTo>
                      <a:pt x="482" y="126"/>
                      <a:pt x="482" y="127"/>
                      <a:pt x="482" y="127"/>
                    </a:cubicBezTo>
                    <a:cubicBezTo>
                      <a:pt x="479" y="132"/>
                      <a:pt x="477" y="139"/>
                      <a:pt x="477" y="146"/>
                    </a:cubicBezTo>
                    <a:cubicBezTo>
                      <a:pt x="477" y="152"/>
                      <a:pt x="478" y="159"/>
                      <a:pt x="482" y="165"/>
                    </a:cubicBezTo>
                    <a:cubicBezTo>
                      <a:pt x="484" y="169"/>
                      <a:pt x="488" y="172"/>
                      <a:pt x="491" y="175"/>
                    </a:cubicBezTo>
                    <a:lnTo>
                      <a:pt x="491" y="175"/>
                    </a:lnTo>
                    <a:cubicBezTo>
                      <a:pt x="495" y="178"/>
                      <a:pt x="499" y="181"/>
                      <a:pt x="504" y="184"/>
                    </a:cubicBezTo>
                    <a:cubicBezTo>
                      <a:pt x="515" y="190"/>
                      <a:pt x="527" y="195"/>
                      <a:pt x="540" y="197"/>
                    </a:cubicBezTo>
                    <a:lnTo>
                      <a:pt x="540" y="197"/>
                    </a:lnTo>
                    <a:cubicBezTo>
                      <a:pt x="519" y="205"/>
                      <a:pt x="498" y="214"/>
                      <a:pt x="478" y="226"/>
                    </a:cubicBezTo>
                    <a:cubicBezTo>
                      <a:pt x="469" y="231"/>
                      <a:pt x="460" y="236"/>
                      <a:pt x="452" y="242"/>
                    </a:cubicBezTo>
                    <a:cubicBezTo>
                      <a:pt x="446" y="246"/>
                      <a:pt x="441" y="250"/>
                      <a:pt x="441" y="257"/>
                    </a:cubicBezTo>
                    <a:lnTo>
                      <a:pt x="441" y="257"/>
                    </a:lnTo>
                    <a:cubicBezTo>
                      <a:pt x="442" y="259"/>
                      <a:pt x="441" y="261"/>
                      <a:pt x="443" y="263"/>
                    </a:cubicBezTo>
                    <a:cubicBezTo>
                      <a:pt x="445" y="265"/>
                      <a:pt x="447" y="268"/>
                      <a:pt x="450" y="269"/>
                    </a:cubicBezTo>
                    <a:lnTo>
                      <a:pt x="450" y="269"/>
                    </a:lnTo>
                    <a:lnTo>
                      <a:pt x="450" y="269"/>
                    </a:lnTo>
                    <a:cubicBezTo>
                      <a:pt x="458" y="275"/>
                      <a:pt x="465" y="280"/>
                      <a:pt x="473" y="285"/>
                    </a:cubicBezTo>
                    <a:cubicBezTo>
                      <a:pt x="482" y="290"/>
                      <a:pt x="491" y="294"/>
                      <a:pt x="500" y="298"/>
                    </a:cubicBezTo>
                    <a:lnTo>
                      <a:pt x="500" y="298"/>
                    </a:lnTo>
                    <a:cubicBezTo>
                      <a:pt x="496" y="299"/>
                      <a:pt x="493" y="301"/>
                      <a:pt x="490" y="303"/>
                    </a:cubicBezTo>
                    <a:cubicBezTo>
                      <a:pt x="478" y="309"/>
                      <a:pt x="468" y="319"/>
                      <a:pt x="459" y="330"/>
                    </a:cubicBezTo>
                    <a:lnTo>
                      <a:pt x="459" y="330"/>
                    </a:lnTo>
                    <a:cubicBezTo>
                      <a:pt x="459" y="331"/>
                      <a:pt x="458" y="332"/>
                      <a:pt x="457" y="333"/>
                    </a:cubicBezTo>
                    <a:cubicBezTo>
                      <a:pt x="454" y="338"/>
                      <a:pt x="453" y="344"/>
                      <a:pt x="453" y="350"/>
                    </a:cubicBezTo>
                    <a:cubicBezTo>
                      <a:pt x="453" y="356"/>
                      <a:pt x="454" y="362"/>
                      <a:pt x="457" y="368"/>
                    </a:cubicBezTo>
                    <a:cubicBezTo>
                      <a:pt x="459" y="371"/>
                      <a:pt x="462" y="374"/>
                      <a:pt x="464" y="377"/>
                    </a:cubicBezTo>
                    <a:lnTo>
                      <a:pt x="464" y="377"/>
                    </a:lnTo>
                    <a:cubicBezTo>
                      <a:pt x="472" y="380"/>
                      <a:pt x="480" y="382"/>
                      <a:pt x="488" y="382"/>
                    </a:cubicBezTo>
                    <a:cubicBezTo>
                      <a:pt x="494" y="382"/>
                      <a:pt x="500" y="381"/>
                      <a:pt x="505" y="379"/>
                    </a:cubicBezTo>
                    <a:lnTo>
                      <a:pt x="591" y="362"/>
                    </a:lnTo>
                    <a:lnTo>
                      <a:pt x="591" y="362"/>
                    </a:lnTo>
                    <a:cubicBezTo>
                      <a:pt x="572" y="373"/>
                      <a:pt x="555" y="389"/>
                      <a:pt x="542" y="407"/>
                    </a:cubicBezTo>
                    <a:cubicBezTo>
                      <a:pt x="567" y="411"/>
                      <a:pt x="595" y="409"/>
                      <a:pt x="610" y="432"/>
                    </a:cubicBezTo>
                    <a:cubicBezTo>
                      <a:pt x="626" y="458"/>
                      <a:pt x="617" y="518"/>
                      <a:pt x="612" y="547"/>
                    </a:cubicBezTo>
                    <a:lnTo>
                      <a:pt x="612" y="547"/>
                    </a:lnTo>
                    <a:cubicBezTo>
                      <a:pt x="606" y="573"/>
                      <a:pt x="597" y="598"/>
                      <a:pt x="583" y="622"/>
                    </a:cubicBezTo>
                    <a:cubicBezTo>
                      <a:pt x="573" y="639"/>
                      <a:pt x="561" y="656"/>
                      <a:pt x="547" y="671"/>
                    </a:cubicBezTo>
                    <a:lnTo>
                      <a:pt x="547" y="671"/>
                    </a:lnTo>
                    <a:cubicBezTo>
                      <a:pt x="559" y="674"/>
                      <a:pt x="572" y="676"/>
                      <a:pt x="586" y="676"/>
                    </a:cubicBezTo>
                    <a:lnTo>
                      <a:pt x="586" y="676"/>
                    </a:lnTo>
                    <a:cubicBezTo>
                      <a:pt x="592" y="676"/>
                      <a:pt x="599" y="678"/>
                      <a:pt x="604" y="681"/>
                    </a:cubicBezTo>
                    <a:cubicBezTo>
                      <a:pt x="610" y="684"/>
                      <a:pt x="615" y="689"/>
                      <a:pt x="618" y="695"/>
                    </a:cubicBezTo>
                    <a:lnTo>
                      <a:pt x="618" y="695"/>
                    </a:lnTo>
                    <a:cubicBezTo>
                      <a:pt x="620" y="700"/>
                      <a:pt x="621" y="705"/>
                      <a:pt x="621" y="710"/>
                    </a:cubicBezTo>
                    <a:cubicBezTo>
                      <a:pt x="621" y="713"/>
                      <a:pt x="620" y="716"/>
                      <a:pt x="620" y="719"/>
                    </a:cubicBezTo>
                    <a:lnTo>
                      <a:pt x="620" y="719"/>
                    </a:lnTo>
                    <a:cubicBezTo>
                      <a:pt x="619" y="730"/>
                      <a:pt x="618" y="742"/>
                      <a:pt x="618" y="753"/>
                    </a:cubicBezTo>
                    <a:cubicBezTo>
                      <a:pt x="618" y="779"/>
                      <a:pt x="621" y="805"/>
                      <a:pt x="626" y="830"/>
                    </a:cubicBezTo>
                    <a:lnTo>
                      <a:pt x="626" y="830"/>
                    </a:lnTo>
                    <a:cubicBezTo>
                      <a:pt x="628" y="842"/>
                      <a:pt x="632" y="854"/>
                      <a:pt x="638" y="865"/>
                    </a:cubicBezTo>
                    <a:lnTo>
                      <a:pt x="639" y="866"/>
                    </a:lnTo>
                    <a:lnTo>
                      <a:pt x="639" y="866"/>
                    </a:lnTo>
                    <a:cubicBezTo>
                      <a:pt x="645" y="875"/>
                      <a:pt x="654" y="883"/>
                      <a:pt x="664" y="888"/>
                    </a:cubicBezTo>
                    <a:cubicBezTo>
                      <a:pt x="665" y="889"/>
                      <a:pt x="666" y="890"/>
                      <a:pt x="668" y="891"/>
                    </a:cubicBezTo>
                    <a:cubicBezTo>
                      <a:pt x="727" y="922"/>
                      <a:pt x="795" y="897"/>
                      <a:pt x="856" y="887"/>
                    </a:cubicBezTo>
                    <a:cubicBezTo>
                      <a:pt x="878" y="929"/>
                      <a:pt x="898" y="964"/>
                      <a:pt x="855" y="997"/>
                    </a:cubicBezTo>
                    <a:cubicBezTo>
                      <a:pt x="823" y="1021"/>
                      <a:pt x="783" y="1032"/>
                      <a:pt x="748" y="1051"/>
                    </a:cubicBezTo>
                    <a:lnTo>
                      <a:pt x="748" y="1051"/>
                    </a:lnTo>
                    <a:cubicBezTo>
                      <a:pt x="747" y="1052"/>
                      <a:pt x="746" y="1052"/>
                      <a:pt x="745" y="1053"/>
                    </a:cubicBezTo>
                    <a:cubicBezTo>
                      <a:pt x="743" y="1054"/>
                      <a:pt x="740" y="1057"/>
                      <a:pt x="739" y="1060"/>
                    </a:cubicBezTo>
                    <a:cubicBezTo>
                      <a:pt x="737" y="1062"/>
                      <a:pt x="736" y="1066"/>
                      <a:pt x="736" y="1069"/>
                    </a:cubicBezTo>
                    <a:cubicBezTo>
                      <a:pt x="736" y="1072"/>
                      <a:pt x="737" y="1075"/>
                      <a:pt x="739" y="1078"/>
                    </a:cubicBezTo>
                    <a:lnTo>
                      <a:pt x="739" y="1079"/>
                    </a:lnTo>
                    <a:lnTo>
                      <a:pt x="776" y="1200"/>
                    </a:lnTo>
                    <a:lnTo>
                      <a:pt x="776" y="1200"/>
                    </a:lnTo>
                    <a:cubicBezTo>
                      <a:pt x="778" y="1205"/>
                      <a:pt x="779" y="1210"/>
                      <a:pt x="779" y="1216"/>
                    </a:cubicBezTo>
                    <a:cubicBezTo>
                      <a:pt x="779" y="1218"/>
                      <a:pt x="779" y="1220"/>
                      <a:pt x="779" y="1222"/>
                    </a:cubicBezTo>
                    <a:lnTo>
                      <a:pt x="779" y="1222"/>
                    </a:lnTo>
                    <a:cubicBezTo>
                      <a:pt x="778" y="1225"/>
                      <a:pt x="777" y="1228"/>
                      <a:pt x="775" y="1231"/>
                    </a:cubicBezTo>
                    <a:cubicBezTo>
                      <a:pt x="773" y="1234"/>
                      <a:pt x="771" y="1237"/>
                      <a:pt x="769" y="1239"/>
                    </a:cubicBezTo>
                    <a:cubicBezTo>
                      <a:pt x="571" y="1479"/>
                      <a:pt x="508" y="1802"/>
                      <a:pt x="394" y="2084"/>
                    </a:cubicBezTo>
                    <a:cubicBezTo>
                      <a:pt x="287" y="2349"/>
                      <a:pt x="159" y="2610"/>
                      <a:pt x="97" y="2892"/>
                    </a:cubicBezTo>
                    <a:lnTo>
                      <a:pt x="161" y="2921"/>
                    </a:lnTo>
                    <a:cubicBezTo>
                      <a:pt x="131" y="2997"/>
                      <a:pt x="72" y="3022"/>
                      <a:pt x="31" y="3087"/>
                    </a:cubicBezTo>
                    <a:cubicBezTo>
                      <a:pt x="-16" y="3163"/>
                      <a:pt x="2" y="3252"/>
                      <a:pt x="13" y="3336"/>
                    </a:cubicBezTo>
                    <a:lnTo>
                      <a:pt x="13" y="3336"/>
                    </a:lnTo>
                    <a:cubicBezTo>
                      <a:pt x="13" y="3341"/>
                      <a:pt x="14" y="3346"/>
                      <a:pt x="17" y="3351"/>
                    </a:cubicBezTo>
                    <a:lnTo>
                      <a:pt x="18" y="3353"/>
                    </a:lnTo>
                    <a:lnTo>
                      <a:pt x="18" y="3353"/>
                    </a:lnTo>
                    <a:cubicBezTo>
                      <a:pt x="20" y="3355"/>
                      <a:pt x="23" y="3357"/>
                      <a:pt x="25" y="3359"/>
                    </a:cubicBezTo>
                    <a:cubicBezTo>
                      <a:pt x="27" y="3360"/>
                      <a:pt x="29" y="3361"/>
                      <a:pt x="31" y="3361"/>
                    </a:cubicBezTo>
                    <a:lnTo>
                      <a:pt x="31" y="3361"/>
                    </a:lnTo>
                    <a:cubicBezTo>
                      <a:pt x="62" y="3375"/>
                      <a:pt x="95" y="3386"/>
                      <a:pt x="128" y="3394"/>
                    </a:cubicBezTo>
                    <a:cubicBezTo>
                      <a:pt x="126" y="3367"/>
                      <a:pt x="151" y="3346"/>
                      <a:pt x="176" y="3337"/>
                    </a:cubicBezTo>
                    <a:cubicBezTo>
                      <a:pt x="201" y="3327"/>
                      <a:pt x="228" y="3323"/>
                      <a:pt x="250" y="3307"/>
                    </a:cubicBezTo>
                    <a:cubicBezTo>
                      <a:pt x="292" y="3273"/>
                      <a:pt x="272" y="3212"/>
                      <a:pt x="273" y="3167"/>
                    </a:cubicBezTo>
                    <a:lnTo>
                      <a:pt x="273" y="3167"/>
                    </a:lnTo>
                    <a:cubicBezTo>
                      <a:pt x="274" y="3106"/>
                      <a:pt x="289" y="3046"/>
                      <a:pt x="316" y="2991"/>
                    </a:cubicBezTo>
                    <a:lnTo>
                      <a:pt x="316" y="2991"/>
                    </a:lnTo>
                    <a:cubicBezTo>
                      <a:pt x="318" y="2989"/>
                      <a:pt x="318" y="2986"/>
                      <a:pt x="320" y="2984"/>
                    </a:cubicBezTo>
                    <a:cubicBezTo>
                      <a:pt x="325" y="2973"/>
                      <a:pt x="333" y="2966"/>
                      <a:pt x="342" y="2959"/>
                    </a:cubicBezTo>
                    <a:cubicBezTo>
                      <a:pt x="366" y="2943"/>
                      <a:pt x="398" y="2949"/>
                      <a:pt x="426" y="2957"/>
                    </a:cubicBezTo>
                    <a:lnTo>
                      <a:pt x="461" y="2966"/>
                    </a:lnTo>
                    <a:lnTo>
                      <a:pt x="461" y="2966"/>
                    </a:lnTo>
                    <a:cubicBezTo>
                      <a:pt x="464" y="2967"/>
                      <a:pt x="467" y="2968"/>
                      <a:pt x="471" y="2968"/>
                    </a:cubicBezTo>
                    <a:cubicBezTo>
                      <a:pt x="472" y="2968"/>
                      <a:pt x="474" y="2968"/>
                      <a:pt x="476" y="2967"/>
                    </a:cubicBezTo>
                    <a:cubicBezTo>
                      <a:pt x="495" y="2962"/>
                      <a:pt x="493" y="2914"/>
                      <a:pt x="498" y="2897"/>
                    </a:cubicBezTo>
                    <a:cubicBezTo>
                      <a:pt x="512" y="2852"/>
                      <a:pt x="533" y="2808"/>
                      <a:pt x="549" y="2763"/>
                    </a:cubicBezTo>
                    <a:cubicBezTo>
                      <a:pt x="623" y="2555"/>
                      <a:pt x="692" y="2346"/>
                      <a:pt x="781" y="2142"/>
                    </a:cubicBezTo>
                    <a:cubicBezTo>
                      <a:pt x="787" y="2321"/>
                      <a:pt x="818" y="2497"/>
                      <a:pt x="818" y="2677"/>
                    </a:cubicBezTo>
                    <a:cubicBezTo>
                      <a:pt x="814" y="2831"/>
                      <a:pt x="808" y="2985"/>
                      <a:pt x="795" y="3139"/>
                    </a:cubicBezTo>
                    <a:lnTo>
                      <a:pt x="795" y="3139"/>
                    </a:lnTo>
                    <a:cubicBezTo>
                      <a:pt x="800" y="3137"/>
                      <a:pt x="805" y="3135"/>
                      <a:pt x="811" y="3135"/>
                    </a:cubicBezTo>
                    <a:cubicBezTo>
                      <a:pt x="817" y="3135"/>
                      <a:pt x="822" y="3137"/>
                      <a:pt x="828" y="3140"/>
                    </a:cubicBezTo>
                    <a:cubicBezTo>
                      <a:pt x="833" y="3143"/>
                      <a:pt x="837" y="3147"/>
                      <a:pt x="841" y="3153"/>
                    </a:cubicBezTo>
                    <a:cubicBezTo>
                      <a:pt x="841" y="3153"/>
                      <a:pt x="842" y="3154"/>
                      <a:pt x="842" y="3155"/>
                    </a:cubicBezTo>
                    <a:lnTo>
                      <a:pt x="842" y="3155"/>
                    </a:lnTo>
                    <a:cubicBezTo>
                      <a:pt x="848" y="3168"/>
                      <a:pt x="851" y="3182"/>
                      <a:pt x="851" y="3196"/>
                    </a:cubicBezTo>
                    <a:cubicBezTo>
                      <a:pt x="851" y="3200"/>
                      <a:pt x="851" y="3205"/>
                      <a:pt x="850" y="3210"/>
                    </a:cubicBezTo>
                    <a:lnTo>
                      <a:pt x="807" y="4080"/>
                    </a:lnTo>
                    <a:cubicBezTo>
                      <a:pt x="802" y="4174"/>
                      <a:pt x="798" y="4272"/>
                      <a:pt x="835" y="4360"/>
                    </a:cubicBezTo>
                    <a:cubicBezTo>
                      <a:pt x="883" y="4473"/>
                      <a:pt x="981" y="4546"/>
                      <a:pt x="1034" y="4657"/>
                    </a:cubicBezTo>
                    <a:cubicBezTo>
                      <a:pt x="1058" y="4667"/>
                      <a:pt x="1058" y="4700"/>
                      <a:pt x="1054" y="4727"/>
                    </a:cubicBezTo>
                    <a:cubicBezTo>
                      <a:pt x="998" y="5071"/>
                      <a:pt x="934" y="5413"/>
                      <a:pt x="861" y="5753"/>
                    </a:cubicBezTo>
                    <a:lnTo>
                      <a:pt x="861" y="5753"/>
                    </a:lnTo>
                    <a:cubicBezTo>
                      <a:pt x="876" y="5763"/>
                      <a:pt x="891" y="5774"/>
                      <a:pt x="904" y="5785"/>
                    </a:cubicBezTo>
                    <a:cubicBezTo>
                      <a:pt x="840" y="5842"/>
                      <a:pt x="749" y="5855"/>
                      <a:pt x="666" y="5871"/>
                    </a:cubicBezTo>
                    <a:cubicBezTo>
                      <a:pt x="592" y="5886"/>
                      <a:pt x="511" y="5918"/>
                      <a:pt x="487" y="5989"/>
                    </a:cubicBezTo>
                    <a:lnTo>
                      <a:pt x="487" y="5989"/>
                    </a:lnTo>
                    <a:cubicBezTo>
                      <a:pt x="588" y="6001"/>
                      <a:pt x="690" y="6006"/>
                      <a:pt x="792" y="6006"/>
                    </a:cubicBezTo>
                    <a:cubicBezTo>
                      <a:pt x="918" y="6006"/>
                      <a:pt x="1044" y="5998"/>
                      <a:pt x="1169" y="5980"/>
                    </a:cubicBezTo>
                    <a:cubicBezTo>
                      <a:pt x="1182" y="5979"/>
                      <a:pt x="1198" y="5975"/>
                      <a:pt x="1203" y="5963"/>
                    </a:cubicBezTo>
                    <a:lnTo>
                      <a:pt x="1203" y="5963"/>
                    </a:lnTo>
                    <a:cubicBezTo>
                      <a:pt x="1204" y="5959"/>
                      <a:pt x="1205" y="5955"/>
                      <a:pt x="1205" y="5951"/>
                    </a:cubicBezTo>
                    <a:cubicBezTo>
                      <a:pt x="1205" y="5947"/>
                      <a:pt x="1204" y="5944"/>
                      <a:pt x="1203" y="5940"/>
                    </a:cubicBezTo>
                    <a:cubicBezTo>
                      <a:pt x="1195" y="5901"/>
                      <a:pt x="1171" y="5791"/>
                      <a:pt x="1249" y="5791"/>
                    </a:cubicBezTo>
                    <a:cubicBezTo>
                      <a:pt x="1263" y="5788"/>
                      <a:pt x="1280" y="5790"/>
                      <a:pt x="1292" y="5781"/>
                    </a:cubicBezTo>
                    <a:lnTo>
                      <a:pt x="1292" y="5781"/>
                    </a:lnTo>
                    <a:cubicBezTo>
                      <a:pt x="1296" y="5777"/>
                      <a:pt x="1300" y="5773"/>
                      <a:pt x="1303" y="5768"/>
                    </a:cubicBezTo>
                    <a:cubicBezTo>
                      <a:pt x="1306" y="5762"/>
                      <a:pt x="1309" y="5754"/>
                      <a:pt x="1310" y="5747"/>
                    </a:cubicBezTo>
                    <a:cubicBezTo>
                      <a:pt x="1357" y="5544"/>
                      <a:pt x="1406" y="5343"/>
                      <a:pt x="1454" y="5141"/>
                    </a:cubicBezTo>
                    <a:cubicBezTo>
                      <a:pt x="1588" y="5211"/>
                      <a:pt x="1667" y="5261"/>
                      <a:pt x="1722" y="5399"/>
                    </a:cubicBezTo>
                    <a:lnTo>
                      <a:pt x="1722" y="5399"/>
                    </a:lnTo>
                    <a:cubicBezTo>
                      <a:pt x="1722" y="5401"/>
                      <a:pt x="1722" y="5402"/>
                      <a:pt x="1723" y="5403"/>
                    </a:cubicBezTo>
                    <a:cubicBezTo>
                      <a:pt x="1724" y="5405"/>
                      <a:pt x="1724" y="5407"/>
                      <a:pt x="1726" y="5407"/>
                    </a:cubicBezTo>
                    <a:cubicBezTo>
                      <a:pt x="1727" y="5408"/>
                      <a:pt x="1729" y="5408"/>
                      <a:pt x="1731" y="5408"/>
                    </a:cubicBezTo>
                    <a:cubicBezTo>
                      <a:pt x="1732" y="5408"/>
                      <a:pt x="1734" y="5408"/>
                      <a:pt x="1735" y="5407"/>
                    </a:cubicBezTo>
                    <a:cubicBezTo>
                      <a:pt x="1736" y="5407"/>
                      <a:pt x="1737" y="5405"/>
                      <a:pt x="1738" y="5405"/>
                    </a:cubicBezTo>
                    <a:lnTo>
                      <a:pt x="1786" y="5377"/>
                    </a:lnTo>
                    <a:lnTo>
                      <a:pt x="1786" y="5377"/>
                    </a:lnTo>
                    <a:cubicBezTo>
                      <a:pt x="1788" y="5398"/>
                      <a:pt x="1789" y="5418"/>
                      <a:pt x="1789" y="5439"/>
                    </a:cubicBezTo>
                    <a:cubicBezTo>
                      <a:pt x="1789" y="5567"/>
                      <a:pt x="1757" y="5694"/>
                      <a:pt x="1697" y="5807"/>
                    </a:cubicBezTo>
                    <a:lnTo>
                      <a:pt x="1697" y="5807"/>
                    </a:lnTo>
                    <a:cubicBezTo>
                      <a:pt x="1697" y="5808"/>
                      <a:pt x="1696" y="5809"/>
                      <a:pt x="1696" y="5810"/>
                    </a:cubicBezTo>
                    <a:cubicBezTo>
                      <a:pt x="1693" y="5815"/>
                      <a:pt x="1692" y="5819"/>
                      <a:pt x="1692" y="5824"/>
                    </a:cubicBezTo>
                    <a:cubicBezTo>
                      <a:pt x="1692" y="5827"/>
                      <a:pt x="1692" y="5829"/>
                      <a:pt x="1693" y="5831"/>
                    </a:cubicBezTo>
                    <a:cubicBezTo>
                      <a:pt x="1700" y="5847"/>
                      <a:pt x="1724" y="5837"/>
                      <a:pt x="1737" y="5825"/>
                    </a:cubicBezTo>
                    <a:cubicBezTo>
                      <a:pt x="1855" y="5713"/>
                      <a:pt x="1953" y="5612"/>
                      <a:pt x="2037" y="5472"/>
                    </a:cubicBezTo>
                    <a:cubicBezTo>
                      <a:pt x="2072" y="5413"/>
                      <a:pt x="2150" y="5320"/>
                      <a:pt x="2160" y="5253"/>
                    </a:cubicBezTo>
                    <a:cubicBezTo>
                      <a:pt x="2172" y="5175"/>
                      <a:pt x="2078" y="5162"/>
                      <a:pt x="2012" y="5156"/>
                    </a:cubicBezTo>
                    <a:cubicBezTo>
                      <a:pt x="2020" y="5129"/>
                      <a:pt x="2028" y="5100"/>
                      <a:pt x="2015" y="5076"/>
                    </a:cubicBezTo>
                    <a:lnTo>
                      <a:pt x="2015" y="5076"/>
                    </a:lnTo>
                    <a:cubicBezTo>
                      <a:pt x="2007" y="5064"/>
                      <a:pt x="1997" y="5053"/>
                      <a:pt x="1985" y="5045"/>
                    </a:cubicBezTo>
                    <a:lnTo>
                      <a:pt x="1985" y="5045"/>
                    </a:lnTo>
                    <a:cubicBezTo>
                      <a:pt x="1873" y="4957"/>
                      <a:pt x="1767" y="4861"/>
                      <a:pt x="1670" y="4757"/>
                    </a:cubicBezTo>
                    <a:cubicBezTo>
                      <a:pt x="1628" y="4714"/>
                      <a:pt x="1559" y="4662"/>
                      <a:pt x="1535" y="4608"/>
                    </a:cubicBezTo>
                    <a:cubicBezTo>
                      <a:pt x="1510" y="4554"/>
                      <a:pt x="1523" y="4476"/>
                      <a:pt x="1530" y="4421"/>
                    </a:cubicBezTo>
                    <a:cubicBezTo>
                      <a:pt x="1559" y="4170"/>
                      <a:pt x="1645" y="3940"/>
                      <a:pt x="1722" y="3700"/>
                    </a:cubicBezTo>
                    <a:cubicBezTo>
                      <a:pt x="1762" y="3574"/>
                      <a:pt x="1800" y="3448"/>
                      <a:pt x="1827" y="3319"/>
                    </a:cubicBezTo>
                    <a:cubicBezTo>
                      <a:pt x="1842" y="3254"/>
                      <a:pt x="1849" y="3188"/>
                      <a:pt x="1863" y="3123"/>
                    </a:cubicBezTo>
                    <a:cubicBezTo>
                      <a:pt x="1871" y="3081"/>
                      <a:pt x="1871" y="3014"/>
                      <a:pt x="1902" y="2980"/>
                    </a:cubicBezTo>
                    <a:cubicBezTo>
                      <a:pt x="1943" y="2936"/>
                      <a:pt x="1995" y="2978"/>
                      <a:pt x="1986" y="2898"/>
                    </a:cubicBezTo>
                    <a:cubicBezTo>
                      <a:pt x="1978" y="2831"/>
                      <a:pt x="1961" y="2766"/>
                      <a:pt x="1949" y="2699"/>
                    </a:cubicBezTo>
                    <a:lnTo>
                      <a:pt x="1949" y="2699"/>
                    </a:lnTo>
                    <a:cubicBezTo>
                      <a:pt x="1948" y="2697"/>
                      <a:pt x="1947" y="2694"/>
                      <a:pt x="1947" y="2691"/>
                    </a:cubicBezTo>
                    <a:cubicBezTo>
                      <a:pt x="1947" y="2688"/>
                      <a:pt x="1948" y="2685"/>
                      <a:pt x="1950" y="2683"/>
                    </a:cubicBezTo>
                    <a:cubicBezTo>
                      <a:pt x="1951" y="2680"/>
                      <a:pt x="1953" y="2678"/>
                      <a:pt x="1956" y="2676"/>
                    </a:cubicBezTo>
                    <a:cubicBezTo>
                      <a:pt x="1957" y="2675"/>
                      <a:pt x="1959" y="2675"/>
                      <a:pt x="1960" y="2675"/>
                    </a:cubicBezTo>
                    <a:lnTo>
                      <a:pt x="2057" y="2619"/>
                    </a:lnTo>
                    <a:lnTo>
                      <a:pt x="2057" y="2619"/>
                    </a:lnTo>
                    <a:cubicBezTo>
                      <a:pt x="2088" y="2666"/>
                      <a:pt x="2118" y="2713"/>
                      <a:pt x="2147" y="2763"/>
                    </a:cubicBezTo>
                    <a:cubicBezTo>
                      <a:pt x="2211" y="2873"/>
                      <a:pt x="2266" y="2989"/>
                      <a:pt x="2313" y="3108"/>
                    </a:cubicBezTo>
                    <a:cubicBezTo>
                      <a:pt x="2337" y="3100"/>
                      <a:pt x="2356" y="3091"/>
                      <a:pt x="2381" y="3084"/>
                    </a:cubicBezTo>
                    <a:lnTo>
                      <a:pt x="2381" y="3084"/>
                    </a:lnTo>
                    <a:cubicBezTo>
                      <a:pt x="2386" y="3095"/>
                      <a:pt x="2388" y="3107"/>
                      <a:pt x="2388" y="3119"/>
                    </a:cubicBezTo>
                    <a:cubicBezTo>
                      <a:pt x="2388" y="3134"/>
                      <a:pt x="2384" y="3149"/>
                      <a:pt x="2377" y="3162"/>
                    </a:cubicBezTo>
                    <a:cubicBezTo>
                      <a:pt x="2376" y="3164"/>
                      <a:pt x="2375" y="3166"/>
                      <a:pt x="2374" y="3168"/>
                    </a:cubicBezTo>
                    <a:cubicBezTo>
                      <a:pt x="2359" y="3193"/>
                      <a:pt x="2337" y="3214"/>
                      <a:pt x="2319" y="3238"/>
                    </a:cubicBezTo>
                    <a:lnTo>
                      <a:pt x="2319" y="3238"/>
                    </a:lnTo>
                    <a:cubicBezTo>
                      <a:pt x="2317" y="3240"/>
                      <a:pt x="2315" y="3243"/>
                      <a:pt x="2313" y="3247"/>
                    </a:cubicBezTo>
                    <a:cubicBezTo>
                      <a:pt x="2310" y="3253"/>
                      <a:pt x="2307" y="3259"/>
                      <a:pt x="2306" y="3266"/>
                    </a:cubicBezTo>
                    <a:lnTo>
                      <a:pt x="2306" y="3266"/>
                    </a:lnTo>
                    <a:cubicBezTo>
                      <a:pt x="2305" y="3270"/>
                      <a:pt x="2305" y="3273"/>
                      <a:pt x="2305" y="3277"/>
                    </a:cubicBezTo>
                    <a:cubicBezTo>
                      <a:pt x="2305" y="3283"/>
                      <a:pt x="2305" y="3289"/>
                      <a:pt x="2307" y="3294"/>
                    </a:cubicBezTo>
                    <a:lnTo>
                      <a:pt x="2308" y="3304"/>
                    </a:lnTo>
                    <a:lnTo>
                      <a:pt x="2200" y="3346"/>
                    </a:lnTo>
                    <a:cubicBezTo>
                      <a:pt x="2178" y="3355"/>
                      <a:pt x="2165" y="3375"/>
                      <a:pt x="2172" y="3390"/>
                    </a:cubicBezTo>
                    <a:lnTo>
                      <a:pt x="2192" y="3439"/>
                    </a:lnTo>
                    <a:lnTo>
                      <a:pt x="2551" y="4323"/>
                    </a:lnTo>
                    <a:cubicBezTo>
                      <a:pt x="2464" y="4362"/>
                      <a:pt x="2389" y="4413"/>
                      <a:pt x="2299" y="4470"/>
                    </a:cubicBezTo>
                    <a:cubicBezTo>
                      <a:pt x="2228" y="4516"/>
                      <a:pt x="2175" y="4552"/>
                      <a:pt x="2212" y="4640"/>
                    </a:cubicBezTo>
                    <a:lnTo>
                      <a:pt x="2648" y="5655"/>
                    </a:lnTo>
                    <a:lnTo>
                      <a:pt x="2648" y="5655"/>
                    </a:lnTo>
                    <a:cubicBezTo>
                      <a:pt x="2654" y="5671"/>
                      <a:pt x="2661" y="5687"/>
                      <a:pt x="2670" y="5702"/>
                    </a:cubicBezTo>
                    <a:cubicBezTo>
                      <a:pt x="2680" y="5719"/>
                      <a:pt x="2692" y="5735"/>
                      <a:pt x="2705" y="5750"/>
                    </a:cubicBezTo>
                    <a:cubicBezTo>
                      <a:pt x="2732" y="5776"/>
                      <a:pt x="2774" y="5791"/>
                      <a:pt x="2808" y="5776"/>
                    </a:cubicBezTo>
                    <a:cubicBezTo>
                      <a:pt x="2836" y="5805"/>
                      <a:pt x="2870" y="5834"/>
                      <a:pt x="2910" y="5837"/>
                    </a:cubicBezTo>
                    <a:cubicBezTo>
                      <a:pt x="2950" y="5840"/>
                      <a:pt x="2994" y="5808"/>
                      <a:pt x="2989" y="5769"/>
                    </a:cubicBezTo>
                    <a:lnTo>
                      <a:pt x="3285" y="5751"/>
                    </a:lnTo>
                    <a:lnTo>
                      <a:pt x="3285" y="5751"/>
                    </a:lnTo>
                    <a:cubicBezTo>
                      <a:pt x="3288" y="5751"/>
                      <a:pt x="3292" y="5751"/>
                      <a:pt x="3296" y="5751"/>
                    </a:cubicBezTo>
                    <a:cubicBezTo>
                      <a:pt x="3303" y="5751"/>
                      <a:pt x="3310" y="5752"/>
                      <a:pt x="3317" y="5753"/>
                    </a:cubicBezTo>
                    <a:lnTo>
                      <a:pt x="3317" y="5753"/>
                    </a:lnTo>
                    <a:cubicBezTo>
                      <a:pt x="3324" y="5756"/>
                      <a:pt x="3330" y="5760"/>
                      <a:pt x="3337" y="5763"/>
                    </a:cubicBezTo>
                    <a:cubicBezTo>
                      <a:pt x="3345" y="5768"/>
                      <a:pt x="3353" y="5773"/>
                      <a:pt x="3361" y="5780"/>
                    </a:cubicBezTo>
                    <a:lnTo>
                      <a:pt x="3361" y="5780"/>
                    </a:lnTo>
                    <a:cubicBezTo>
                      <a:pt x="3364" y="5782"/>
                      <a:pt x="3368" y="5785"/>
                      <a:pt x="3372" y="5787"/>
                    </a:cubicBezTo>
                    <a:cubicBezTo>
                      <a:pt x="3388" y="5797"/>
                      <a:pt x="3407" y="5802"/>
                      <a:pt x="3427" y="5802"/>
                    </a:cubicBezTo>
                    <a:cubicBezTo>
                      <a:pt x="3445" y="5802"/>
                      <a:pt x="3463" y="5797"/>
                      <a:pt x="3479" y="5789"/>
                    </a:cubicBezTo>
                    <a:cubicBezTo>
                      <a:pt x="3540" y="5750"/>
                      <a:pt x="3479" y="5682"/>
                      <a:pt x="3531" y="5640"/>
                    </a:cubicBezTo>
                    <a:lnTo>
                      <a:pt x="3531" y="5640"/>
                    </a:lnTo>
                    <a:cubicBezTo>
                      <a:pt x="3535" y="5637"/>
                      <a:pt x="3539" y="5635"/>
                      <a:pt x="3544" y="5632"/>
                    </a:cubicBezTo>
                    <a:cubicBezTo>
                      <a:pt x="3559" y="5623"/>
                      <a:pt x="3578" y="5616"/>
                      <a:pt x="3596" y="5611"/>
                    </a:cubicBezTo>
                    <a:cubicBezTo>
                      <a:pt x="3704" y="5574"/>
                      <a:pt x="3818" y="5559"/>
                      <a:pt x="3773" y="5427"/>
                    </a:cubicBezTo>
                    <a:moveTo>
                      <a:pt x="2666" y="4283"/>
                    </a:moveTo>
                    <a:lnTo>
                      <a:pt x="2643" y="4289"/>
                    </a:lnTo>
                    <a:lnTo>
                      <a:pt x="2294" y="3431"/>
                    </a:lnTo>
                    <a:cubicBezTo>
                      <a:pt x="2288" y="3416"/>
                      <a:pt x="2301" y="3396"/>
                      <a:pt x="2322" y="3387"/>
                    </a:cubicBezTo>
                    <a:lnTo>
                      <a:pt x="2331" y="3384"/>
                    </a:lnTo>
                    <a:lnTo>
                      <a:pt x="2331" y="3384"/>
                    </a:lnTo>
                    <a:cubicBezTo>
                      <a:pt x="2331" y="3385"/>
                      <a:pt x="2332" y="3386"/>
                      <a:pt x="2332" y="3386"/>
                    </a:cubicBezTo>
                    <a:cubicBezTo>
                      <a:pt x="2335" y="3391"/>
                      <a:pt x="2338" y="3396"/>
                      <a:pt x="2341" y="3400"/>
                    </a:cubicBezTo>
                    <a:cubicBezTo>
                      <a:pt x="2352" y="3414"/>
                      <a:pt x="2368" y="3426"/>
                      <a:pt x="2368" y="3444"/>
                    </a:cubicBezTo>
                    <a:lnTo>
                      <a:pt x="2368" y="3444"/>
                    </a:lnTo>
                    <a:cubicBezTo>
                      <a:pt x="2367" y="3451"/>
                      <a:pt x="2366" y="3458"/>
                      <a:pt x="2365" y="3464"/>
                    </a:cubicBezTo>
                    <a:lnTo>
                      <a:pt x="2365" y="3464"/>
                    </a:lnTo>
                    <a:cubicBezTo>
                      <a:pt x="2365" y="3466"/>
                      <a:pt x="2365" y="3468"/>
                      <a:pt x="2365" y="3469"/>
                    </a:cubicBezTo>
                    <a:cubicBezTo>
                      <a:pt x="2365" y="3477"/>
                      <a:pt x="2367" y="3485"/>
                      <a:pt x="2371" y="3492"/>
                    </a:cubicBezTo>
                    <a:cubicBezTo>
                      <a:pt x="2375" y="3499"/>
                      <a:pt x="2380" y="3505"/>
                      <a:pt x="2387" y="3509"/>
                    </a:cubicBezTo>
                    <a:cubicBezTo>
                      <a:pt x="2388" y="3509"/>
                      <a:pt x="2388" y="3509"/>
                      <a:pt x="2388" y="3509"/>
                    </a:cubicBezTo>
                    <a:cubicBezTo>
                      <a:pt x="2465" y="3506"/>
                      <a:pt x="2523" y="3441"/>
                      <a:pt x="2571" y="3380"/>
                    </a:cubicBezTo>
                    <a:lnTo>
                      <a:pt x="2571" y="3380"/>
                    </a:lnTo>
                    <a:cubicBezTo>
                      <a:pt x="2582" y="3368"/>
                      <a:pt x="2591" y="3355"/>
                      <a:pt x="2599" y="3342"/>
                    </a:cubicBezTo>
                    <a:cubicBezTo>
                      <a:pt x="2605" y="3332"/>
                      <a:pt x="2609" y="3322"/>
                      <a:pt x="2614" y="3312"/>
                    </a:cubicBezTo>
                    <a:lnTo>
                      <a:pt x="2971" y="4191"/>
                    </a:lnTo>
                    <a:cubicBezTo>
                      <a:pt x="2853" y="4217"/>
                      <a:pt x="2733" y="4265"/>
                      <a:pt x="2666" y="42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4"/>
              <p:cNvSpPr/>
              <p:nvPr/>
            </p:nvSpPr>
            <p:spPr>
              <a:xfrm>
                <a:off x="6548447" y="3574385"/>
                <a:ext cx="182626" cy="35383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209" extrusionOk="0">
                    <a:moveTo>
                      <a:pt x="598" y="1163"/>
                    </a:moveTo>
                    <a:cubicBezTo>
                      <a:pt x="607" y="1178"/>
                      <a:pt x="616" y="1193"/>
                      <a:pt x="624" y="1209"/>
                    </a:cubicBezTo>
                    <a:cubicBezTo>
                      <a:pt x="525" y="1203"/>
                      <a:pt x="425" y="1195"/>
                      <a:pt x="331" y="1163"/>
                    </a:cubicBezTo>
                    <a:cubicBezTo>
                      <a:pt x="207" y="1121"/>
                      <a:pt x="133" y="1046"/>
                      <a:pt x="70" y="937"/>
                    </a:cubicBezTo>
                    <a:cubicBezTo>
                      <a:pt x="-108" y="631"/>
                      <a:pt x="79" y="212"/>
                      <a:pt x="343" y="18"/>
                    </a:cubicBezTo>
                    <a:lnTo>
                      <a:pt x="343" y="18"/>
                    </a:lnTo>
                    <a:cubicBezTo>
                      <a:pt x="347" y="14"/>
                      <a:pt x="351" y="11"/>
                      <a:pt x="355" y="9"/>
                    </a:cubicBezTo>
                    <a:cubicBezTo>
                      <a:pt x="363" y="4"/>
                      <a:pt x="372" y="1"/>
                      <a:pt x="381" y="0"/>
                    </a:cubicBezTo>
                    <a:lnTo>
                      <a:pt x="381" y="0"/>
                    </a:lnTo>
                    <a:cubicBezTo>
                      <a:pt x="391" y="1"/>
                      <a:pt x="402" y="4"/>
                      <a:pt x="411" y="9"/>
                    </a:cubicBezTo>
                    <a:cubicBezTo>
                      <a:pt x="415" y="12"/>
                      <a:pt x="419" y="15"/>
                      <a:pt x="422" y="18"/>
                    </a:cubicBezTo>
                    <a:lnTo>
                      <a:pt x="422" y="18"/>
                    </a:lnTo>
                    <a:cubicBezTo>
                      <a:pt x="460" y="45"/>
                      <a:pt x="494" y="77"/>
                      <a:pt x="524" y="113"/>
                    </a:cubicBezTo>
                    <a:cubicBezTo>
                      <a:pt x="357" y="159"/>
                      <a:pt x="285" y="259"/>
                      <a:pt x="230" y="417"/>
                    </a:cubicBezTo>
                    <a:cubicBezTo>
                      <a:pt x="183" y="549"/>
                      <a:pt x="160" y="697"/>
                      <a:pt x="208" y="829"/>
                    </a:cubicBezTo>
                    <a:cubicBezTo>
                      <a:pt x="257" y="965"/>
                      <a:pt x="374" y="1032"/>
                      <a:pt x="507" y="1066"/>
                    </a:cubicBezTo>
                    <a:lnTo>
                      <a:pt x="507" y="1066"/>
                    </a:lnTo>
                    <a:cubicBezTo>
                      <a:pt x="516" y="1067"/>
                      <a:pt x="525" y="1071"/>
                      <a:pt x="533" y="1075"/>
                    </a:cubicBezTo>
                    <a:lnTo>
                      <a:pt x="533" y="1075"/>
                    </a:lnTo>
                    <a:cubicBezTo>
                      <a:pt x="542" y="1082"/>
                      <a:pt x="549" y="1090"/>
                      <a:pt x="555" y="1099"/>
                    </a:cubicBezTo>
                    <a:cubicBezTo>
                      <a:pt x="570" y="1120"/>
                      <a:pt x="584" y="1141"/>
                      <a:pt x="598" y="116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34"/>
              <p:cNvSpPr/>
              <p:nvPr/>
            </p:nvSpPr>
            <p:spPr>
              <a:xfrm>
                <a:off x="6406210" y="3667454"/>
                <a:ext cx="45364" cy="27306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933" extrusionOk="0">
                    <a:moveTo>
                      <a:pt x="142" y="919"/>
                    </a:moveTo>
                    <a:lnTo>
                      <a:pt x="142" y="919"/>
                    </a:lnTo>
                    <a:cubicBezTo>
                      <a:pt x="127" y="909"/>
                      <a:pt x="114" y="898"/>
                      <a:pt x="101" y="885"/>
                    </a:cubicBezTo>
                    <a:cubicBezTo>
                      <a:pt x="88" y="864"/>
                      <a:pt x="88" y="847"/>
                      <a:pt x="80" y="825"/>
                    </a:cubicBezTo>
                    <a:lnTo>
                      <a:pt x="80" y="825"/>
                    </a:lnTo>
                    <a:cubicBezTo>
                      <a:pt x="56" y="764"/>
                      <a:pt x="37" y="701"/>
                      <a:pt x="22" y="637"/>
                    </a:cubicBezTo>
                    <a:cubicBezTo>
                      <a:pt x="-17" y="433"/>
                      <a:pt x="-14" y="169"/>
                      <a:pt x="121" y="0"/>
                    </a:cubicBezTo>
                    <a:lnTo>
                      <a:pt x="121" y="0"/>
                    </a:lnTo>
                    <a:cubicBezTo>
                      <a:pt x="94" y="131"/>
                      <a:pt x="79" y="265"/>
                      <a:pt x="79" y="400"/>
                    </a:cubicBezTo>
                    <a:cubicBezTo>
                      <a:pt x="79" y="580"/>
                      <a:pt x="105" y="760"/>
                      <a:pt x="155" y="933"/>
                    </a:cubicBezTo>
                    <a:lnTo>
                      <a:pt x="155" y="933"/>
                    </a:lnTo>
                    <a:cubicBezTo>
                      <a:pt x="154" y="932"/>
                      <a:pt x="154" y="932"/>
                      <a:pt x="154" y="931"/>
                    </a:cubicBezTo>
                    <a:cubicBezTo>
                      <a:pt x="151" y="926"/>
                      <a:pt x="147" y="922"/>
                      <a:pt x="142" y="9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34"/>
              <p:cNvSpPr/>
              <p:nvPr/>
            </p:nvSpPr>
            <p:spPr>
              <a:xfrm>
                <a:off x="5714636" y="3547752"/>
                <a:ext cx="736065" cy="1486471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5079" extrusionOk="0">
                    <a:moveTo>
                      <a:pt x="465" y="1431"/>
                    </a:moveTo>
                    <a:cubicBezTo>
                      <a:pt x="451" y="1236"/>
                      <a:pt x="438" y="1031"/>
                      <a:pt x="520" y="853"/>
                    </a:cubicBezTo>
                    <a:cubicBezTo>
                      <a:pt x="533" y="823"/>
                      <a:pt x="549" y="784"/>
                      <a:pt x="526" y="760"/>
                    </a:cubicBezTo>
                    <a:lnTo>
                      <a:pt x="526" y="760"/>
                    </a:lnTo>
                    <a:cubicBezTo>
                      <a:pt x="525" y="759"/>
                      <a:pt x="524" y="758"/>
                      <a:pt x="523" y="757"/>
                    </a:cubicBezTo>
                    <a:cubicBezTo>
                      <a:pt x="521" y="756"/>
                      <a:pt x="519" y="756"/>
                      <a:pt x="517" y="756"/>
                    </a:cubicBezTo>
                    <a:lnTo>
                      <a:pt x="516" y="756"/>
                    </a:lnTo>
                    <a:cubicBezTo>
                      <a:pt x="518" y="756"/>
                      <a:pt x="526" y="746"/>
                      <a:pt x="531" y="744"/>
                    </a:cubicBezTo>
                    <a:cubicBezTo>
                      <a:pt x="485" y="751"/>
                      <a:pt x="412" y="761"/>
                      <a:pt x="381" y="718"/>
                    </a:cubicBezTo>
                    <a:cubicBezTo>
                      <a:pt x="349" y="675"/>
                      <a:pt x="375" y="614"/>
                      <a:pt x="361" y="563"/>
                    </a:cubicBezTo>
                    <a:lnTo>
                      <a:pt x="361" y="563"/>
                    </a:lnTo>
                    <a:cubicBezTo>
                      <a:pt x="356" y="563"/>
                      <a:pt x="351" y="563"/>
                      <a:pt x="346" y="563"/>
                    </a:cubicBezTo>
                    <a:cubicBezTo>
                      <a:pt x="325" y="563"/>
                      <a:pt x="304" y="562"/>
                      <a:pt x="284" y="559"/>
                    </a:cubicBezTo>
                    <a:cubicBezTo>
                      <a:pt x="309" y="545"/>
                      <a:pt x="320" y="514"/>
                      <a:pt x="326" y="486"/>
                    </a:cubicBezTo>
                    <a:cubicBezTo>
                      <a:pt x="342" y="418"/>
                      <a:pt x="322" y="366"/>
                      <a:pt x="313" y="301"/>
                    </a:cubicBezTo>
                    <a:cubicBezTo>
                      <a:pt x="303" y="235"/>
                      <a:pt x="341" y="157"/>
                      <a:pt x="382" y="109"/>
                    </a:cubicBezTo>
                    <a:cubicBezTo>
                      <a:pt x="467" y="12"/>
                      <a:pt x="628" y="-25"/>
                      <a:pt x="746" y="17"/>
                    </a:cubicBezTo>
                    <a:cubicBezTo>
                      <a:pt x="837" y="48"/>
                      <a:pt x="928" y="146"/>
                      <a:pt x="929" y="247"/>
                    </a:cubicBezTo>
                    <a:cubicBezTo>
                      <a:pt x="930" y="377"/>
                      <a:pt x="819" y="490"/>
                      <a:pt x="878" y="625"/>
                    </a:cubicBezTo>
                    <a:lnTo>
                      <a:pt x="878" y="625"/>
                    </a:lnTo>
                    <a:cubicBezTo>
                      <a:pt x="880" y="630"/>
                      <a:pt x="883" y="635"/>
                      <a:pt x="886" y="640"/>
                    </a:cubicBezTo>
                    <a:cubicBezTo>
                      <a:pt x="895" y="656"/>
                      <a:pt x="907" y="669"/>
                      <a:pt x="922" y="680"/>
                    </a:cubicBezTo>
                    <a:lnTo>
                      <a:pt x="922" y="680"/>
                    </a:lnTo>
                    <a:cubicBezTo>
                      <a:pt x="939" y="689"/>
                      <a:pt x="958" y="696"/>
                      <a:pt x="978" y="700"/>
                    </a:cubicBezTo>
                    <a:cubicBezTo>
                      <a:pt x="1122" y="740"/>
                      <a:pt x="1300" y="851"/>
                      <a:pt x="1385" y="978"/>
                    </a:cubicBezTo>
                    <a:lnTo>
                      <a:pt x="1385" y="978"/>
                    </a:lnTo>
                    <a:cubicBezTo>
                      <a:pt x="1387" y="983"/>
                      <a:pt x="1390" y="987"/>
                      <a:pt x="1393" y="992"/>
                    </a:cubicBezTo>
                    <a:cubicBezTo>
                      <a:pt x="1422" y="1043"/>
                      <a:pt x="1446" y="1098"/>
                      <a:pt x="1462" y="1155"/>
                    </a:cubicBezTo>
                    <a:lnTo>
                      <a:pt x="1696" y="1842"/>
                    </a:lnTo>
                    <a:cubicBezTo>
                      <a:pt x="1714" y="1891"/>
                      <a:pt x="1728" y="1949"/>
                      <a:pt x="1698" y="1991"/>
                    </a:cubicBezTo>
                    <a:cubicBezTo>
                      <a:pt x="1668" y="2033"/>
                      <a:pt x="1593" y="2054"/>
                      <a:pt x="1600" y="2106"/>
                    </a:cubicBezTo>
                    <a:cubicBezTo>
                      <a:pt x="1656" y="2509"/>
                      <a:pt x="1694" y="2881"/>
                      <a:pt x="1697" y="3287"/>
                    </a:cubicBezTo>
                    <a:lnTo>
                      <a:pt x="1697" y="3287"/>
                    </a:lnTo>
                    <a:cubicBezTo>
                      <a:pt x="1697" y="3294"/>
                      <a:pt x="1697" y="3300"/>
                      <a:pt x="1697" y="3306"/>
                    </a:cubicBezTo>
                    <a:cubicBezTo>
                      <a:pt x="1697" y="3340"/>
                      <a:pt x="1702" y="3373"/>
                      <a:pt x="1711" y="3406"/>
                    </a:cubicBezTo>
                    <a:lnTo>
                      <a:pt x="1711" y="3406"/>
                    </a:lnTo>
                    <a:cubicBezTo>
                      <a:pt x="1717" y="3422"/>
                      <a:pt x="1724" y="3437"/>
                      <a:pt x="1733" y="3451"/>
                    </a:cubicBezTo>
                    <a:cubicBezTo>
                      <a:pt x="1739" y="3462"/>
                      <a:pt x="1745" y="3472"/>
                      <a:pt x="1752" y="3482"/>
                    </a:cubicBezTo>
                    <a:lnTo>
                      <a:pt x="1752" y="3482"/>
                    </a:lnTo>
                    <a:cubicBezTo>
                      <a:pt x="1887" y="3677"/>
                      <a:pt x="2056" y="3847"/>
                      <a:pt x="2252" y="3982"/>
                    </a:cubicBezTo>
                    <a:cubicBezTo>
                      <a:pt x="2333" y="4038"/>
                      <a:pt x="2419" y="4087"/>
                      <a:pt x="2494" y="4152"/>
                    </a:cubicBezTo>
                    <a:lnTo>
                      <a:pt x="2494" y="4152"/>
                    </a:lnTo>
                    <a:cubicBezTo>
                      <a:pt x="2501" y="4157"/>
                      <a:pt x="2506" y="4164"/>
                      <a:pt x="2510" y="4170"/>
                    </a:cubicBezTo>
                    <a:cubicBezTo>
                      <a:pt x="2512" y="4174"/>
                      <a:pt x="2514" y="4177"/>
                      <a:pt x="2515" y="4180"/>
                    </a:cubicBezTo>
                    <a:lnTo>
                      <a:pt x="2515" y="4180"/>
                    </a:lnTo>
                    <a:cubicBezTo>
                      <a:pt x="2515" y="4182"/>
                      <a:pt x="2515" y="4183"/>
                      <a:pt x="2515" y="4185"/>
                    </a:cubicBezTo>
                    <a:cubicBezTo>
                      <a:pt x="2515" y="4194"/>
                      <a:pt x="2513" y="4203"/>
                      <a:pt x="2508" y="4211"/>
                    </a:cubicBezTo>
                    <a:cubicBezTo>
                      <a:pt x="2507" y="4213"/>
                      <a:pt x="2506" y="4215"/>
                      <a:pt x="2504" y="4216"/>
                    </a:cubicBezTo>
                    <a:lnTo>
                      <a:pt x="2504" y="4216"/>
                    </a:lnTo>
                    <a:cubicBezTo>
                      <a:pt x="2456" y="4297"/>
                      <a:pt x="2390" y="4365"/>
                      <a:pt x="2311" y="4415"/>
                    </a:cubicBezTo>
                    <a:cubicBezTo>
                      <a:pt x="2342" y="4465"/>
                      <a:pt x="2438" y="4543"/>
                      <a:pt x="2419" y="4609"/>
                    </a:cubicBezTo>
                    <a:lnTo>
                      <a:pt x="2419" y="4609"/>
                    </a:lnTo>
                    <a:cubicBezTo>
                      <a:pt x="2416" y="4617"/>
                      <a:pt x="2412" y="4625"/>
                      <a:pt x="2408" y="4632"/>
                    </a:cubicBezTo>
                    <a:cubicBezTo>
                      <a:pt x="2403" y="4641"/>
                      <a:pt x="2398" y="4648"/>
                      <a:pt x="2392" y="4655"/>
                    </a:cubicBezTo>
                    <a:cubicBezTo>
                      <a:pt x="2345" y="4702"/>
                      <a:pt x="2306" y="4753"/>
                      <a:pt x="2256" y="4798"/>
                    </a:cubicBezTo>
                    <a:lnTo>
                      <a:pt x="2256" y="4798"/>
                    </a:lnTo>
                    <a:cubicBezTo>
                      <a:pt x="2211" y="4835"/>
                      <a:pt x="2163" y="4869"/>
                      <a:pt x="2112" y="4898"/>
                    </a:cubicBezTo>
                    <a:cubicBezTo>
                      <a:pt x="2107" y="4901"/>
                      <a:pt x="2102" y="4904"/>
                      <a:pt x="2097" y="4907"/>
                    </a:cubicBezTo>
                    <a:cubicBezTo>
                      <a:pt x="2086" y="4913"/>
                      <a:pt x="2070" y="4918"/>
                      <a:pt x="2065" y="4907"/>
                    </a:cubicBezTo>
                    <a:cubicBezTo>
                      <a:pt x="2062" y="4900"/>
                      <a:pt x="2066" y="4893"/>
                      <a:pt x="2071" y="4887"/>
                    </a:cubicBezTo>
                    <a:cubicBezTo>
                      <a:pt x="2139" y="4785"/>
                      <a:pt x="2232" y="4656"/>
                      <a:pt x="2151" y="4531"/>
                    </a:cubicBezTo>
                    <a:cubicBezTo>
                      <a:pt x="1921" y="4644"/>
                      <a:pt x="1643" y="4672"/>
                      <a:pt x="1389" y="4682"/>
                    </a:cubicBezTo>
                    <a:cubicBezTo>
                      <a:pt x="1123" y="4693"/>
                      <a:pt x="852" y="4645"/>
                      <a:pt x="588" y="4659"/>
                    </a:cubicBezTo>
                    <a:cubicBezTo>
                      <a:pt x="548" y="4793"/>
                      <a:pt x="544" y="4890"/>
                      <a:pt x="561" y="5024"/>
                    </a:cubicBezTo>
                    <a:lnTo>
                      <a:pt x="561" y="5024"/>
                    </a:lnTo>
                    <a:cubicBezTo>
                      <a:pt x="562" y="5027"/>
                      <a:pt x="562" y="5030"/>
                      <a:pt x="562" y="5032"/>
                    </a:cubicBezTo>
                    <a:cubicBezTo>
                      <a:pt x="562" y="5037"/>
                      <a:pt x="561" y="5042"/>
                      <a:pt x="559" y="5047"/>
                    </a:cubicBezTo>
                    <a:lnTo>
                      <a:pt x="559" y="5047"/>
                    </a:lnTo>
                    <a:cubicBezTo>
                      <a:pt x="556" y="5051"/>
                      <a:pt x="552" y="5055"/>
                      <a:pt x="548" y="5057"/>
                    </a:cubicBezTo>
                    <a:cubicBezTo>
                      <a:pt x="542" y="5061"/>
                      <a:pt x="535" y="5062"/>
                      <a:pt x="528" y="5062"/>
                    </a:cubicBezTo>
                    <a:lnTo>
                      <a:pt x="528" y="5062"/>
                    </a:lnTo>
                    <a:cubicBezTo>
                      <a:pt x="364" y="5062"/>
                      <a:pt x="198" y="5079"/>
                      <a:pt x="33" y="5079"/>
                    </a:cubicBezTo>
                    <a:cubicBezTo>
                      <a:pt x="21" y="5079"/>
                      <a:pt x="6" y="5078"/>
                      <a:pt x="0" y="5068"/>
                    </a:cubicBezTo>
                    <a:cubicBezTo>
                      <a:pt x="128" y="5000"/>
                      <a:pt x="292" y="4953"/>
                      <a:pt x="342" y="4805"/>
                    </a:cubicBezTo>
                    <a:cubicBezTo>
                      <a:pt x="349" y="4785"/>
                      <a:pt x="402" y="4685"/>
                      <a:pt x="369" y="4669"/>
                    </a:cubicBezTo>
                    <a:cubicBezTo>
                      <a:pt x="336" y="4654"/>
                      <a:pt x="303" y="4684"/>
                      <a:pt x="284" y="4655"/>
                    </a:cubicBezTo>
                    <a:lnTo>
                      <a:pt x="284" y="4655"/>
                    </a:lnTo>
                    <a:cubicBezTo>
                      <a:pt x="280" y="4648"/>
                      <a:pt x="278" y="4640"/>
                      <a:pt x="278" y="4632"/>
                    </a:cubicBezTo>
                    <a:cubicBezTo>
                      <a:pt x="278" y="4627"/>
                      <a:pt x="279" y="4623"/>
                      <a:pt x="280" y="4619"/>
                    </a:cubicBezTo>
                    <a:lnTo>
                      <a:pt x="463" y="3329"/>
                    </a:lnTo>
                    <a:cubicBezTo>
                      <a:pt x="521" y="2926"/>
                      <a:pt x="592" y="2526"/>
                      <a:pt x="666" y="2124"/>
                    </a:cubicBezTo>
                    <a:cubicBezTo>
                      <a:pt x="618" y="2229"/>
                      <a:pt x="573" y="2345"/>
                      <a:pt x="525" y="2449"/>
                    </a:cubicBezTo>
                    <a:cubicBezTo>
                      <a:pt x="513" y="2430"/>
                      <a:pt x="482" y="2433"/>
                      <a:pt x="466" y="2449"/>
                    </a:cubicBezTo>
                    <a:lnTo>
                      <a:pt x="466" y="2449"/>
                    </a:lnTo>
                    <a:cubicBezTo>
                      <a:pt x="462" y="2454"/>
                      <a:pt x="459" y="2459"/>
                      <a:pt x="456" y="2464"/>
                    </a:cubicBezTo>
                    <a:cubicBezTo>
                      <a:pt x="448" y="2479"/>
                      <a:pt x="442" y="2494"/>
                      <a:pt x="439" y="2511"/>
                    </a:cubicBezTo>
                    <a:lnTo>
                      <a:pt x="439" y="2511"/>
                    </a:lnTo>
                    <a:cubicBezTo>
                      <a:pt x="431" y="2539"/>
                      <a:pt x="419" y="2566"/>
                      <a:pt x="405" y="2592"/>
                    </a:cubicBezTo>
                    <a:cubicBezTo>
                      <a:pt x="398" y="2604"/>
                      <a:pt x="390" y="2616"/>
                      <a:pt x="382" y="2627"/>
                    </a:cubicBezTo>
                    <a:lnTo>
                      <a:pt x="382" y="2627"/>
                    </a:lnTo>
                    <a:cubicBezTo>
                      <a:pt x="372" y="2638"/>
                      <a:pt x="364" y="2649"/>
                      <a:pt x="357" y="2661"/>
                    </a:cubicBezTo>
                    <a:cubicBezTo>
                      <a:pt x="351" y="2671"/>
                      <a:pt x="346" y="2681"/>
                      <a:pt x="342" y="2692"/>
                    </a:cubicBezTo>
                    <a:cubicBezTo>
                      <a:pt x="336" y="2717"/>
                      <a:pt x="347" y="2748"/>
                      <a:pt x="372" y="2754"/>
                    </a:cubicBezTo>
                    <a:lnTo>
                      <a:pt x="372" y="2754"/>
                    </a:lnTo>
                    <a:cubicBezTo>
                      <a:pt x="379" y="2754"/>
                      <a:pt x="387" y="2755"/>
                      <a:pt x="393" y="2758"/>
                    </a:cubicBezTo>
                    <a:lnTo>
                      <a:pt x="393" y="2758"/>
                    </a:lnTo>
                    <a:cubicBezTo>
                      <a:pt x="396" y="2760"/>
                      <a:pt x="399" y="2762"/>
                      <a:pt x="401" y="2766"/>
                    </a:cubicBezTo>
                    <a:cubicBezTo>
                      <a:pt x="403" y="2770"/>
                      <a:pt x="404" y="2773"/>
                      <a:pt x="404" y="2778"/>
                    </a:cubicBezTo>
                    <a:cubicBezTo>
                      <a:pt x="404" y="2782"/>
                      <a:pt x="403" y="2787"/>
                      <a:pt x="401" y="2791"/>
                    </a:cubicBezTo>
                    <a:cubicBezTo>
                      <a:pt x="400" y="2793"/>
                      <a:pt x="399" y="2795"/>
                      <a:pt x="397" y="2796"/>
                    </a:cubicBezTo>
                    <a:lnTo>
                      <a:pt x="397" y="2796"/>
                    </a:lnTo>
                    <a:cubicBezTo>
                      <a:pt x="394" y="2799"/>
                      <a:pt x="390" y="2801"/>
                      <a:pt x="386" y="2804"/>
                    </a:cubicBezTo>
                    <a:cubicBezTo>
                      <a:pt x="377" y="2808"/>
                      <a:pt x="367" y="2812"/>
                      <a:pt x="357" y="2812"/>
                    </a:cubicBezTo>
                    <a:cubicBezTo>
                      <a:pt x="247" y="2822"/>
                      <a:pt x="143" y="2716"/>
                      <a:pt x="153" y="2607"/>
                    </a:cubicBezTo>
                    <a:cubicBezTo>
                      <a:pt x="160" y="2537"/>
                      <a:pt x="204" y="2479"/>
                      <a:pt x="247" y="2424"/>
                    </a:cubicBezTo>
                    <a:lnTo>
                      <a:pt x="277" y="2384"/>
                    </a:lnTo>
                    <a:lnTo>
                      <a:pt x="277" y="2384"/>
                    </a:lnTo>
                    <a:cubicBezTo>
                      <a:pt x="279" y="2382"/>
                      <a:pt x="281" y="2380"/>
                      <a:pt x="282" y="2378"/>
                    </a:cubicBezTo>
                    <a:cubicBezTo>
                      <a:pt x="285" y="2373"/>
                      <a:pt x="286" y="2367"/>
                      <a:pt x="286" y="2362"/>
                    </a:cubicBezTo>
                    <a:lnTo>
                      <a:pt x="286" y="2362"/>
                    </a:lnTo>
                    <a:cubicBezTo>
                      <a:pt x="285" y="2353"/>
                      <a:pt x="276" y="2347"/>
                      <a:pt x="273" y="2338"/>
                    </a:cubicBezTo>
                    <a:lnTo>
                      <a:pt x="273" y="2338"/>
                    </a:lnTo>
                    <a:cubicBezTo>
                      <a:pt x="272" y="2335"/>
                      <a:pt x="272" y="2332"/>
                      <a:pt x="272" y="2328"/>
                    </a:cubicBezTo>
                    <a:cubicBezTo>
                      <a:pt x="272" y="2321"/>
                      <a:pt x="273" y="2313"/>
                      <a:pt x="277" y="2307"/>
                    </a:cubicBezTo>
                    <a:cubicBezTo>
                      <a:pt x="278" y="2305"/>
                      <a:pt x="279" y="2305"/>
                      <a:pt x="280" y="2303"/>
                    </a:cubicBezTo>
                    <a:lnTo>
                      <a:pt x="426" y="2034"/>
                    </a:lnTo>
                    <a:lnTo>
                      <a:pt x="426" y="2034"/>
                    </a:lnTo>
                    <a:cubicBezTo>
                      <a:pt x="422" y="2035"/>
                      <a:pt x="417" y="2035"/>
                      <a:pt x="413" y="2035"/>
                    </a:cubicBezTo>
                    <a:cubicBezTo>
                      <a:pt x="400" y="2035"/>
                      <a:pt x="387" y="2031"/>
                      <a:pt x="376" y="2025"/>
                    </a:cubicBezTo>
                    <a:cubicBezTo>
                      <a:pt x="369" y="2020"/>
                      <a:pt x="362" y="2016"/>
                      <a:pt x="356" y="2009"/>
                    </a:cubicBezTo>
                    <a:lnTo>
                      <a:pt x="356" y="2009"/>
                    </a:lnTo>
                    <a:cubicBezTo>
                      <a:pt x="349" y="2000"/>
                      <a:pt x="343" y="1991"/>
                      <a:pt x="337" y="1981"/>
                    </a:cubicBezTo>
                    <a:cubicBezTo>
                      <a:pt x="330" y="1968"/>
                      <a:pt x="324" y="1955"/>
                      <a:pt x="319" y="1941"/>
                    </a:cubicBezTo>
                    <a:lnTo>
                      <a:pt x="280" y="1845"/>
                    </a:lnTo>
                    <a:lnTo>
                      <a:pt x="280" y="1845"/>
                    </a:lnTo>
                    <a:cubicBezTo>
                      <a:pt x="278" y="1841"/>
                      <a:pt x="276" y="1836"/>
                      <a:pt x="276" y="1830"/>
                    </a:cubicBezTo>
                    <a:cubicBezTo>
                      <a:pt x="276" y="1827"/>
                      <a:pt x="277" y="1825"/>
                      <a:pt x="278" y="1822"/>
                    </a:cubicBezTo>
                    <a:cubicBezTo>
                      <a:pt x="284" y="1808"/>
                      <a:pt x="304" y="1811"/>
                      <a:pt x="316" y="1820"/>
                    </a:cubicBezTo>
                    <a:cubicBezTo>
                      <a:pt x="327" y="1829"/>
                      <a:pt x="337" y="1843"/>
                      <a:pt x="351" y="1846"/>
                    </a:cubicBezTo>
                    <a:lnTo>
                      <a:pt x="351" y="1846"/>
                    </a:lnTo>
                    <a:cubicBezTo>
                      <a:pt x="353" y="1846"/>
                      <a:pt x="355" y="1847"/>
                      <a:pt x="356" y="1847"/>
                    </a:cubicBezTo>
                    <a:cubicBezTo>
                      <a:pt x="363" y="1847"/>
                      <a:pt x="370" y="1844"/>
                      <a:pt x="376" y="1841"/>
                    </a:cubicBezTo>
                    <a:cubicBezTo>
                      <a:pt x="382" y="1837"/>
                      <a:pt x="387" y="1833"/>
                      <a:pt x="390" y="1827"/>
                    </a:cubicBezTo>
                    <a:lnTo>
                      <a:pt x="391" y="1826"/>
                    </a:lnTo>
                    <a:lnTo>
                      <a:pt x="391" y="1826"/>
                    </a:lnTo>
                    <a:cubicBezTo>
                      <a:pt x="398" y="1813"/>
                      <a:pt x="402" y="1797"/>
                      <a:pt x="403" y="1782"/>
                    </a:cubicBezTo>
                    <a:cubicBezTo>
                      <a:pt x="423" y="1656"/>
                      <a:pt x="474" y="1559"/>
                      <a:pt x="465" y="1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34"/>
              <p:cNvSpPr/>
              <p:nvPr/>
            </p:nvSpPr>
            <p:spPr>
              <a:xfrm>
                <a:off x="5803900" y="3536046"/>
                <a:ext cx="331595" cy="41383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1414" extrusionOk="0">
                    <a:moveTo>
                      <a:pt x="818" y="965"/>
                    </a:moveTo>
                    <a:cubicBezTo>
                      <a:pt x="902" y="911"/>
                      <a:pt x="979" y="920"/>
                      <a:pt x="1042" y="1003"/>
                    </a:cubicBezTo>
                    <a:lnTo>
                      <a:pt x="1042" y="1003"/>
                    </a:lnTo>
                    <a:cubicBezTo>
                      <a:pt x="1059" y="1026"/>
                      <a:pt x="1075" y="1050"/>
                      <a:pt x="1090" y="1075"/>
                    </a:cubicBezTo>
                    <a:cubicBezTo>
                      <a:pt x="1105" y="1102"/>
                      <a:pt x="1119" y="1129"/>
                      <a:pt x="1131" y="1158"/>
                    </a:cubicBezTo>
                    <a:lnTo>
                      <a:pt x="1131" y="1158"/>
                    </a:lnTo>
                    <a:cubicBezTo>
                      <a:pt x="1132" y="1144"/>
                      <a:pt x="1133" y="1130"/>
                      <a:pt x="1133" y="1117"/>
                    </a:cubicBezTo>
                    <a:cubicBezTo>
                      <a:pt x="1133" y="1040"/>
                      <a:pt x="1112" y="964"/>
                      <a:pt x="1074" y="898"/>
                    </a:cubicBezTo>
                    <a:cubicBezTo>
                      <a:pt x="1066" y="884"/>
                      <a:pt x="1057" y="870"/>
                      <a:pt x="1047" y="857"/>
                    </a:cubicBezTo>
                    <a:cubicBezTo>
                      <a:pt x="988" y="776"/>
                      <a:pt x="897" y="728"/>
                      <a:pt x="854" y="633"/>
                    </a:cubicBezTo>
                    <a:lnTo>
                      <a:pt x="854" y="633"/>
                    </a:lnTo>
                    <a:cubicBezTo>
                      <a:pt x="841" y="600"/>
                      <a:pt x="830" y="565"/>
                      <a:pt x="822" y="530"/>
                    </a:cubicBezTo>
                    <a:cubicBezTo>
                      <a:pt x="785" y="399"/>
                      <a:pt x="717" y="279"/>
                      <a:pt x="649" y="160"/>
                    </a:cubicBezTo>
                    <a:cubicBezTo>
                      <a:pt x="621" y="110"/>
                      <a:pt x="591" y="58"/>
                      <a:pt x="541" y="29"/>
                    </a:cubicBezTo>
                    <a:cubicBezTo>
                      <a:pt x="488" y="-3"/>
                      <a:pt x="421" y="-3"/>
                      <a:pt x="359" y="4"/>
                    </a:cubicBezTo>
                    <a:cubicBezTo>
                      <a:pt x="214" y="20"/>
                      <a:pt x="54" y="81"/>
                      <a:pt x="0" y="217"/>
                    </a:cubicBezTo>
                    <a:cubicBezTo>
                      <a:pt x="26" y="252"/>
                      <a:pt x="66" y="234"/>
                      <a:pt x="103" y="254"/>
                    </a:cubicBezTo>
                    <a:cubicBezTo>
                      <a:pt x="222" y="317"/>
                      <a:pt x="271" y="465"/>
                      <a:pt x="262" y="599"/>
                    </a:cubicBezTo>
                    <a:cubicBezTo>
                      <a:pt x="253" y="732"/>
                      <a:pt x="197" y="859"/>
                      <a:pt x="157" y="986"/>
                    </a:cubicBezTo>
                    <a:cubicBezTo>
                      <a:pt x="128" y="1076"/>
                      <a:pt x="90" y="1197"/>
                      <a:pt x="114" y="1292"/>
                    </a:cubicBezTo>
                    <a:cubicBezTo>
                      <a:pt x="136" y="1380"/>
                      <a:pt x="260" y="1420"/>
                      <a:pt x="349" y="1414"/>
                    </a:cubicBezTo>
                    <a:cubicBezTo>
                      <a:pt x="520" y="1400"/>
                      <a:pt x="580" y="1237"/>
                      <a:pt x="664" y="1116"/>
                    </a:cubicBezTo>
                    <a:lnTo>
                      <a:pt x="664" y="1116"/>
                    </a:lnTo>
                    <a:cubicBezTo>
                      <a:pt x="704" y="1056"/>
                      <a:pt x="757" y="1005"/>
                      <a:pt x="818" y="9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4"/>
              <p:cNvSpPr/>
              <p:nvPr/>
            </p:nvSpPr>
            <p:spPr>
              <a:xfrm>
                <a:off x="5892871" y="3770474"/>
                <a:ext cx="182333" cy="128482"/>
              </a:xfrm>
              <a:custGeom>
                <a:avLst/>
                <a:gdLst/>
                <a:ahLst/>
                <a:cxnLst/>
                <a:rect l="l" t="t" r="r" b="b"/>
                <a:pathLst>
                  <a:path w="623" h="439" extrusionOk="0">
                    <a:moveTo>
                      <a:pt x="303" y="196"/>
                    </a:moveTo>
                    <a:cubicBezTo>
                      <a:pt x="208" y="286"/>
                      <a:pt x="120" y="388"/>
                      <a:pt x="0" y="439"/>
                    </a:cubicBezTo>
                    <a:cubicBezTo>
                      <a:pt x="69" y="362"/>
                      <a:pt x="127" y="275"/>
                      <a:pt x="196" y="198"/>
                    </a:cubicBezTo>
                    <a:cubicBezTo>
                      <a:pt x="265" y="120"/>
                      <a:pt x="347" y="50"/>
                      <a:pt x="445" y="16"/>
                    </a:cubicBezTo>
                    <a:cubicBezTo>
                      <a:pt x="500" y="-2"/>
                      <a:pt x="574" y="-11"/>
                      <a:pt x="623" y="25"/>
                    </a:cubicBezTo>
                    <a:lnTo>
                      <a:pt x="623" y="25"/>
                    </a:lnTo>
                    <a:cubicBezTo>
                      <a:pt x="556" y="38"/>
                      <a:pt x="491" y="62"/>
                      <a:pt x="432" y="97"/>
                    </a:cubicBezTo>
                    <a:cubicBezTo>
                      <a:pt x="385" y="124"/>
                      <a:pt x="341" y="157"/>
                      <a:pt x="303" y="196"/>
                    </a:cubicBezTo>
                    <a:close/>
                  </a:path>
                </a:pathLst>
              </a:custGeom>
              <a:solidFill>
                <a:srgbClr val="BD4017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4"/>
              <p:cNvSpPr/>
              <p:nvPr/>
            </p:nvSpPr>
            <p:spPr>
              <a:xfrm>
                <a:off x="5896090" y="3729500"/>
                <a:ext cx="140189" cy="48583"/>
              </a:xfrm>
              <a:custGeom>
                <a:avLst/>
                <a:gdLst/>
                <a:ahLst/>
                <a:cxnLst/>
                <a:rect l="l" t="t" r="r" b="b"/>
                <a:pathLst>
                  <a:path w="479" h="166" extrusionOk="0">
                    <a:moveTo>
                      <a:pt x="0" y="166"/>
                    </a:moveTo>
                    <a:lnTo>
                      <a:pt x="0" y="166"/>
                    </a:lnTo>
                    <a:cubicBezTo>
                      <a:pt x="6" y="166"/>
                      <a:pt x="12" y="166"/>
                      <a:pt x="18" y="166"/>
                    </a:cubicBezTo>
                    <a:cubicBezTo>
                      <a:pt x="38" y="166"/>
                      <a:pt x="58" y="165"/>
                      <a:pt x="78" y="163"/>
                    </a:cubicBezTo>
                    <a:cubicBezTo>
                      <a:pt x="239" y="150"/>
                      <a:pt x="339" y="83"/>
                      <a:pt x="479" y="17"/>
                    </a:cubicBezTo>
                    <a:cubicBezTo>
                      <a:pt x="462" y="-8"/>
                      <a:pt x="425" y="-1"/>
                      <a:pt x="397" y="11"/>
                    </a:cubicBezTo>
                    <a:lnTo>
                      <a:pt x="166" y="103"/>
                    </a:lnTo>
                    <a:cubicBezTo>
                      <a:pt x="123" y="120"/>
                      <a:pt x="46" y="167"/>
                      <a:pt x="0" y="166"/>
                    </a:cubicBezTo>
                    <a:close/>
                  </a:path>
                </a:pathLst>
              </a:custGeom>
              <a:solidFill>
                <a:srgbClr val="BD4017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0000" tIns="14750" rIns="90000" bIns="14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34"/>
              <p:cNvSpPr/>
              <p:nvPr/>
            </p:nvSpPr>
            <p:spPr>
              <a:xfrm>
                <a:off x="5762048" y="3944320"/>
                <a:ext cx="284183" cy="144872"/>
              </a:xfrm>
              <a:custGeom>
                <a:avLst/>
                <a:gdLst/>
                <a:ahLst/>
                <a:cxnLst/>
                <a:rect l="l" t="t" r="r" b="b"/>
                <a:pathLst>
                  <a:path w="971" h="495" extrusionOk="0">
                    <a:moveTo>
                      <a:pt x="147" y="471"/>
                    </a:moveTo>
                    <a:lnTo>
                      <a:pt x="147" y="471"/>
                    </a:lnTo>
                    <a:cubicBezTo>
                      <a:pt x="118" y="443"/>
                      <a:pt x="92" y="413"/>
                      <a:pt x="68" y="381"/>
                    </a:cubicBezTo>
                    <a:cubicBezTo>
                      <a:pt x="44" y="352"/>
                      <a:pt x="-19" y="282"/>
                      <a:pt x="6" y="239"/>
                    </a:cubicBezTo>
                    <a:lnTo>
                      <a:pt x="6" y="239"/>
                    </a:lnTo>
                    <a:cubicBezTo>
                      <a:pt x="12" y="233"/>
                      <a:pt x="18" y="227"/>
                      <a:pt x="26" y="223"/>
                    </a:cubicBezTo>
                    <a:cubicBezTo>
                      <a:pt x="33" y="219"/>
                      <a:pt x="41" y="216"/>
                      <a:pt x="49" y="214"/>
                    </a:cubicBezTo>
                    <a:lnTo>
                      <a:pt x="725" y="9"/>
                    </a:lnTo>
                    <a:lnTo>
                      <a:pt x="725" y="9"/>
                    </a:lnTo>
                    <a:cubicBezTo>
                      <a:pt x="735" y="3"/>
                      <a:pt x="747" y="0"/>
                      <a:pt x="759" y="0"/>
                    </a:cubicBezTo>
                    <a:cubicBezTo>
                      <a:pt x="771" y="0"/>
                      <a:pt x="782" y="3"/>
                      <a:pt x="793" y="9"/>
                    </a:cubicBezTo>
                    <a:cubicBezTo>
                      <a:pt x="803" y="15"/>
                      <a:pt x="811" y="24"/>
                      <a:pt x="818" y="35"/>
                    </a:cubicBezTo>
                    <a:cubicBezTo>
                      <a:pt x="819" y="37"/>
                      <a:pt x="821" y="40"/>
                      <a:pt x="822" y="43"/>
                    </a:cubicBezTo>
                    <a:lnTo>
                      <a:pt x="971" y="264"/>
                    </a:lnTo>
                    <a:cubicBezTo>
                      <a:pt x="854" y="302"/>
                      <a:pt x="721" y="325"/>
                      <a:pt x="604" y="364"/>
                    </a:cubicBezTo>
                    <a:cubicBezTo>
                      <a:pt x="543" y="384"/>
                      <a:pt x="476" y="409"/>
                      <a:pt x="451" y="469"/>
                    </a:cubicBezTo>
                    <a:cubicBezTo>
                      <a:pt x="400" y="405"/>
                      <a:pt x="334" y="408"/>
                      <a:pt x="264" y="423"/>
                    </a:cubicBezTo>
                    <a:lnTo>
                      <a:pt x="264" y="423"/>
                    </a:lnTo>
                    <a:cubicBezTo>
                      <a:pt x="260" y="423"/>
                      <a:pt x="257" y="424"/>
                      <a:pt x="254" y="426"/>
                    </a:cubicBezTo>
                    <a:cubicBezTo>
                      <a:pt x="253" y="427"/>
                      <a:pt x="252" y="427"/>
                      <a:pt x="251" y="428"/>
                    </a:cubicBezTo>
                    <a:cubicBezTo>
                      <a:pt x="245" y="433"/>
                      <a:pt x="245" y="443"/>
                      <a:pt x="244" y="452"/>
                    </a:cubicBezTo>
                    <a:lnTo>
                      <a:pt x="244" y="452"/>
                    </a:lnTo>
                    <a:cubicBezTo>
                      <a:pt x="243" y="458"/>
                      <a:pt x="241" y="464"/>
                      <a:pt x="238" y="469"/>
                    </a:cubicBezTo>
                    <a:cubicBezTo>
                      <a:pt x="233" y="477"/>
                      <a:pt x="227" y="484"/>
                      <a:pt x="219" y="489"/>
                    </a:cubicBezTo>
                    <a:cubicBezTo>
                      <a:pt x="212" y="492"/>
                      <a:pt x="206" y="495"/>
                      <a:pt x="198" y="495"/>
                    </a:cubicBezTo>
                    <a:lnTo>
                      <a:pt x="198" y="495"/>
                    </a:lnTo>
                    <a:cubicBezTo>
                      <a:pt x="187" y="495"/>
                      <a:pt x="175" y="491"/>
                      <a:pt x="165" y="485"/>
                    </a:cubicBezTo>
                    <a:cubicBezTo>
                      <a:pt x="158" y="481"/>
                      <a:pt x="152" y="476"/>
                      <a:pt x="147" y="47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34"/>
              <p:cNvSpPr/>
              <p:nvPr/>
            </p:nvSpPr>
            <p:spPr>
              <a:xfrm>
                <a:off x="4849510" y="4154164"/>
                <a:ext cx="494612" cy="871279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977" extrusionOk="0">
                    <a:moveTo>
                      <a:pt x="505" y="707"/>
                    </a:moveTo>
                    <a:cubicBezTo>
                      <a:pt x="506" y="702"/>
                      <a:pt x="507" y="698"/>
                      <a:pt x="508" y="693"/>
                    </a:cubicBezTo>
                    <a:lnTo>
                      <a:pt x="508" y="693"/>
                    </a:lnTo>
                    <a:cubicBezTo>
                      <a:pt x="503" y="658"/>
                      <a:pt x="493" y="623"/>
                      <a:pt x="479" y="591"/>
                    </a:cubicBezTo>
                    <a:lnTo>
                      <a:pt x="479" y="591"/>
                    </a:lnTo>
                    <a:cubicBezTo>
                      <a:pt x="473" y="595"/>
                      <a:pt x="468" y="598"/>
                      <a:pt x="462" y="601"/>
                    </a:cubicBezTo>
                    <a:cubicBezTo>
                      <a:pt x="440" y="614"/>
                      <a:pt x="417" y="623"/>
                      <a:pt x="393" y="629"/>
                    </a:cubicBezTo>
                    <a:lnTo>
                      <a:pt x="393" y="629"/>
                    </a:lnTo>
                    <a:cubicBezTo>
                      <a:pt x="386" y="631"/>
                      <a:pt x="379" y="632"/>
                      <a:pt x="372" y="632"/>
                    </a:cubicBezTo>
                    <a:cubicBezTo>
                      <a:pt x="357" y="632"/>
                      <a:pt x="341" y="627"/>
                      <a:pt x="327" y="620"/>
                    </a:cubicBezTo>
                    <a:cubicBezTo>
                      <a:pt x="320" y="615"/>
                      <a:pt x="313" y="610"/>
                      <a:pt x="307" y="603"/>
                    </a:cubicBezTo>
                    <a:cubicBezTo>
                      <a:pt x="297" y="591"/>
                      <a:pt x="298" y="569"/>
                      <a:pt x="295" y="555"/>
                    </a:cubicBezTo>
                    <a:lnTo>
                      <a:pt x="295" y="555"/>
                    </a:lnTo>
                    <a:cubicBezTo>
                      <a:pt x="290" y="534"/>
                      <a:pt x="283" y="514"/>
                      <a:pt x="274" y="495"/>
                    </a:cubicBezTo>
                    <a:lnTo>
                      <a:pt x="274" y="495"/>
                    </a:lnTo>
                    <a:cubicBezTo>
                      <a:pt x="265" y="498"/>
                      <a:pt x="256" y="499"/>
                      <a:pt x="247" y="499"/>
                    </a:cubicBezTo>
                    <a:cubicBezTo>
                      <a:pt x="242" y="499"/>
                      <a:pt x="237" y="499"/>
                      <a:pt x="232" y="498"/>
                    </a:cubicBezTo>
                    <a:lnTo>
                      <a:pt x="232" y="498"/>
                    </a:lnTo>
                    <a:cubicBezTo>
                      <a:pt x="237" y="483"/>
                      <a:pt x="240" y="467"/>
                      <a:pt x="240" y="451"/>
                    </a:cubicBezTo>
                    <a:cubicBezTo>
                      <a:pt x="240" y="431"/>
                      <a:pt x="236" y="412"/>
                      <a:pt x="228" y="394"/>
                    </a:cubicBezTo>
                    <a:lnTo>
                      <a:pt x="228" y="394"/>
                    </a:lnTo>
                    <a:cubicBezTo>
                      <a:pt x="209" y="351"/>
                      <a:pt x="200" y="306"/>
                      <a:pt x="200" y="260"/>
                    </a:cubicBezTo>
                    <a:cubicBezTo>
                      <a:pt x="200" y="255"/>
                      <a:pt x="200" y="250"/>
                      <a:pt x="200" y="246"/>
                    </a:cubicBezTo>
                    <a:lnTo>
                      <a:pt x="200" y="246"/>
                    </a:lnTo>
                    <a:cubicBezTo>
                      <a:pt x="202" y="207"/>
                      <a:pt x="214" y="168"/>
                      <a:pt x="233" y="134"/>
                    </a:cubicBezTo>
                    <a:cubicBezTo>
                      <a:pt x="255" y="96"/>
                      <a:pt x="287" y="63"/>
                      <a:pt x="325" y="42"/>
                    </a:cubicBezTo>
                    <a:cubicBezTo>
                      <a:pt x="329" y="39"/>
                      <a:pt x="333" y="38"/>
                      <a:pt x="337" y="36"/>
                    </a:cubicBezTo>
                    <a:lnTo>
                      <a:pt x="337" y="36"/>
                    </a:lnTo>
                    <a:cubicBezTo>
                      <a:pt x="382" y="13"/>
                      <a:pt x="432" y="0"/>
                      <a:pt x="482" y="0"/>
                    </a:cubicBezTo>
                    <a:cubicBezTo>
                      <a:pt x="487" y="0"/>
                      <a:pt x="493" y="1"/>
                      <a:pt x="498" y="1"/>
                    </a:cubicBezTo>
                    <a:lnTo>
                      <a:pt x="498" y="1"/>
                    </a:lnTo>
                    <a:cubicBezTo>
                      <a:pt x="533" y="5"/>
                      <a:pt x="567" y="16"/>
                      <a:pt x="598" y="34"/>
                    </a:cubicBezTo>
                    <a:cubicBezTo>
                      <a:pt x="637" y="56"/>
                      <a:pt x="669" y="88"/>
                      <a:pt x="692" y="127"/>
                    </a:cubicBezTo>
                    <a:cubicBezTo>
                      <a:pt x="697" y="135"/>
                      <a:pt x="701" y="144"/>
                      <a:pt x="705" y="153"/>
                    </a:cubicBezTo>
                    <a:lnTo>
                      <a:pt x="705" y="153"/>
                    </a:lnTo>
                    <a:cubicBezTo>
                      <a:pt x="720" y="189"/>
                      <a:pt x="728" y="229"/>
                      <a:pt x="728" y="269"/>
                    </a:cubicBezTo>
                    <a:cubicBezTo>
                      <a:pt x="728" y="279"/>
                      <a:pt x="727" y="288"/>
                      <a:pt x="726" y="298"/>
                    </a:cubicBezTo>
                    <a:lnTo>
                      <a:pt x="726" y="298"/>
                    </a:lnTo>
                    <a:cubicBezTo>
                      <a:pt x="725" y="324"/>
                      <a:pt x="717" y="349"/>
                      <a:pt x="704" y="372"/>
                    </a:cubicBezTo>
                    <a:cubicBezTo>
                      <a:pt x="701" y="377"/>
                      <a:pt x="697" y="384"/>
                      <a:pt x="693" y="390"/>
                    </a:cubicBezTo>
                    <a:cubicBezTo>
                      <a:pt x="664" y="428"/>
                      <a:pt x="638" y="466"/>
                      <a:pt x="655" y="516"/>
                    </a:cubicBezTo>
                    <a:lnTo>
                      <a:pt x="655" y="516"/>
                    </a:lnTo>
                    <a:cubicBezTo>
                      <a:pt x="658" y="528"/>
                      <a:pt x="663" y="540"/>
                      <a:pt x="669" y="551"/>
                    </a:cubicBezTo>
                    <a:cubicBezTo>
                      <a:pt x="675" y="561"/>
                      <a:pt x="683" y="571"/>
                      <a:pt x="692" y="580"/>
                    </a:cubicBezTo>
                    <a:cubicBezTo>
                      <a:pt x="711" y="597"/>
                      <a:pt x="735" y="609"/>
                      <a:pt x="753" y="626"/>
                    </a:cubicBezTo>
                    <a:cubicBezTo>
                      <a:pt x="826" y="681"/>
                      <a:pt x="854" y="775"/>
                      <a:pt x="878" y="863"/>
                    </a:cubicBezTo>
                    <a:lnTo>
                      <a:pt x="1046" y="1473"/>
                    </a:lnTo>
                    <a:cubicBezTo>
                      <a:pt x="1050" y="1488"/>
                      <a:pt x="1053" y="1507"/>
                      <a:pt x="1042" y="1519"/>
                    </a:cubicBezTo>
                    <a:cubicBezTo>
                      <a:pt x="1037" y="1525"/>
                      <a:pt x="1028" y="1527"/>
                      <a:pt x="1023" y="1534"/>
                    </a:cubicBezTo>
                    <a:lnTo>
                      <a:pt x="1023" y="1534"/>
                    </a:lnTo>
                    <a:cubicBezTo>
                      <a:pt x="1022" y="1538"/>
                      <a:pt x="1021" y="1542"/>
                      <a:pt x="1021" y="1547"/>
                    </a:cubicBezTo>
                    <a:cubicBezTo>
                      <a:pt x="1021" y="1553"/>
                      <a:pt x="1023" y="1559"/>
                      <a:pt x="1026" y="1564"/>
                    </a:cubicBezTo>
                    <a:cubicBezTo>
                      <a:pt x="1076" y="1700"/>
                      <a:pt x="1004" y="1861"/>
                      <a:pt x="1059" y="1995"/>
                    </a:cubicBezTo>
                    <a:lnTo>
                      <a:pt x="1059" y="1995"/>
                    </a:lnTo>
                    <a:cubicBezTo>
                      <a:pt x="1060" y="1999"/>
                      <a:pt x="1061" y="2002"/>
                      <a:pt x="1063" y="2005"/>
                    </a:cubicBezTo>
                    <a:cubicBezTo>
                      <a:pt x="1067" y="2012"/>
                      <a:pt x="1073" y="2018"/>
                      <a:pt x="1079" y="2022"/>
                    </a:cubicBezTo>
                    <a:lnTo>
                      <a:pt x="1079" y="2022"/>
                    </a:lnTo>
                    <a:cubicBezTo>
                      <a:pt x="1086" y="2024"/>
                      <a:pt x="1092" y="2026"/>
                      <a:pt x="1099" y="2026"/>
                    </a:cubicBezTo>
                    <a:cubicBezTo>
                      <a:pt x="1102" y="2026"/>
                      <a:pt x="1105" y="2026"/>
                      <a:pt x="1108" y="2025"/>
                    </a:cubicBezTo>
                    <a:cubicBezTo>
                      <a:pt x="1191" y="2019"/>
                      <a:pt x="1274" y="2013"/>
                      <a:pt x="1357" y="2006"/>
                    </a:cubicBezTo>
                    <a:cubicBezTo>
                      <a:pt x="1400" y="2002"/>
                      <a:pt x="1443" y="1999"/>
                      <a:pt x="1486" y="1994"/>
                    </a:cubicBezTo>
                    <a:cubicBezTo>
                      <a:pt x="1512" y="1991"/>
                      <a:pt x="1561" y="1977"/>
                      <a:pt x="1581" y="2002"/>
                    </a:cubicBezTo>
                    <a:cubicBezTo>
                      <a:pt x="1600" y="2027"/>
                      <a:pt x="1590" y="2052"/>
                      <a:pt x="1631" y="2037"/>
                    </a:cubicBezTo>
                    <a:lnTo>
                      <a:pt x="1631" y="2037"/>
                    </a:lnTo>
                    <a:cubicBezTo>
                      <a:pt x="1635" y="2035"/>
                      <a:pt x="1640" y="2034"/>
                      <a:pt x="1644" y="2034"/>
                    </a:cubicBezTo>
                    <a:cubicBezTo>
                      <a:pt x="1645" y="2034"/>
                      <a:pt x="1646" y="2034"/>
                      <a:pt x="1647" y="2034"/>
                    </a:cubicBezTo>
                    <a:lnTo>
                      <a:pt x="1647" y="2034"/>
                    </a:lnTo>
                    <a:cubicBezTo>
                      <a:pt x="1649" y="2035"/>
                      <a:pt x="1651" y="2036"/>
                      <a:pt x="1653" y="2037"/>
                    </a:cubicBezTo>
                    <a:cubicBezTo>
                      <a:pt x="1657" y="2039"/>
                      <a:pt x="1661" y="2043"/>
                      <a:pt x="1663" y="2047"/>
                    </a:cubicBezTo>
                    <a:cubicBezTo>
                      <a:pt x="1704" y="2098"/>
                      <a:pt x="1687" y="2153"/>
                      <a:pt x="1683" y="2213"/>
                    </a:cubicBezTo>
                    <a:lnTo>
                      <a:pt x="1683" y="2213"/>
                    </a:lnTo>
                    <a:cubicBezTo>
                      <a:pt x="1680" y="2275"/>
                      <a:pt x="1667" y="2335"/>
                      <a:pt x="1644" y="2392"/>
                    </a:cubicBezTo>
                    <a:cubicBezTo>
                      <a:pt x="1642" y="2397"/>
                      <a:pt x="1637" y="2404"/>
                      <a:pt x="1632" y="2402"/>
                    </a:cubicBezTo>
                    <a:cubicBezTo>
                      <a:pt x="1627" y="2401"/>
                      <a:pt x="1627" y="2397"/>
                      <a:pt x="1626" y="2394"/>
                    </a:cubicBezTo>
                    <a:cubicBezTo>
                      <a:pt x="1603" y="2345"/>
                      <a:pt x="1582" y="2295"/>
                      <a:pt x="1562" y="2244"/>
                    </a:cubicBezTo>
                    <a:lnTo>
                      <a:pt x="1562" y="2244"/>
                    </a:lnTo>
                    <a:cubicBezTo>
                      <a:pt x="1560" y="2263"/>
                      <a:pt x="1554" y="2281"/>
                      <a:pt x="1544" y="2298"/>
                    </a:cubicBezTo>
                    <a:cubicBezTo>
                      <a:pt x="1544" y="2298"/>
                      <a:pt x="1544" y="2299"/>
                      <a:pt x="1543" y="2299"/>
                    </a:cubicBezTo>
                    <a:lnTo>
                      <a:pt x="1543" y="2299"/>
                    </a:lnTo>
                    <a:cubicBezTo>
                      <a:pt x="1543" y="2300"/>
                      <a:pt x="1543" y="2300"/>
                      <a:pt x="1543" y="2300"/>
                    </a:cubicBezTo>
                    <a:cubicBezTo>
                      <a:pt x="1541" y="2303"/>
                      <a:pt x="1539" y="2305"/>
                      <a:pt x="1537" y="2307"/>
                    </a:cubicBezTo>
                    <a:cubicBezTo>
                      <a:pt x="1529" y="2310"/>
                      <a:pt x="1522" y="2303"/>
                      <a:pt x="1515" y="2298"/>
                    </a:cubicBezTo>
                    <a:cubicBezTo>
                      <a:pt x="1489" y="2278"/>
                      <a:pt x="1425" y="2298"/>
                      <a:pt x="1394" y="2299"/>
                    </a:cubicBezTo>
                    <a:cubicBezTo>
                      <a:pt x="1347" y="2302"/>
                      <a:pt x="1300" y="2303"/>
                      <a:pt x="1252" y="2304"/>
                    </a:cubicBezTo>
                    <a:cubicBezTo>
                      <a:pt x="1154" y="2305"/>
                      <a:pt x="1056" y="2302"/>
                      <a:pt x="959" y="2295"/>
                    </a:cubicBezTo>
                    <a:lnTo>
                      <a:pt x="959" y="2295"/>
                    </a:lnTo>
                    <a:cubicBezTo>
                      <a:pt x="935" y="2295"/>
                      <a:pt x="911" y="2291"/>
                      <a:pt x="889" y="2282"/>
                    </a:cubicBezTo>
                    <a:cubicBezTo>
                      <a:pt x="850" y="2266"/>
                      <a:pt x="827" y="2231"/>
                      <a:pt x="804" y="2198"/>
                    </a:cubicBezTo>
                    <a:cubicBezTo>
                      <a:pt x="771" y="2151"/>
                      <a:pt x="764" y="2134"/>
                      <a:pt x="779" y="2075"/>
                    </a:cubicBezTo>
                    <a:lnTo>
                      <a:pt x="711" y="2186"/>
                    </a:lnTo>
                    <a:lnTo>
                      <a:pt x="711" y="2186"/>
                    </a:lnTo>
                    <a:lnTo>
                      <a:pt x="710" y="2187"/>
                    </a:lnTo>
                    <a:cubicBezTo>
                      <a:pt x="706" y="2194"/>
                      <a:pt x="701" y="2199"/>
                      <a:pt x="695" y="2203"/>
                    </a:cubicBezTo>
                    <a:lnTo>
                      <a:pt x="695" y="2203"/>
                    </a:lnTo>
                    <a:cubicBezTo>
                      <a:pt x="688" y="2205"/>
                      <a:pt x="682" y="2207"/>
                      <a:pt x="676" y="2210"/>
                    </a:cubicBezTo>
                    <a:lnTo>
                      <a:pt x="676" y="2210"/>
                    </a:lnTo>
                    <a:cubicBezTo>
                      <a:pt x="673" y="2213"/>
                      <a:pt x="669" y="2216"/>
                      <a:pt x="667" y="2220"/>
                    </a:cubicBezTo>
                    <a:cubicBezTo>
                      <a:pt x="665" y="2223"/>
                      <a:pt x="665" y="2226"/>
                      <a:pt x="664" y="2229"/>
                    </a:cubicBezTo>
                    <a:cubicBezTo>
                      <a:pt x="615" y="2359"/>
                      <a:pt x="570" y="2490"/>
                      <a:pt x="528" y="2623"/>
                    </a:cubicBezTo>
                    <a:cubicBezTo>
                      <a:pt x="501" y="2709"/>
                      <a:pt x="474" y="2795"/>
                      <a:pt x="451" y="2882"/>
                    </a:cubicBezTo>
                    <a:lnTo>
                      <a:pt x="451" y="2882"/>
                    </a:lnTo>
                    <a:cubicBezTo>
                      <a:pt x="433" y="2883"/>
                      <a:pt x="415" y="2885"/>
                      <a:pt x="397" y="2888"/>
                    </a:cubicBezTo>
                    <a:cubicBezTo>
                      <a:pt x="369" y="2894"/>
                      <a:pt x="371" y="2923"/>
                      <a:pt x="367" y="2947"/>
                    </a:cubicBezTo>
                    <a:lnTo>
                      <a:pt x="367" y="2947"/>
                    </a:lnTo>
                    <a:cubicBezTo>
                      <a:pt x="366" y="2953"/>
                      <a:pt x="364" y="2958"/>
                      <a:pt x="361" y="2963"/>
                    </a:cubicBezTo>
                    <a:cubicBezTo>
                      <a:pt x="360" y="2965"/>
                      <a:pt x="359" y="2966"/>
                      <a:pt x="358" y="2968"/>
                    </a:cubicBezTo>
                    <a:cubicBezTo>
                      <a:pt x="331" y="2997"/>
                      <a:pt x="234" y="2948"/>
                      <a:pt x="203" y="2940"/>
                    </a:cubicBezTo>
                    <a:cubicBezTo>
                      <a:pt x="143" y="2925"/>
                      <a:pt x="94" y="2914"/>
                      <a:pt x="38" y="2884"/>
                    </a:cubicBezTo>
                    <a:lnTo>
                      <a:pt x="38" y="2884"/>
                    </a:lnTo>
                    <a:cubicBezTo>
                      <a:pt x="37" y="2883"/>
                      <a:pt x="35" y="2882"/>
                      <a:pt x="34" y="2881"/>
                    </a:cubicBezTo>
                    <a:cubicBezTo>
                      <a:pt x="29" y="2878"/>
                      <a:pt x="24" y="2874"/>
                      <a:pt x="20" y="2870"/>
                    </a:cubicBezTo>
                    <a:lnTo>
                      <a:pt x="20" y="2870"/>
                    </a:lnTo>
                    <a:cubicBezTo>
                      <a:pt x="19" y="2869"/>
                      <a:pt x="18" y="2869"/>
                      <a:pt x="17" y="2867"/>
                    </a:cubicBezTo>
                    <a:cubicBezTo>
                      <a:pt x="15" y="2864"/>
                      <a:pt x="15" y="2860"/>
                      <a:pt x="15" y="2856"/>
                    </a:cubicBezTo>
                    <a:cubicBezTo>
                      <a:pt x="15" y="2854"/>
                      <a:pt x="15" y="2851"/>
                      <a:pt x="16" y="2849"/>
                    </a:cubicBezTo>
                    <a:cubicBezTo>
                      <a:pt x="21" y="2839"/>
                      <a:pt x="35" y="2837"/>
                      <a:pt x="46" y="2837"/>
                    </a:cubicBezTo>
                    <a:cubicBezTo>
                      <a:pt x="98" y="2836"/>
                      <a:pt x="163" y="2828"/>
                      <a:pt x="208" y="2799"/>
                    </a:cubicBezTo>
                    <a:lnTo>
                      <a:pt x="152" y="2747"/>
                    </a:lnTo>
                    <a:lnTo>
                      <a:pt x="152" y="2747"/>
                    </a:lnTo>
                    <a:cubicBezTo>
                      <a:pt x="149" y="2744"/>
                      <a:pt x="146" y="2741"/>
                      <a:pt x="144" y="2738"/>
                    </a:cubicBezTo>
                    <a:cubicBezTo>
                      <a:pt x="143" y="2736"/>
                      <a:pt x="142" y="2734"/>
                      <a:pt x="142" y="2732"/>
                    </a:cubicBezTo>
                    <a:lnTo>
                      <a:pt x="142" y="2732"/>
                    </a:lnTo>
                    <a:cubicBezTo>
                      <a:pt x="141" y="2731"/>
                      <a:pt x="141" y="2730"/>
                      <a:pt x="141" y="2729"/>
                    </a:cubicBezTo>
                    <a:cubicBezTo>
                      <a:pt x="141" y="2724"/>
                      <a:pt x="143" y="2719"/>
                      <a:pt x="146" y="2713"/>
                    </a:cubicBezTo>
                    <a:cubicBezTo>
                      <a:pt x="146" y="2712"/>
                      <a:pt x="147" y="2711"/>
                      <a:pt x="148" y="2710"/>
                    </a:cubicBezTo>
                    <a:lnTo>
                      <a:pt x="148" y="2710"/>
                    </a:lnTo>
                    <a:cubicBezTo>
                      <a:pt x="163" y="2688"/>
                      <a:pt x="177" y="2666"/>
                      <a:pt x="190" y="2643"/>
                    </a:cubicBezTo>
                    <a:cubicBezTo>
                      <a:pt x="200" y="2626"/>
                      <a:pt x="209" y="2608"/>
                      <a:pt x="218" y="2591"/>
                    </a:cubicBezTo>
                    <a:cubicBezTo>
                      <a:pt x="233" y="2556"/>
                      <a:pt x="237" y="2513"/>
                      <a:pt x="245" y="2476"/>
                    </a:cubicBezTo>
                    <a:lnTo>
                      <a:pt x="308" y="2196"/>
                    </a:lnTo>
                    <a:lnTo>
                      <a:pt x="308" y="2196"/>
                    </a:lnTo>
                    <a:cubicBezTo>
                      <a:pt x="320" y="2133"/>
                      <a:pt x="340" y="2071"/>
                      <a:pt x="368" y="2012"/>
                    </a:cubicBezTo>
                    <a:cubicBezTo>
                      <a:pt x="397" y="1956"/>
                      <a:pt x="439" y="1909"/>
                      <a:pt x="474" y="1856"/>
                    </a:cubicBezTo>
                    <a:cubicBezTo>
                      <a:pt x="508" y="1803"/>
                      <a:pt x="536" y="1743"/>
                      <a:pt x="529" y="1679"/>
                    </a:cubicBezTo>
                    <a:cubicBezTo>
                      <a:pt x="520" y="1687"/>
                      <a:pt x="519" y="1690"/>
                      <a:pt x="506" y="1692"/>
                    </a:cubicBezTo>
                    <a:cubicBezTo>
                      <a:pt x="491" y="1694"/>
                      <a:pt x="475" y="1695"/>
                      <a:pt x="460" y="1697"/>
                    </a:cubicBezTo>
                    <a:lnTo>
                      <a:pt x="460" y="1697"/>
                    </a:lnTo>
                    <a:cubicBezTo>
                      <a:pt x="456" y="1697"/>
                      <a:pt x="452" y="1698"/>
                      <a:pt x="449" y="1700"/>
                    </a:cubicBezTo>
                    <a:cubicBezTo>
                      <a:pt x="443" y="1704"/>
                      <a:pt x="441" y="1714"/>
                      <a:pt x="437" y="1719"/>
                    </a:cubicBezTo>
                    <a:cubicBezTo>
                      <a:pt x="433" y="1725"/>
                      <a:pt x="427" y="1733"/>
                      <a:pt x="423" y="1740"/>
                    </a:cubicBezTo>
                    <a:lnTo>
                      <a:pt x="423" y="1740"/>
                    </a:lnTo>
                    <a:cubicBezTo>
                      <a:pt x="416" y="1749"/>
                      <a:pt x="407" y="1757"/>
                      <a:pt x="398" y="1762"/>
                    </a:cubicBezTo>
                    <a:cubicBezTo>
                      <a:pt x="385" y="1770"/>
                      <a:pt x="371" y="1773"/>
                      <a:pt x="356" y="1773"/>
                    </a:cubicBezTo>
                    <a:cubicBezTo>
                      <a:pt x="351" y="1773"/>
                      <a:pt x="346" y="1772"/>
                      <a:pt x="341" y="1771"/>
                    </a:cubicBezTo>
                    <a:lnTo>
                      <a:pt x="341" y="1771"/>
                    </a:lnTo>
                    <a:cubicBezTo>
                      <a:pt x="332" y="1769"/>
                      <a:pt x="322" y="1767"/>
                      <a:pt x="313" y="1765"/>
                    </a:cubicBezTo>
                    <a:cubicBezTo>
                      <a:pt x="297" y="1765"/>
                      <a:pt x="280" y="1773"/>
                      <a:pt x="265" y="1767"/>
                    </a:cubicBezTo>
                    <a:lnTo>
                      <a:pt x="265" y="1767"/>
                    </a:lnTo>
                    <a:cubicBezTo>
                      <a:pt x="265" y="1772"/>
                      <a:pt x="264" y="1778"/>
                      <a:pt x="261" y="1783"/>
                    </a:cubicBezTo>
                    <a:lnTo>
                      <a:pt x="261" y="1783"/>
                    </a:lnTo>
                    <a:cubicBezTo>
                      <a:pt x="260" y="1784"/>
                      <a:pt x="259" y="1786"/>
                      <a:pt x="257" y="1787"/>
                    </a:cubicBezTo>
                    <a:cubicBezTo>
                      <a:pt x="255" y="1788"/>
                      <a:pt x="253" y="1788"/>
                      <a:pt x="251" y="1788"/>
                    </a:cubicBezTo>
                    <a:cubicBezTo>
                      <a:pt x="250" y="1788"/>
                      <a:pt x="248" y="1788"/>
                      <a:pt x="246" y="1787"/>
                    </a:cubicBezTo>
                    <a:lnTo>
                      <a:pt x="246" y="1787"/>
                    </a:lnTo>
                    <a:cubicBezTo>
                      <a:pt x="245" y="1786"/>
                      <a:pt x="244" y="1785"/>
                      <a:pt x="243" y="1783"/>
                    </a:cubicBezTo>
                    <a:cubicBezTo>
                      <a:pt x="242" y="1781"/>
                      <a:pt x="241" y="1778"/>
                      <a:pt x="241" y="1775"/>
                    </a:cubicBezTo>
                    <a:lnTo>
                      <a:pt x="241" y="1774"/>
                    </a:lnTo>
                    <a:cubicBezTo>
                      <a:pt x="237" y="1739"/>
                      <a:pt x="239" y="1702"/>
                      <a:pt x="260" y="1674"/>
                    </a:cubicBezTo>
                    <a:lnTo>
                      <a:pt x="260" y="1674"/>
                    </a:lnTo>
                    <a:cubicBezTo>
                      <a:pt x="272" y="1662"/>
                      <a:pt x="286" y="1651"/>
                      <a:pt x="301" y="1642"/>
                    </a:cubicBezTo>
                    <a:cubicBezTo>
                      <a:pt x="320" y="1632"/>
                      <a:pt x="341" y="1623"/>
                      <a:pt x="362" y="1620"/>
                    </a:cubicBezTo>
                    <a:cubicBezTo>
                      <a:pt x="402" y="1613"/>
                      <a:pt x="479" y="1606"/>
                      <a:pt x="466" y="1546"/>
                    </a:cubicBezTo>
                    <a:cubicBezTo>
                      <a:pt x="461" y="1521"/>
                      <a:pt x="439" y="1502"/>
                      <a:pt x="425" y="1481"/>
                    </a:cubicBezTo>
                    <a:lnTo>
                      <a:pt x="425" y="1481"/>
                    </a:lnTo>
                    <a:cubicBezTo>
                      <a:pt x="405" y="1516"/>
                      <a:pt x="381" y="1548"/>
                      <a:pt x="355" y="1577"/>
                    </a:cubicBezTo>
                    <a:lnTo>
                      <a:pt x="355" y="1577"/>
                    </a:lnTo>
                    <a:cubicBezTo>
                      <a:pt x="352" y="1581"/>
                      <a:pt x="349" y="1584"/>
                      <a:pt x="344" y="1586"/>
                    </a:cubicBezTo>
                    <a:cubicBezTo>
                      <a:pt x="343" y="1587"/>
                      <a:pt x="343" y="1587"/>
                      <a:pt x="341" y="1588"/>
                    </a:cubicBezTo>
                    <a:lnTo>
                      <a:pt x="341" y="1588"/>
                    </a:lnTo>
                    <a:cubicBezTo>
                      <a:pt x="339" y="1589"/>
                      <a:pt x="336" y="1589"/>
                      <a:pt x="333" y="1589"/>
                    </a:cubicBezTo>
                    <a:cubicBezTo>
                      <a:pt x="330" y="1589"/>
                      <a:pt x="327" y="1589"/>
                      <a:pt x="324" y="1588"/>
                    </a:cubicBezTo>
                    <a:lnTo>
                      <a:pt x="275" y="1581"/>
                    </a:lnTo>
                    <a:lnTo>
                      <a:pt x="275" y="1581"/>
                    </a:lnTo>
                    <a:cubicBezTo>
                      <a:pt x="272" y="1580"/>
                      <a:pt x="269" y="1580"/>
                      <a:pt x="266" y="1580"/>
                    </a:cubicBezTo>
                    <a:cubicBezTo>
                      <a:pt x="263" y="1580"/>
                      <a:pt x="260" y="1580"/>
                      <a:pt x="257" y="1581"/>
                    </a:cubicBezTo>
                    <a:lnTo>
                      <a:pt x="257" y="1581"/>
                    </a:lnTo>
                    <a:cubicBezTo>
                      <a:pt x="253" y="1582"/>
                      <a:pt x="250" y="1584"/>
                      <a:pt x="247" y="1585"/>
                    </a:cubicBezTo>
                    <a:cubicBezTo>
                      <a:pt x="243" y="1588"/>
                      <a:pt x="239" y="1590"/>
                      <a:pt x="236" y="1593"/>
                    </a:cubicBezTo>
                    <a:cubicBezTo>
                      <a:pt x="226" y="1602"/>
                      <a:pt x="212" y="1600"/>
                      <a:pt x="201" y="1607"/>
                    </a:cubicBezTo>
                    <a:lnTo>
                      <a:pt x="201" y="1607"/>
                    </a:lnTo>
                    <a:cubicBezTo>
                      <a:pt x="191" y="1616"/>
                      <a:pt x="182" y="1626"/>
                      <a:pt x="175" y="1638"/>
                    </a:cubicBezTo>
                    <a:lnTo>
                      <a:pt x="175" y="1638"/>
                    </a:lnTo>
                    <a:cubicBezTo>
                      <a:pt x="170" y="1645"/>
                      <a:pt x="163" y="1652"/>
                      <a:pt x="156" y="1656"/>
                    </a:cubicBezTo>
                    <a:cubicBezTo>
                      <a:pt x="151" y="1660"/>
                      <a:pt x="146" y="1661"/>
                      <a:pt x="140" y="1662"/>
                    </a:cubicBezTo>
                    <a:lnTo>
                      <a:pt x="140" y="1662"/>
                    </a:lnTo>
                    <a:cubicBezTo>
                      <a:pt x="139" y="1662"/>
                      <a:pt x="139" y="1662"/>
                      <a:pt x="138" y="1662"/>
                    </a:cubicBezTo>
                    <a:cubicBezTo>
                      <a:pt x="126" y="1662"/>
                      <a:pt x="114" y="1661"/>
                      <a:pt x="102" y="1659"/>
                    </a:cubicBezTo>
                    <a:lnTo>
                      <a:pt x="102" y="1659"/>
                    </a:lnTo>
                    <a:cubicBezTo>
                      <a:pt x="91" y="1659"/>
                      <a:pt x="80" y="1662"/>
                      <a:pt x="70" y="1668"/>
                    </a:cubicBezTo>
                    <a:cubicBezTo>
                      <a:pt x="69" y="1669"/>
                      <a:pt x="67" y="1670"/>
                      <a:pt x="65" y="1671"/>
                    </a:cubicBezTo>
                    <a:cubicBezTo>
                      <a:pt x="58" y="1675"/>
                      <a:pt x="43" y="1677"/>
                      <a:pt x="48" y="1662"/>
                    </a:cubicBezTo>
                    <a:lnTo>
                      <a:pt x="48" y="1662"/>
                    </a:lnTo>
                    <a:cubicBezTo>
                      <a:pt x="48" y="1662"/>
                      <a:pt x="49" y="1661"/>
                      <a:pt x="49" y="1660"/>
                    </a:cubicBezTo>
                    <a:cubicBezTo>
                      <a:pt x="50" y="1658"/>
                      <a:pt x="52" y="1656"/>
                      <a:pt x="54" y="1654"/>
                    </a:cubicBezTo>
                    <a:cubicBezTo>
                      <a:pt x="69" y="1639"/>
                      <a:pt x="95" y="1632"/>
                      <a:pt x="105" y="1612"/>
                    </a:cubicBezTo>
                    <a:lnTo>
                      <a:pt x="105" y="1612"/>
                    </a:lnTo>
                    <a:cubicBezTo>
                      <a:pt x="96" y="1609"/>
                      <a:pt x="87" y="1607"/>
                      <a:pt x="78" y="1606"/>
                    </a:cubicBezTo>
                    <a:lnTo>
                      <a:pt x="78" y="1606"/>
                    </a:lnTo>
                    <a:cubicBezTo>
                      <a:pt x="75" y="1606"/>
                      <a:pt x="71" y="1606"/>
                      <a:pt x="68" y="1606"/>
                    </a:cubicBezTo>
                    <a:cubicBezTo>
                      <a:pt x="63" y="1606"/>
                      <a:pt x="58" y="1606"/>
                      <a:pt x="53" y="1607"/>
                    </a:cubicBezTo>
                    <a:cubicBezTo>
                      <a:pt x="34" y="1607"/>
                      <a:pt x="25" y="1631"/>
                      <a:pt x="15" y="1642"/>
                    </a:cubicBezTo>
                    <a:lnTo>
                      <a:pt x="15" y="1642"/>
                    </a:lnTo>
                    <a:cubicBezTo>
                      <a:pt x="15" y="1643"/>
                      <a:pt x="14" y="1644"/>
                      <a:pt x="13" y="1644"/>
                    </a:cubicBezTo>
                    <a:cubicBezTo>
                      <a:pt x="12" y="1645"/>
                      <a:pt x="12" y="1645"/>
                      <a:pt x="11" y="1645"/>
                    </a:cubicBezTo>
                    <a:cubicBezTo>
                      <a:pt x="8" y="1645"/>
                      <a:pt x="6" y="1642"/>
                      <a:pt x="5" y="1639"/>
                    </a:cubicBezTo>
                    <a:lnTo>
                      <a:pt x="5" y="1639"/>
                    </a:lnTo>
                    <a:cubicBezTo>
                      <a:pt x="2" y="1633"/>
                      <a:pt x="0" y="1626"/>
                      <a:pt x="0" y="1619"/>
                    </a:cubicBezTo>
                    <a:cubicBezTo>
                      <a:pt x="0" y="1617"/>
                      <a:pt x="0" y="1615"/>
                      <a:pt x="0" y="1614"/>
                    </a:cubicBezTo>
                    <a:lnTo>
                      <a:pt x="0" y="1614"/>
                    </a:lnTo>
                    <a:cubicBezTo>
                      <a:pt x="1" y="1610"/>
                      <a:pt x="2" y="1606"/>
                      <a:pt x="4" y="1603"/>
                    </a:cubicBezTo>
                    <a:cubicBezTo>
                      <a:pt x="4" y="1603"/>
                      <a:pt x="5" y="1603"/>
                      <a:pt x="5" y="1602"/>
                    </a:cubicBezTo>
                    <a:cubicBezTo>
                      <a:pt x="12" y="1589"/>
                      <a:pt x="19" y="1576"/>
                      <a:pt x="28" y="1565"/>
                    </a:cubicBezTo>
                    <a:cubicBezTo>
                      <a:pt x="53" y="1527"/>
                      <a:pt x="94" y="1536"/>
                      <a:pt x="133" y="1534"/>
                    </a:cubicBezTo>
                    <a:cubicBezTo>
                      <a:pt x="154" y="1533"/>
                      <a:pt x="177" y="1527"/>
                      <a:pt x="184" y="1504"/>
                    </a:cubicBezTo>
                    <a:cubicBezTo>
                      <a:pt x="189" y="1487"/>
                      <a:pt x="179" y="1483"/>
                      <a:pt x="168" y="1467"/>
                    </a:cubicBezTo>
                    <a:cubicBezTo>
                      <a:pt x="155" y="1448"/>
                      <a:pt x="366" y="1229"/>
                      <a:pt x="384" y="1193"/>
                    </a:cubicBezTo>
                    <a:cubicBezTo>
                      <a:pt x="445" y="1077"/>
                      <a:pt x="431" y="937"/>
                      <a:pt x="465" y="814"/>
                    </a:cubicBezTo>
                    <a:cubicBezTo>
                      <a:pt x="474" y="778"/>
                      <a:pt x="496" y="742"/>
                      <a:pt x="505" y="7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4"/>
              <p:cNvSpPr/>
              <p:nvPr/>
            </p:nvSpPr>
            <p:spPr>
              <a:xfrm>
                <a:off x="4897215" y="4101484"/>
                <a:ext cx="173261" cy="165651"/>
              </a:xfrm>
              <a:custGeom>
                <a:avLst/>
                <a:gdLst/>
                <a:ahLst/>
                <a:cxnLst/>
                <a:rect l="l" t="t" r="r" b="b"/>
                <a:pathLst>
                  <a:path w="592" h="566" extrusionOk="0">
                    <a:moveTo>
                      <a:pt x="578" y="551"/>
                    </a:moveTo>
                    <a:lnTo>
                      <a:pt x="578" y="551"/>
                    </a:lnTo>
                    <a:cubicBezTo>
                      <a:pt x="578" y="552"/>
                      <a:pt x="578" y="551"/>
                      <a:pt x="577" y="553"/>
                    </a:cubicBezTo>
                    <a:cubicBezTo>
                      <a:pt x="575" y="556"/>
                      <a:pt x="571" y="560"/>
                      <a:pt x="567" y="563"/>
                    </a:cubicBezTo>
                    <a:cubicBezTo>
                      <a:pt x="566" y="563"/>
                      <a:pt x="565" y="564"/>
                      <a:pt x="565" y="564"/>
                    </a:cubicBezTo>
                    <a:cubicBezTo>
                      <a:pt x="552" y="570"/>
                      <a:pt x="541" y="562"/>
                      <a:pt x="530" y="557"/>
                    </a:cubicBezTo>
                    <a:lnTo>
                      <a:pt x="530" y="557"/>
                    </a:lnTo>
                    <a:cubicBezTo>
                      <a:pt x="519" y="552"/>
                      <a:pt x="508" y="548"/>
                      <a:pt x="496" y="546"/>
                    </a:cubicBezTo>
                    <a:lnTo>
                      <a:pt x="413" y="525"/>
                    </a:lnTo>
                    <a:cubicBezTo>
                      <a:pt x="357" y="512"/>
                      <a:pt x="302" y="497"/>
                      <a:pt x="248" y="478"/>
                    </a:cubicBezTo>
                    <a:cubicBezTo>
                      <a:pt x="207" y="464"/>
                      <a:pt x="166" y="450"/>
                      <a:pt x="126" y="436"/>
                    </a:cubicBezTo>
                    <a:cubicBezTo>
                      <a:pt x="85" y="421"/>
                      <a:pt x="40" y="417"/>
                      <a:pt x="7" y="381"/>
                    </a:cubicBezTo>
                    <a:lnTo>
                      <a:pt x="7" y="381"/>
                    </a:lnTo>
                    <a:cubicBezTo>
                      <a:pt x="5" y="379"/>
                      <a:pt x="4" y="377"/>
                      <a:pt x="3" y="375"/>
                    </a:cubicBezTo>
                    <a:cubicBezTo>
                      <a:pt x="2" y="373"/>
                      <a:pt x="1" y="372"/>
                      <a:pt x="0" y="370"/>
                    </a:cubicBezTo>
                    <a:lnTo>
                      <a:pt x="0" y="370"/>
                    </a:lnTo>
                    <a:cubicBezTo>
                      <a:pt x="0" y="368"/>
                      <a:pt x="0" y="367"/>
                      <a:pt x="0" y="365"/>
                    </a:cubicBezTo>
                    <a:cubicBezTo>
                      <a:pt x="0" y="361"/>
                      <a:pt x="1" y="356"/>
                      <a:pt x="2" y="353"/>
                    </a:cubicBezTo>
                    <a:cubicBezTo>
                      <a:pt x="51" y="217"/>
                      <a:pt x="213" y="94"/>
                      <a:pt x="361" y="140"/>
                    </a:cubicBezTo>
                    <a:cubicBezTo>
                      <a:pt x="356" y="129"/>
                      <a:pt x="345" y="124"/>
                      <a:pt x="339" y="115"/>
                    </a:cubicBezTo>
                    <a:cubicBezTo>
                      <a:pt x="333" y="105"/>
                      <a:pt x="341" y="87"/>
                      <a:pt x="350" y="93"/>
                    </a:cubicBezTo>
                    <a:lnTo>
                      <a:pt x="350" y="93"/>
                    </a:lnTo>
                    <a:cubicBezTo>
                      <a:pt x="349" y="89"/>
                      <a:pt x="349" y="85"/>
                      <a:pt x="349" y="81"/>
                    </a:cubicBezTo>
                    <a:cubicBezTo>
                      <a:pt x="349" y="75"/>
                      <a:pt x="350" y="68"/>
                      <a:pt x="354" y="63"/>
                    </a:cubicBezTo>
                    <a:cubicBezTo>
                      <a:pt x="358" y="57"/>
                      <a:pt x="362" y="51"/>
                      <a:pt x="367" y="49"/>
                    </a:cubicBezTo>
                    <a:cubicBezTo>
                      <a:pt x="370" y="47"/>
                      <a:pt x="373" y="46"/>
                      <a:pt x="376" y="46"/>
                    </a:cubicBezTo>
                    <a:lnTo>
                      <a:pt x="376" y="46"/>
                    </a:lnTo>
                    <a:cubicBezTo>
                      <a:pt x="381" y="45"/>
                      <a:pt x="387" y="44"/>
                      <a:pt x="392" y="41"/>
                    </a:cubicBezTo>
                    <a:lnTo>
                      <a:pt x="392" y="41"/>
                    </a:lnTo>
                    <a:cubicBezTo>
                      <a:pt x="394" y="39"/>
                      <a:pt x="396" y="36"/>
                      <a:pt x="398" y="33"/>
                    </a:cubicBezTo>
                    <a:cubicBezTo>
                      <a:pt x="399" y="30"/>
                      <a:pt x="401" y="27"/>
                      <a:pt x="402" y="23"/>
                    </a:cubicBezTo>
                    <a:lnTo>
                      <a:pt x="402" y="23"/>
                    </a:lnTo>
                    <a:lnTo>
                      <a:pt x="402" y="23"/>
                    </a:lnTo>
                    <a:cubicBezTo>
                      <a:pt x="406" y="17"/>
                      <a:pt x="411" y="11"/>
                      <a:pt x="417" y="8"/>
                    </a:cubicBezTo>
                    <a:cubicBezTo>
                      <a:pt x="423" y="4"/>
                      <a:pt x="430" y="2"/>
                      <a:pt x="437" y="2"/>
                    </a:cubicBezTo>
                    <a:cubicBezTo>
                      <a:pt x="442" y="2"/>
                      <a:pt x="446" y="3"/>
                      <a:pt x="450" y="4"/>
                    </a:cubicBezTo>
                    <a:lnTo>
                      <a:pt x="450" y="4"/>
                    </a:lnTo>
                    <a:cubicBezTo>
                      <a:pt x="454" y="6"/>
                      <a:pt x="459" y="8"/>
                      <a:pt x="463" y="8"/>
                    </a:cubicBezTo>
                    <a:lnTo>
                      <a:pt x="463" y="8"/>
                    </a:lnTo>
                    <a:cubicBezTo>
                      <a:pt x="469" y="8"/>
                      <a:pt x="475" y="6"/>
                      <a:pt x="481" y="3"/>
                    </a:cubicBezTo>
                    <a:lnTo>
                      <a:pt x="481" y="3"/>
                    </a:lnTo>
                    <a:cubicBezTo>
                      <a:pt x="486" y="1"/>
                      <a:pt x="491" y="0"/>
                      <a:pt x="497" y="0"/>
                    </a:cubicBezTo>
                    <a:cubicBezTo>
                      <a:pt x="504" y="0"/>
                      <a:pt x="511" y="1"/>
                      <a:pt x="517" y="5"/>
                    </a:cubicBezTo>
                    <a:cubicBezTo>
                      <a:pt x="522" y="7"/>
                      <a:pt x="526" y="11"/>
                      <a:pt x="529" y="15"/>
                    </a:cubicBezTo>
                    <a:cubicBezTo>
                      <a:pt x="533" y="23"/>
                      <a:pt x="534" y="32"/>
                      <a:pt x="538" y="39"/>
                    </a:cubicBezTo>
                    <a:lnTo>
                      <a:pt x="538" y="39"/>
                    </a:lnTo>
                    <a:cubicBezTo>
                      <a:pt x="543" y="45"/>
                      <a:pt x="548" y="51"/>
                      <a:pt x="554" y="57"/>
                    </a:cubicBezTo>
                    <a:lnTo>
                      <a:pt x="554" y="57"/>
                    </a:lnTo>
                    <a:cubicBezTo>
                      <a:pt x="555" y="58"/>
                      <a:pt x="556" y="60"/>
                      <a:pt x="557" y="62"/>
                    </a:cubicBezTo>
                    <a:cubicBezTo>
                      <a:pt x="562" y="69"/>
                      <a:pt x="564" y="78"/>
                      <a:pt x="564" y="87"/>
                    </a:cubicBezTo>
                    <a:cubicBezTo>
                      <a:pt x="564" y="96"/>
                      <a:pt x="562" y="104"/>
                      <a:pt x="557" y="112"/>
                    </a:cubicBezTo>
                    <a:cubicBezTo>
                      <a:pt x="556" y="114"/>
                      <a:pt x="554" y="117"/>
                      <a:pt x="552" y="120"/>
                    </a:cubicBezTo>
                    <a:lnTo>
                      <a:pt x="552" y="120"/>
                    </a:lnTo>
                    <a:cubicBezTo>
                      <a:pt x="553" y="121"/>
                      <a:pt x="553" y="121"/>
                      <a:pt x="554" y="123"/>
                    </a:cubicBezTo>
                    <a:cubicBezTo>
                      <a:pt x="557" y="129"/>
                      <a:pt x="559" y="135"/>
                      <a:pt x="559" y="142"/>
                    </a:cubicBezTo>
                    <a:cubicBezTo>
                      <a:pt x="559" y="148"/>
                      <a:pt x="558" y="154"/>
                      <a:pt x="555" y="159"/>
                    </a:cubicBezTo>
                    <a:lnTo>
                      <a:pt x="555" y="159"/>
                    </a:lnTo>
                    <a:cubicBezTo>
                      <a:pt x="555" y="160"/>
                      <a:pt x="554" y="160"/>
                      <a:pt x="554" y="161"/>
                    </a:cubicBezTo>
                    <a:cubicBezTo>
                      <a:pt x="549" y="170"/>
                      <a:pt x="542" y="176"/>
                      <a:pt x="533" y="181"/>
                    </a:cubicBezTo>
                    <a:cubicBezTo>
                      <a:pt x="530" y="182"/>
                      <a:pt x="528" y="184"/>
                      <a:pt x="525" y="186"/>
                    </a:cubicBezTo>
                    <a:lnTo>
                      <a:pt x="525" y="186"/>
                    </a:lnTo>
                    <a:cubicBezTo>
                      <a:pt x="523" y="186"/>
                      <a:pt x="520" y="186"/>
                      <a:pt x="518" y="188"/>
                    </a:cubicBezTo>
                    <a:cubicBezTo>
                      <a:pt x="517" y="188"/>
                      <a:pt x="515" y="190"/>
                      <a:pt x="514" y="191"/>
                    </a:cubicBezTo>
                    <a:lnTo>
                      <a:pt x="514" y="191"/>
                    </a:lnTo>
                    <a:cubicBezTo>
                      <a:pt x="513" y="192"/>
                      <a:pt x="513" y="192"/>
                      <a:pt x="513" y="193"/>
                    </a:cubicBezTo>
                    <a:cubicBezTo>
                      <a:pt x="511" y="196"/>
                      <a:pt x="510" y="199"/>
                      <a:pt x="510" y="203"/>
                    </a:cubicBezTo>
                    <a:cubicBezTo>
                      <a:pt x="510" y="206"/>
                      <a:pt x="511" y="209"/>
                      <a:pt x="513" y="213"/>
                    </a:cubicBezTo>
                    <a:cubicBezTo>
                      <a:pt x="513" y="214"/>
                      <a:pt x="513" y="214"/>
                      <a:pt x="514" y="215"/>
                    </a:cubicBezTo>
                    <a:lnTo>
                      <a:pt x="514" y="215"/>
                    </a:lnTo>
                    <a:cubicBezTo>
                      <a:pt x="522" y="227"/>
                      <a:pt x="529" y="240"/>
                      <a:pt x="537" y="253"/>
                    </a:cubicBezTo>
                    <a:cubicBezTo>
                      <a:pt x="547" y="271"/>
                      <a:pt x="557" y="289"/>
                      <a:pt x="566" y="308"/>
                    </a:cubicBezTo>
                    <a:lnTo>
                      <a:pt x="566" y="308"/>
                    </a:lnTo>
                    <a:cubicBezTo>
                      <a:pt x="583" y="353"/>
                      <a:pt x="592" y="400"/>
                      <a:pt x="592" y="447"/>
                    </a:cubicBezTo>
                    <a:cubicBezTo>
                      <a:pt x="592" y="474"/>
                      <a:pt x="589" y="500"/>
                      <a:pt x="584" y="526"/>
                    </a:cubicBezTo>
                    <a:lnTo>
                      <a:pt x="584" y="526"/>
                    </a:lnTo>
                    <a:cubicBezTo>
                      <a:pt x="583" y="533"/>
                      <a:pt x="581" y="541"/>
                      <a:pt x="579" y="548"/>
                    </a:cubicBezTo>
                    <a:lnTo>
                      <a:pt x="578" y="55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4"/>
              <p:cNvSpPr/>
              <p:nvPr/>
            </p:nvSpPr>
            <p:spPr>
              <a:xfrm>
                <a:off x="4893117" y="4320693"/>
                <a:ext cx="284768" cy="32779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120" extrusionOk="0">
                    <a:moveTo>
                      <a:pt x="547" y="0"/>
                    </a:moveTo>
                    <a:lnTo>
                      <a:pt x="547" y="0"/>
                    </a:lnTo>
                    <a:lnTo>
                      <a:pt x="546" y="0"/>
                    </a:lnTo>
                    <a:cubicBezTo>
                      <a:pt x="544" y="0"/>
                      <a:pt x="542" y="0"/>
                      <a:pt x="541" y="1"/>
                    </a:cubicBezTo>
                    <a:lnTo>
                      <a:pt x="541" y="1"/>
                    </a:lnTo>
                    <a:cubicBezTo>
                      <a:pt x="538" y="3"/>
                      <a:pt x="536" y="5"/>
                      <a:pt x="535" y="8"/>
                    </a:cubicBezTo>
                    <a:cubicBezTo>
                      <a:pt x="535" y="8"/>
                      <a:pt x="534" y="8"/>
                      <a:pt x="534" y="9"/>
                    </a:cubicBezTo>
                    <a:lnTo>
                      <a:pt x="534" y="9"/>
                    </a:lnTo>
                    <a:cubicBezTo>
                      <a:pt x="534" y="10"/>
                      <a:pt x="533" y="10"/>
                      <a:pt x="533" y="11"/>
                    </a:cubicBezTo>
                    <a:cubicBezTo>
                      <a:pt x="513" y="45"/>
                      <a:pt x="485" y="72"/>
                      <a:pt x="452" y="92"/>
                    </a:cubicBezTo>
                    <a:cubicBezTo>
                      <a:pt x="430" y="104"/>
                      <a:pt x="407" y="113"/>
                      <a:pt x="383" y="118"/>
                    </a:cubicBezTo>
                    <a:lnTo>
                      <a:pt x="383" y="118"/>
                    </a:lnTo>
                    <a:cubicBezTo>
                      <a:pt x="369" y="118"/>
                      <a:pt x="356" y="121"/>
                      <a:pt x="344" y="129"/>
                    </a:cubicBezTo>
                    <a:cubicBezTo>
                      <a:pt x="343" y="129"/>
                      <a:pt x="341" y="131"/>
                      <a:pt x="340" y="131"/>
                    </a:cubicBezTo>
                    <a:lnTo>
                      <a:pt x="340" y="131"/>
                    </a:lnTo>
                    <a:cubicBezTo>
                      <a:pt x="336" y="135"/>
                      <a:pt x="333" y="140"/>
                      <a:pt x="330" y="144"/>
                    </a:cubicBezTo>
                    <a:cubicBezTo>
                      <a:pt x="328" y="147"/>
                      <a:pt x="327" y="150"/>
                      <a:pt x="326" y="154"/>
                    </a:cubicBezTo>
                    <a:lnTo>
                      <a:pt x="326" y="154"/>
                    </a:lnTo>
                    <a:cubicBezTo>
                      <a:pt x="279" y="256"/>
                      <a:pt x="249" y="365"/>
                      <a:pt x="236" y="477"/>
                    </a:cubicBezTo>
                    <a:lnTo>
                      <a:pt x="236" y="477"/>
                    </a:lnTo>
                    <a:cubicBezTo>
                      <a:pt x="236" y="507"/>
                      <a:pt x="232" y="536"/>
                      <a:pt x="226" y="565"/>
                    </a:cubicBezTo>
                    <a:lnTo>
                      <a:pt x="226" y="565"/>
                    </a:lnTo>
                    <a:cubicBezTo>
                      <a:pt x="219" y="587"/>
                      <a:pt x="209" y="608"/>
                      <a:pt x="198" y="628"/>
                    </a:cubicBezTo>
                    <a:cubicBezTo>
                      <a:pt x="194" y="635"/>
                      <a:pt x="190" y="642"/>
                      <a:pt x="186" y="648"/>
                    </a:cubicBezTo>
                    <a:cubicBezTo>
                      <a:pt x="139" y="725"/>
                      <a:pt x="89" y="804"/>
                      <a:pt x="21" y="865"/>
                    </a:cubicBezTo>
                    <a:lnTo>
                      <a:pt x="21" y="865"/>
                    </a:lnTo>
                    <a:cubicBezTo>
                      <a:pt x="14" y="870"/>
                      <a:pt x="8" y="877"/>
                      <a:pt x="4" y="885"/>
                    </a:cubicBezTo>
                    <a:cubicBezTo>
                      <a:pt x="3" y="887"/>
                      <a:pt x="1" y="889"/>
                      <a:pt x="0" y="891"/>
                    </a:cubicBezTo>
                    <a:lnTo>
                      <a:pt x="0" y="891"/>
                    </a:lnTo>
                    <a:cubicBezTo>
                      <a:pt x="0" y="894"/>
                      <a:pt x="0" y="897"/>
                      <a:pt x="0" y="900"/>
                    </a:cubicBezTo>
                    <a:cubicBezTo>
                      <a:pt x="0" y="911"/>
                      <a:pt x="2" y="919"/>
                      <a:pt x="7" y="929"/>
                    </a:cubicBezTo>
                    <a:cubicBezTo>
                      <a:pt x="9" y="932"/>
                      <a:pt x="12" y="936"/>
                      <a:pt x="15" y="939"/>
                    </a:cubicBezTo>
                    <a:lnTo>
                      <a:pt x="15" y="939"/>
                    </a:lnTo>
                    <a:cubicBezTo>
                      <a:pt x="35" y="968"/>
                      <a:pt x="59" y="994"/>
                      <a:pt x="86" y="1016"/>
                    </a:cubicBezTo>
                    <a:cubicBezTo>
                      <a:pt x="109" y="1036"/>
                      <a:pt x="140" y="1054"/>
                      <a:pt x="168" y="1043"/>
                    </a:cubicBezTo>
                    <a:lnTo>
                      <a:pt x="168" y="1043"/>
                    </a:lnTo>
                    <a:cubicBezTo>
                      <a:pt x="171" y="1042"/>
                      <a:pt x="173" y="1041"/>
                      <a:pt x="175" y="1039"/>
                    </a:cubicBezTo>
                    <a:cubicBezTo>
                      <a:pt x="184" y="1035"/>
                      <a:pt x="191" y="1028"/>
                      <a:pt x="198" y="1021"/>
                    </a:cubicBezTo>
                    <a:lnTo>
                      <a:pt x="281" y="941"/>
                    </a:lnTo>
                    <a:cubicBezTo>
                      <a:pt x="291" y="951"/>
                      <a:pt x="316" y="962"/>
                      <a:pt x="312" y="979"/>
                    </a:cubicBezTo>
                    <a:lnTo>
                      <a:pt x="312" y="979"/>
                    </a:lnTo>
                    <a:cubicBezTo>
                      <a:pt x="312" y="982"/>
                      <a:pt x="310" y="986"/>
                      <a:pt x="308" y="989"/>
                    </a:cubicBezTo>
                    <a:cubicBezTo>
                      <a:pt x="307" y="990"/>
                      <a:pt x="306" y="992"/>
                      <a:pt x="305" y="994"/>
                    </a:cubicBezTo>
                    <a:lnTo>
                      <a:pt x="292" y="1011"/>
                    </a:lnTo>
                    <a:lnTo>
                      <a:pt x="292" y="1011"/>
                    </a:lnTo>
                    <a:cubicBezTo>
                      <a:pt x="292" y="1012"/>
                      <a:pt x="291" y="1012"/>
                      <a:pt x="291" y="1012"/>
                    </a:cubicBezTo>
                    <a:cubicBezTo>
                      <a:pt x="291" y="1013"/>
                      <a:pt x="291" y="1014"/>
                      <a:pt x="291" y="1015"/>
                    </a:cubicBezTo>
                    <a:cubicBezTo>
                      <a:pt x="291" y="1016"/>
                      <a:pt x="291" y="1016"/>
                      <a:pt x="291" y="1017"/>
                    </a:cubicBezTo>
                    <a:lnTo>
                      <a:pt x="292" y="1018"/>
                    </a:lnTo>
                    <a:lnTo>
                      <a:pt x="292" y="1018"/>
                    </a:lnTo>
                    <a:cubicBezTo>
                      <a:pt x="315" y="1052"/>
                      <a:pt x="345" y="1082"/>
                      <a:pt x="380" y="1104"/>
                    </a:cubicBezTo>
                    <a:lnTo>
                      <a:pt x="380" y="1104"/>
                    </a:lnTo>
                    <a:cubicBezTo>
                      <a:pt x="382" y="1106"/>
                      <a:pt x="384" y="1107"/>
                      <a:pt x="386" y="1108"/>
                    </a:cubicBezTo>
                    <a:cubicBezTo>
                      <a:pt x="393" y="1112"/>
                      <a:pt x="401" y="1115"/>
                      <a:pt x="409" y="1116"/>
                    </a:cubicBezTo>
                    <a:lnTo>
                      <a:pt x="409" y="1116"/>
                    </a:lnTo>
                    <a:cubicBezTo>
                      <a:pt x="418" y="1115"/>
                      <a:pt x="426" y="1112"/>
                      <a:pt x="433" y="1108"/>
                    </a:cubicBezTo>
                    <a:lnTo>
                      <a:pt x="433" y="1108"/>
                    </a:lnTo>
                    <a:cubicBezTo>
                      <a:pt x="454" y="1098"/>
                      <a:pt x="475" y="1088"/>
                      <a:pt x="495" y="1076"/>
                    </a:cubicBezTo>
                    <a:cubicBezTo>
                      <a:pt x="558" y="1040"/>
                      <a:pt x="616" y="996"/>
                      <a:pt x="668" y="946"/>
                    </a:cubicBezTo>
                    <a:lnTo>
                      <a:pt x="668" y="946"/>
                    </a:lnTo>
                    <a:cubicBezTo>
                      <a:pt x="618" y="1009"/>
                      <a:pt x="561" y="1067"/>
                      <a:pt x="499" y="1120"/>
                    </a:cubicBezTo>
                    <a:cubicBezTo>
                      <a:pt x="509" y="1112"/>
                      <a:pt x="541" y="1111"/>
                      <a:pt x="554" y="1108"/>
                    </a:cubicBezTo>
                    <a:lnTo>
                      <a:pt x="612" y="1096"/>
                    </a:lnTo>
                    <a:cubicBezTo>
                      <a:pt x="652" y="1087"/>
                      <a:pt x="691" y="1077"/>
                      <a:pt x="731" y="1066"/>
                    </a:cubicBezTo>
                    <a:lnTo>
                      <a:pt x="731" y="1066"/>
                    </a:lnTo>
                    <a:cubicBezTo>
                      <a:pt x="806" y="1044"/>
                      <a:pt x="879" y="1014"/>
                      <a:pt x="948" y="978"/>
                    </a:cubicBezTo>
                    <a:lnTo>
                      <a:pt x="948" y="978"/>
                    </a:lnTo>
                    <a:cubicBezTo>
                      <a:pt x="950" y="977"/>
                      <a:pt x="952" y="976"/>
                      <a:pt x="954" y="975"/>
                    </a:cubicBezTo>
                    <a:cubicBezTo>
                      <a:pt x="960" y="972"/>
                      <a:pt x="965" y="968"/>
                      <a:pt x="968" y="962"/>
                    </a:cubicBezTo>
                    <a:lnTo>
                      <a:pt x="968" y="962"/>
                    </a:lnTo>
                    <a:cubicBezTo>
                      <a:pt x="971" y="956"/>
                      <a:pt x="973" y="950"/>
                      <a:pt x="973" y="943"/>
                    </a:cubicBezTo>
                    <a:cubicBezTo>
                      <a:pt x="973" y="940"/>
                      <a:pt x="972" y="936"/>
                      <a:pt x="972" y="933"/>
                    </a:cubicBezTo>
                    <a:lnTo>
                      <a:pt x="972" y="933"/>
                    </a:lnTo>
                    <a:cubicBezTo>
                      <a:pt x="964" y="894"/>
                      <a:pt x="949" y="857"/>
                      <a:pt x="930" y="823"/>
                    </a:cubicBezTo>
                    <a:cubicBezTo>
                      <a:pt x="927" y="818"/>
                      <a:pt x="925" y="813"/>
                      <a:pt x="922" y="808"/>
                    </a:cubicBezTo>
                    <a:lnTo>
                      <a:pt x="922" y="808"/>
                    </a:lnTo>
                    <a:cubicBezTo>
                      <a:pt x="918" y="802"/>
                      <a:pt x="914" y="795"/>
                      <a:pt x="910" y="788"/>
                    </a:cubicBezTo>
                    <a:cubicBezTo>
                      <a:pt x="849" y="683"/>
                      <a:pt x="808" y="566"/>
                      <a:pt x="791" y="446"/>
                    </a:cubicBezTo>
                    <a:lnTo>
                      <a:pt x="791" y="446"/>
                    </a:lnTo>
                    <a:cubicBezTo>
                      <a:pt x="786" y="397"/>
                      <a:pt x="778" y="349"/>
                      <a:pt x="768" y="302"/>
                    </a:cubicBezTo>
                    <a:lnTo>
                      <a:pt x="768" y="302"/>
                    </a:lnTo>
                    <a:cubicBezTo>
                      <a:pt x="753" y="240"/>
                      <a:pt x="729" y="181"/>
                      <a:pt x="697" y="126"/>
                    </a:cubicBezTo>
                    <a:cubicBezTo>
                      <a:pt x="688" y="110"/>
                      <a:pt x="678" y="94"/>
                      <a:pt x="667" y="79"/>
                    </a:cubicBezTo>
                    <a:lnTo>
                      <a:pt x="667" y="79"/>
                    </a:lnTo>
                    <a:cubicBezTo>
                      <a:pt x="650" y="55"/>
                      <a:pt x="629" y="36"/>
                      <a:pt x="603" y="21"/>
                    </a:cubicBezTo>
                    <a:cubicBezTo>
                      <a:pt x="588" y="12"/>
                      <a:pt x="571" y="5"/>
                      <a:pt x="553" y="0"/>
                    </a:cubicBezTo>
                    <a:lnTo>
                      <a:pt x="553" y="0"/>
                    </a:lnTo>
                    <a:cubicBezTo>
                      <a:pt x="552" y="0"/>
                      <a:pt x="550" y="0"/>
                      <a:pt x="548" y="0"/>
                    </a:cubicBezTo>
                    <a:lnTo>
                      <a:pt x="5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0" name="Google Shape;550;p34"/>
            <p:cNvSpPr/>
            <p:nvPr/>
          </p:nvSpPr>
          <p:spPr>
            <a:xfrm>
              <a:off x="6541759" y="4782716"/>
              <a:ext cx="2602232" cy="366601"/>
            </a:xfrm>
            <a:custGeom>
              <a:avLst/>
              <a:gdLst/>
              <a:ahLst/>
              <a:cxnLst/>
              <a:rect l="l" t="t" r="r" b="b"/>
              <a:pathLst>
                <a:path w="4117" h="580" extrusionOk="0">
                  <a:moveTo>
                    <a:pt x="4117" y="572"/>
                  </a:moveTo>
                  <a:lnTo>
                    <a:pt x="144" y="572"/>
                  </a:lnTo>
                  <a:cubicBezTo>
                    <a:pt x="107" y="572"/>
                    <a:pt x="33" y="589"/>
                    <a:pt x="0" y="572"/>
                  </a:cubicBezTo>
                  <a:lnTo>
                    <a:pt x="29" y="560"/>
                  </a:lnTo>
                  <a:lnTo>
                    <a:pt x="29" y="560"/>
                  </a:lnTo>
                  <a:cubicBezTo>
                    <a:pt x="26" y="556"/>
                    <a:pt x="24" y="552"/>
                    <a:pt x="21" y="548"/>
                  </a:cubicBezTo>
                  <a:cubicBezTo>
                    <a:pt x="18" y="541"/>
                    <a:pt x="14" y="534"/>
                    <a:pt x="12" y="527"/>
                  </a:cubicBezTo>
                  <a:cubicBezTo>
                    <a:pt x="43" y="513"/>
                    <a:pt x="80" y="548"/>
                    <a:pt x="110" y="534"/>
                  </a:cubicBezTo>
                  <a:lnTo>
                    <a:pt x="110" y="534"/>
                  </a:lnTo>
                  <a:cubicBezTo>
                    <a:pt x="120" y="528"/>
                    <a:pt x="128" y="520"/>
                    <a:pt x="134" y="510"/>
                  </a:cubicBezTo>
                  <a:cubicBezTo>
                    <a:pt x="148" y="491"/>
                    <a:pt x="163" y="468"/>
                    <a:pt x="158" y="444"/>
                  </a:cubicBezTo>
                  <a:cubicBezTo>
                    <a:pt x="156" y="433"/>
                    <a:pt x="149" y="422"/>
                    <a:pt x="146" y="411"/>
                  </a:cubicBezTo>
                  <a:lnTo>
                    <a:pt x="146" y="411"/>
                  </a:lnTo>
                  <a:cubicBezTo>
                    <a:pt x="144" y="408"/>
                    <a:pt x="144" y="404"/>
                    <a:pt x="144" y="401"/>
                  </a:cubicBezTo>
                  <a:cubicBezTo>
                    <a:pt x="144" y="396"/>
                    <a:pt x="145" y="392"/>
                    <a:pt x="147" y="388"/>
                  </a:cubicBezTo>
                  <a:cubicBezTo>
                    <a:pt x="149" y="384"/>
                    <a:pt x="152" y="382"/>
                    <a:pt x="155" y="379"/>
                  </a:cubicBezTo>
                  <a:lnTo>
                    <a:pt x="155" y="379"/>
                  </a:lnTo>
                  <a:cubicBezTo>
                    <a:pt x="159" y="378"/>
                    <a:pt x="163" y="377"/>
                    <a:pt x="167" y="377"/>
                  </a:cubicBezTo>
                  <a:cubicBezTo>
                    <a:pt x="168" y="377"/>
                    <a:pt x="170" y="377"/>
                    <a:pt x="172" y="378"/>
                  </a:cubicBezTo>
                  <a:lnTo>
                    <a:pt x="283" y="384"/>
                  </a:lnTo>
                  <a:lnTo>
                    <a:pt x="240" y="316"/>
                  </a:lnTo>
                  <a:lnTo>
                    <a:pt x="240" y="316"/>
                  </a:lnTo>
                  <a:cubicBezTo>
                    <a:pt x="239" y="315"/>
                    <a:pt x="239" y="314"/>
                    <a:pt x="238" y="313"/>
                  </a:cubicBezTo>
                  <a:cubicBezTo>
                    <a:pt x="236" y="309"/>
                    <a:pt x="235" y="305"/>
                    <a:pt x="234" y="301"/>
                  </a:cubicBezTo>
                  <a:cubicBezTo>
                    <a:pt x="234" y="284"/>
                    <a:pt x="259" y="282"/>
                    <a:pt x="276" y="286"/>
                  </a:cubicBezTo>
                  <a:cubicBezTo>
                    <a:pt x="338" y="302"/>
                    <a:pt x="449" y="353"/>
                    <a:pt x="510" y="338"/>
                  </a:cubicBezTo>
                  <a:lnTo>
                    <a:pt x="510" y="338"/>
                  </a:lnTo>
                  <a:cubicBezTo>
                    <a:pt x="493" y="311"/>
                    <a:pt x="473" y="286"/>
                    <a:pt x="451" y="264"/>
                  </a:cubicBezTo>
                  <a:lnTo>
                    <a:pt x="569" y="314"/>
                  </a:lnTo>
                  <a:lnTo>
                    <a:pt x="569" y="314"/>
                  </a:lnTo>
                  <a:cubicBezTo>
                    <a:pt x="556" y="291"/>
                    <a:pt x="550" y="265"/>
                    <a:pt x="550" y="239"/>
                  </a:cubicBezTo>
                  <a:cubicBezTo>
                    <a:pt x="550" y="219"/>
                    <a:pt x="554" y="199"/>
                    <a:pt x="561" y="181"/>
                  </a:cubicBezTo>
                  <a:lnTo>
                    <a:pt x="561" y="181"/>
                  </a:lnTo>
                  <a:cubicBezTo>
                    <a:pt x="583" y="197"/>
                    <a:pt x="601" y="217"/>
                    <a:pt x="615" y="241"/>
                  </a:cubicBezTo>
                  <a:cubicBezTo>
                    <a:pt x="615" y="242"/>
                    <a:pt x="616" y="243"/>
                    <a:pt x="616" y="243"/>
                  </a:cubicBezTo>
                  <a:lnTo>
                    <a:pt x="616" y="243"/>
                  </a:lnTo>
                  <a:cubicBezTo>
                    <a:pt x="617" y="215"/>
                    <a:pt x="626" y="188"/>
                    <a:pt x="639" y="163"/>
                  </a:cubicBezTo>
                  <a:cubicBezTo>
                    <a:pt x="646" y="152"/>
                    <a:pt x="653" y="142"/>
                    <a:pt x="661" y="133"/>
                  </a:cubicBezTo>
                  <a:lnTo>
                    <a:pt x="661" y="133"/>
                  </a:lnTo>
                  <a:cubicBezTo>
                    <a:pt x="665" y="128"/>
                    <a:pt x="671" y="123"/>
                    <a:pt x="676" y="120"/>
                  </a:cubicBezTo>
                  <a:cubicBezTo>
                    <a:pt x="680" y="118"/>
                    <a:pt x="683" y="116"/>
                    <a:pt x="686" y="115"/>
                  </a:cubicBezTo>
                  <a:cubicBezTo>
                    <a:pt x="710" y="110"/>
                    <a:pt x="730" y="136"/>
                    <a:pt x="729" y="160"/>
                  </a:cubicBezTo>
                  <a:lnTo>
                    <a:pt x="729" y="160"/>
                  </a:lnTo>
                  <a:cubicBezTo>
                    <a:pt x="726" y="174"/>
                    <a:pt x="721" y="188"/>
                    <a:pt x="714" y="200"/>
                  </a:cubicBezTo>
                  <a:cubicBezTo>
                    <a:pt x="710" y="208"/>
                    <a:pt x="704" y="216"/>
                    <a:pt x="697" y="223"/>
                  </a:cubicBezTo>
                  <a:lnTo>
                    <a:pt x="697" y="223"/>
                  </a:lnTo>
                  <a:cubicBezTo>
                    <a:pt x="698" y="223"/>
                    <a:pt x="699" y="223"/>
                    <a:pt x="699" y="222"/>
                  </a:cubicBezTo>
                  <a:cubicBezTo>
                    <a:pt x="711" y="215"/>
                    <a:pt x="723" y="212"/>
                    <a:pt x="736" y="212"/>
                  </a:cubicBezTo>
                  <a:cubicBezTo>
                    <a:pt x="740" y="212"/>
                    <a:pt x="745" y="212"/>
                    <a:pt x="749" y="213"/>
                  </a:cubicBezTo>
                  <a:lnTo>
                    <a:pt x="749" y="213"/>
                  </a:lnTo>
                  <a:cubicBezTo>
                    <a:pt x="744" y="225"/>
                    <a:pt x="742" y="238"/>
                    <a:pt x="742" y="251"/>
                  </a:cubicBezTo>
                  <a:cubicBezTo>
                    <a:pt x="742" y="270"/>
                    <a:pt x="748" y="289"/>
                    <a:pt x="757" y="306"/>
                  </a:cubicBezTo>
                  <a:cubicBezTo>
                    <a:pt x="765" y="320"/>
                    <a:pt x="775" y="331"/>
                    <a:pt x="787" y="340"/>
                  </a:cubicBezTo>
                  <a:lnTo>
                    <a:pt x="827" y="261"/>
                  </a:lnTo>
                  <a:lnTo>
                    <a:pt x="868" y="323"/>
                  </a:lnTo>
                  <a:lnTo>
                    <a:pt x="868" y="323"/>
                  </a:lnTo>
                  <a:cubicBezTo>
                    <a:pt x="869" y="308"/>
                    <a:pt x="874" y="294"/>
                    <a:pt x="881" y="281"/>
                  </a:cubicBezTo>
                  <a:cubicBezTo>
                    <a:pt x="889" y="268"/>
                    <a:pt x="899" y="256"/>
                    <a:pt x="912" y="248"/>
                  </a:cubicBezTo>
                  <a:lnTo>
                    <a:pt x="912" y="248"/>
                  </a:lnTo>
                  <a:cubicBezTo>
                    <a:pt x="921" y="265"/>
                    <a:pt x="926" y="284"/>
                    <a:pt x="926" y="304"/>
                  </a:cubicBezTo>
                  <a:cubicBezTo>
                    <a:pt x="926" y="310"/>
                    <a:pt x="925" y="316"/>
                    <a:pt x="924" y="322"/>
                  </a:cubicBezTo>
                  <a:lnTo>
                    <a:pt x="924" y="322"/>
                  </a:lnTo>
                  <a:cubicBezTo>
                    <a:pt x="929" y="315"/>
                    <a:pt x="936" y="309"/>
                    <a:pt x="944" y="304"/>
                  </a:cubicBezTo>
                  <a:cubicBezTo>
                    <a:pt x="953" y="299"/>
                    <a:pt x="964" y="296"/>
                    <a:pt x="975" y="296"/>
                  </a:cubicBezTo>
                  <a:cubicBezTo>
                    <a:pt x="980" y="296"/>
                    <a:pt x="985" y="297"/>
                    <a:pt x="989" y="298"/>
                  </a:cubicBezTo>
                  <a:cubicBezTo>
                    <a:pt x="1013" y="305"/>
                    <a:pt x="1026" y="339"/>
                    <a:pt x="1008" y="357"/>
                  </a:cubicBezTo>
                  <a:lnTo>
                    <a:pt x="1008" y="357"/>
                  </a:lnTo>
                  <a:cubicBezTo>
                    <a:pt x="1012" y="357"/>
                    <a:pt x="1015" y="357"/>
                    <a:pt x="1019" y="357"/>
                  </a:cubicBezTo>
                  <a:cubicBezTo>
                    <a:pt x="1035" y="357"/>
                    <a:pt x="1051" y="353"/>
                    <a:pt x="1064" y="345"/>
                  </a:cubicBezTo>
                  <a:cubicBezTo>
                    <a:pt x="1078" y="337"/>
                    <a:pt x="1090" y="326"/>
                    <a:pt x="1098" y="312"/>
                  </a:cubicBezTo>
                  <a:cubicBezTo>
                    <a:pt x="1100" y="309"/>
                    <a:pt x="1101" y="306"/>
                    <a:pt x="1102" y="302"/>
                  </a:cubicBezTo>
                  <a:lnTo>
                    <a:pt x="1102" y="302"/>
                  </a:lnTo>
                  <a:cubicBezTo>
                    <a:pt x="1103" y="303"/>
                    <a:pt x="1103" y="303"/>
                    <a:pt x="1103" y="304"/>
                  </a:cubicBezTo>
                  <a:cubicBezTo>
                    <a:pt x="1110" y="315"/>
                    <a:pt x="1120" y="325"/>
                    <a:pt x="1131" y="331"/>
                  </a:cubicBezTo>
                  <a:cubicBezTo>
                    <a:pt x="1143" y="338"/>
                    <a:pt x="1156" y="341"/>
                    <a:pt x="1169" y="341"/>
                  </a:cubicBezTo>
                  <a:cubicBezTo>
                    <a:pt x="1183" y="341"/>
                    <a:pt x="1195" y="337"/>
                    <a:pt x="1206" y="331"/>
                  </a:cubicBezTo>
                  <a:cubicBezTo>
                    <a:pt x="1213" y="327"/>
                    <a:pt x="1219" y="323"/>
                    <a:pt x="1224" y="318"/>
                  </a:cubicBezTo>
                  <a:lnTo>
                    <a:pt x="1284" y="348"/>
                  </a:lnTo>
                  <a:lnTo>
                    <a:pt x="1300" y="245"/>
                  </a:lnTo>
                  <a:lnTo>
                    <a:pt x="1325" y="305"/>
                  </a:lnTo>
                  <a:cubicBezTo>
                    <a:pt x="1343" y="281"/>
                    <a:pt x="1350" y="252"/>
                    <a:pt x="1364" y="226"/>
                  </a:cubicBezTo>
                  <a:cubicBezTo>
                    <a:pt x="1378" y="200"/>
                    <a:pt x="1405" y="177"/>
                    <a:pt x="1433" y="182"/>
                  </a:cubicBezTo>
                  <a:cubicBezTo>
                    <a:pt x="1462" y="187"/>
                    <a:pt x="1475" y="235"/>
                    <a:pt x="1448" y="245"/>
                  </a:cubicBezTo>
                  <a:lnTo>
                    <a:pt x="1448" y="245"/>
                  </a:lnTo>
                  <a:cubicBezTo>
                    <a:pt x="1451" y="243"/>
                    <a:pt x="1455" y="241"/>
                    <a:pt x="1458" y="239"/>
                  </a:cubicBezTo>
                  <a:cubicBezTo>
                    <a:pt x="1480" y="227"/>
                    <a:pt x="1504" y="220"/>
                    <a:pt x="1529" y="220"/>
                  </a:cubicBezTo>
                  <a:cubicBezTo>
                    <a:pt x="1540" y="220"/>
                    <a:pt x="1551" y="222"/>
                    <a:pt x="1561" y="224"/>
                  </a:cubicBezTo>
                  <a:lnTo>
                    <a:pt x="1536" y="321"/>
                  </a:lnTo>
                  <a:lnTo>
                    <a:pt x="1536" y="321"/>
                  </a:lnTo>
                  <a:cubicBezTo>
                    <a:pt x="1583" y="303"/>
                    <a:pt x="1631" y="288"/>
                    <a:pt x="1679" y="276"/>
                  </a:cubicBezTo>
                  <a:lnTo>
                    <a:pt x="1732" y="139"/>
                  </a:lnTo>
                  <a:lnTo>
                    <a:pt x="1732" y="139"/>
                  </a:lnTo>
                  <a:cubicBezTo>
                    <a:pt x="1743" y="174"/>
                    <a:pt x="1751" y="209"/>
                    <a:pt x="1756" y="245"/>
                  </a:cubicBezTo>
                  <a:cubicBezTo>
                    <a:pt x="1784" y="227"/>
                    <a:pt x="1789" y="184"/>
                    <a:pt x="1818" y="169"/>
                  </a:cubicBezTo>
                  <a:lnTo>
                    <a:pt x="1818" y="169"/>
                  </a:lnTo>
                  <a:cubicBezTo>
                    <a:pt x="1825" y="166"/>
                    <a:pt x="1832" y="164"/>
                    <a:pt x="1839" y="164"/>
                  </a:cubicBezTo>
                  <a:cubicBezTo>
                    <a:pt x="1846" y="164"/>
                    <a:pt x="1854" y="166"/>
                    <a:pt x="1860" y="170"/>
                  </a:cubicBezTo>
                  <a:cubicBezTo>
                    <a:pt x="1867" y="174"/>
                    <a:pt x="1872" y="180"/>
                    <a:pt x="1876" y="186"/>
                  </a:cubicBezTo>
                  <a:cubicBezTo>
                    <a:pt x="1880" y="193"/>
                    <a:pt x="1882" y="200"/>
                    <a:pt x="1882" y="207"/>
                  </a:cubicBezTo>
                  <a:cubicBezTo>
                    <a:pt x="1882" y="215"/>
                    <a:pt x="1880" y="222"/>
                    <a:pt x="1876" y="229"/>
                  </a:cubicBezTo>
                  <a:cubicBezTo>
                    <a:pt x="1872" y="236"/>
                    <a:pt x="1867" y="241"/>
                    <a:pt x="1860" y="245"/>
                  </a:cubicBezTo>
                  <a:cubicBezTo>
                    <a:pt x="1857" y="247"/>
                    <a:pt x="1853" y="248"/>
                    <a:pt x="1850" y="249"/>
                  </a:cubicBezTo>
                  <a:lnTo>
                    <a:pt x="1850" y="249"/>
                  </a:lnTo>
                  <a:cubicBezTo>
                    <a:pt x="1853" y="244"/>
                    <a:pt x="1858" y="239"/>
                    <a:pt x="1863" y="236"/>
                  </a:cubicBezTo>
                  <a:cubicBezTo>
                    <a:pt x="1869" y="233"/>
                    <a:pt x="1876" y="231"/>
                    <a:pt x="1882" y="231"/>
                  </a:cubicBezTo>
                  <a:cubicBezTo>
                    <a:pt x="1889" y="231"/>
                    <a:pt x="1896" y="233"/>
                    <a:pt x="1901" y="236"/>
                  </a:cubicBezTo>
                  <a:cubicBezTo>
                    <a:pt x="1907" y="239"/>
                    <a:pt x="1911" y="245"/>
                    <a:pt x="1914" y="250"/>
                  </a:cubicBezTo>
                  <a:cubicBezTo>
                    <a:pt x="1918" y="256"/>
                    <a:pt x="1919" y="262"/>
                    <a:pt x="1919" y="268"/>
                  </a:cubicBezTo>
                  <a:cubicBezTo>
                    <a:pt x="1919" y="275"/>
                    <a:pt x="1918" y="281"/>
                    <a:pt x="1914" y="287"/>
                  </a:cubicBezTo>
                  <a:cubicBezTo>
                    <a:pt x="1911" y="293"/>
                    <a:pt x="1907" y="298"/>
                    <a:pt x="1901" y="301"/>
                  </a:cubicBezTo>
                  <a:cubicBezTo>
                    <a:pt x="1901" y="301"/>
                    <a:pt x="1900" y="301"/>
                    <a:pt x="1899" y="302"/>
                  </a:cubicBezTo>
                  <a:lnTo>
                    <a:pt x="1899" y="302"/>
                  </a:lnTo>
                  <a:cubicBezTo>
                    <a:pt x="1906" y="298"/>
                    <a:pt x="1913" y="296"/>
                    <a:pt x="1921" y="296"/>
                  </a:cubicBezTo>
                  <a:cubicBezTo>
                    <a:pt x="1929" y="296"/>
                    <a:pt x="1937" y="298"/>
                    <a:pt x="1944" y="302"/>
                  </a:cubicBezTo>
                  <a:cubicBezTo>
                    <a:pt x="1951" y="306"/>
                    <a:pt x="1957" y="312"/>
                    <a:pt x="1961" y="319"/>
                  </a:cubicBezTo>
                  <a:cubicBezTo>
                    <a:pt x="1965" y="326"/>
                    <a:pt x="1967" y="333"/>
                    <a:pt x="1967" y="340"/>
                  </a:cubicBezTo>
                  <a:lnTo>
                    <a:pt x="1967" y="340"/>
                  </a:lnTo>
                  <a:cubicBezTo>
                    <a:pt x="1969" y="338"/>
                    <a:pt x="1972" y="337"/>
                    <a:pt x="1974" y="336"/>
                  </a:cubicBezTo>
                  <a:cubicBezTo>
                    <a:pt x="1987" y="328"/>
                    <a:pt x="2002" y="323"/>
                    <a:pt x="2017" y="322"/>
                  </a:cubicBezTo>
                  <a:lnTo>
                    <a:pt x="2017" y="322"/>
                  </a:lnTo>
                  <a:lnTo>
                    <a:pt x="2017" y="322"/>
                  </a:lnTo>
                  <a:cubicBezTo>
                    <a:pt x="2023" y="322"/>
                    <a:pt x="2030" y="324"/>
                    <a:pt x="2035" y="327"/>
                  </a:cubicBezTo>
                  <a:cubicBezTo>
                    <a:pt x="2041" y="330"/>
                    <a:pt x="2045" y="334"/>
                    <a:pt x="2048" y="340"/>
                  </a:cubicBezTo>
                  <a:cubicBezTo>
                    <a:pt x="2051" y="344"/>
                    <a:pt x="2052" y="349"/>
                    <a:pt x="2052" y="354"/>
                  </a:cubicBezTo>
                  <a:cubicBezTo>
                    <a:pt x="2107" y="328"/>
                    <a:pt x="2156" y="333"/>
                    <a:pt x="2213" y="341"/>
                  </a:cubicBezTo>
                  <a:cubicBezTo>
                    <a:pt x="2239" y="345"/>
                    <a:pt x="2404" y="385"/>
                    <a:pt x="2353" y="326"/>
                  </a:cubicBezTo>
                  <a:cubicBezTo>
                    <a:pt x="2431" y="343"/>
                    <a:pt x="2498" y="304"/>
                    <a:pt x="2444" y="224"/>
                  </a:cubicBezTo>
                  <a:cubicBezTo>
                    <a:pt x="2467" y="252"/>
                    <a:pt x="2491" y="280"/>
                    <a:pt x="2514" y="308"/>
                  </a:cubicBezTo>
                  <a:lnTo>
                    <a:pt x="2514" y="308"/>
                  </a:lnTo>
                  <a:cubicBezTo>
                    <a:pt x="2503" y="271"/>
                    <a:pt x="2498" y="232"/>
                    <a:pt x="2496" y="194"/>
                  </a:cubicBezTo>
                  <a:lnTo>
                    <a:pt x="2496" y="194"/>
                  </a:lnTo>
                  <a:cubicBezTo>
                    <a:pt x="2504" y="196"/>
                    <a:pt x="2513" y="198"/>
                    <a:pt x="2520" y="203"/>
                  </a:cubicBezTo>
                  <a:cubicBezTo>
                    <a:pt x="2535" y="212"/>
                    <a:pt x="2546" y="223"/>
                    <a:pt x="2554" y="237"/>
                  </a:cubicBezTo>
                  <a:lnTo>
                    <a:pt x="2554" y="237"/>
                  </a:lnTo>
                  <a:cubicBezTo>
                    <a:pt x="2553" y="229"/>
                    <a:pt x="2553" y="221"/>
                    <a:pt x="2553" y="213"/>
                  </a:cubicBezTo>
                  <a:cubicBezTo>
                    <a:pt x="2553" y="162"/>
                    <a:pt x="2567" y="112"/>
                    <a:pt x="2592" y="67"/>
                  </a:cubicBezTo>
                  <a:cubicBezTo>
                    <a:pt x="2607" y="42"/>
                    <a:pt x="2625" y="20"/>
                    <a:pt x="2646" y="0"/>
                  </a:cubicBezTo>
                  <a:lnTo>
                    <a:pt x="2646" y="0"/>
                  </a:lnTo>
                  <a:cubicBezTo>
                    <a:pt x="2652" y="16"/>
                    <a:pt x="2656" y="34"/>
                    <a:pt x="2656" y="52"/>
                  </a:cubicBezTo>
                  <a:cubicBezTo>
                    <a:pt x="2656" y="75"/>
                    <a:pt x="2650" y="99"/>
                    <a:pt x="2638" y="119"/>
                  </a:cubicBezTo>
                  <a:lnTo>
                    <a:pt x="2700" y="75"/>
                  </a:lnTo>
                  <a:cubicBezTo>
                    <a:pt x="2708" y="69"/>
                    <a:pt x="2719" y="63"/>
                    <a:pt x="2729" y="66"/>
                  </a:cubicBezTo>
                  <a:cubicBezTo>
                    <a:pt x="2744" y="73"/>
                    <a:pt x="2740" y="96"/>
                    <a:pt x="2731" y="110"/>
                  </a:cubicBezTo>
                  <a:lnTo>
                    <a:pt x="2731" y="110"/>
                  </a:lnTo>
                  <a:cubicBezTo>
                    <a:pt x="2716" y="137"/>
                    <a:pt x="2695" y="160"/>
                    <a:pt x="2670" y="178"/>
                  </a:cubicBezTo>
                  <a:lnTo>
                    <a:pt x="2670" y="178"/>
                  </a:lnTo>
                  <a:cubicBezTo>
                    <a:pt x="2672" y="177"/>
                    <a:pt x="2674" y="175"/>
                    <a:pt x="2677" y="174"/>
                  </a:cubicBezTo>
                  <a:cubicBezTo>
                    <a:pt x="2708" y="156"/>
                    <a:pt x="2743" y="146"/>
                    <a:pt x="2780" y="146"/>
                  </a:cubicBezTo>
                  <a:cubicBezTo>
                    <a:pt x="2783" y="146"/>
                    <a:pt x="2786" y="146"/>
                    <a:pt x="2789" y="147"/>
                  </a:cubicBezTo>
                  <a:lnTo>
                    <a:pt x="2789" y="147"/>
                  </a:lnTo>
                  <a:cubicBezTo>
                    <a:pt x="2785" y="159"/>
                    <a:pt x="2780" y="170"/>
                    <a:pt x="2773" y="181"/>
                  </a:cubicBezTo>
                  <a:cubicBezTo>
                    <a:pt x="2758" y="208"/>
                    <a:pt x="2737" y="231"/>
                    <a:pt x="2712" y="250"/>
                  </a:cubicBezTo>
                  <a:cubicBezTo>
                    <a:pt x="2758" y="241"/>
                    <a:pt x="2781" y="332"/>
                    <a:pt x="2826" y="317"/>
                  </a:cubicBezTo>
                  <a:lnTo>
                    <a:pt x="2826" y="317"/>
                  </a:lnTo>
                  <a:cubicBezTo>
                    <a:pt x="2827" y="317"/>
                    <a:pt x="2828" y="316"/>
                    <a:pt x="2830" y="315"/>
                  </a:cubicBezTo>
                  <a:cubicBezTo>
                    <a:pt x="2838" y="310"/>
                    <a:pt x="2845" y="303"/>
                    <a:pt x="2849" y="295"/>
                  </a:cubicBezTo>
                  <a:cubicBezTo>
                    <a:pt x="2852" y="291"/>
                    <a:pt x="2853" y="288"/>
                    <a:pt x="2854" y="283"/>
                  </a:cubicBezTo>
                  <a:lnTo>
                    <a:pt x="2854" y="283"/>
                  </a:lnTo>
                  <a:cubicBezTo>
                    <a:pt x="2869" y="249"/>
                    <a:pt x="2876" y="212"/>
                    <a:pt x="2876" y="174"/>
                  </a:cubicBezTo>
                  <a:cubicBezTo>
                    <a:pt x="2876" y="169"/>
                    <a:pt x="2876" y="164"/>
                    <a:pt x="2876" y="159"/>
                  </a:cubicBezTo>
                  <a:lnTo>
                    <a:pt x="2876" y="159"/>
                  </a:lnTo>
                  <a:cubicBezTo>
                    <a:pt x="2880" y="181"/>
                    <a:pt x="2889" y="202"/>
                    <a:pt x="2900" y="222"/>
                  </a:cubicBezTo>
                  <a:cubicBezTo>
                    <a:pt x="2906" y="231"/>
                    <a:pt x="2911" y="240"/>
                    <a:pt x="2918" y="249"/>
                  </a:cubicBezTo>
                  <a:lnTo>
                    <a:pt x="2944" y="134"/>
                  </a:lnTo>
                  <a:lnTo>
                    <a:pt x="2944" y="134"/>
                  </a:lnTo>
                  <a:cubicBezTo>
                    <a:pt x="2958" y="160"/>
                    <a:pt x="2966" y="188"/>
                    <a:pt x="2968" y="218"/>
                  </a:cubicBezTo>
                  <a:lnTo>
                    <a:pt x="2968" y="218"/>
                  </a:lnTo>
                  <a:cubicBezTo>
                    <a:pt x="2971" y="208"/>
                    <a:pt x="2976" y="199"/>
                    <a:pt x="2980" y="191"/>
                  </a:cubicBezTo>
                  <a:cubicBezTo>
                    <a:pt x="2994" y="169"/>
                    <a:pt x="3011" y="151"/>
                    <a:pt x="3032" y="139"/>
                  </a:cubicBezTo>
                  <a:cubicBezTo>
                    <a:pt x="3044" y="132"/>
                    <a:pt x="3057" y="127"/>
                    <a:pt x="3071" y="124"/>
                  </a:cubicBezTo>
                  <a:lnTo>
                    <a:pt x="3071" y="124"/>
                  </a:lnTo>
                  <a:cubicBezTo>
                    <a:pt x="3069" y="139"/>
                    <a:pt x="3065" y="153"/>
                    <a:pt x="3056" y="167"/>
                  </a:cubicBezTo>
                  <a:cubicBezTo>
                    <a:pt x="3051" y="176"/>
                    <a:pt x="3044" y="185"/>
                    <a:pt x="3036" y="192"/>
                  </a:cubicBezTo>
                  <a:lnTo>
                    <a:pt x="3036" y="192"/>
                  </a:lnTo>
                  <a:lnTo>
                    <a:pt x="3037" y="192"/>
                  </a:lnTo>
                  <a:cubicBezTo>
                    <a:pt x="3068" y="174"/>
                    <a:pt x="3103" y="165"/>
                    <a:pt x="3138" y="165"/>
                  </a:cubicBezTo>
                  <a:cubicBezTo>
                    <a:pt x="3147" y="165"/>
                    <a:pt x="3156" y="165"/>
                    <a:pt x="3165" y="166"/>
                  </a:cubicBezTo>
                  <a:lnTo>
                    <a:pt x="3165" y="166"/>
                  </a:lnTo>
                  <a:cubicBezTo>
                    <a:pt x="3164" y="168"/>
                    <a:pt x="3163" y="169"/>
                    <a:pt x="3162" y="171"/>
                  </a:cubicBezTo>
                  <a:cubicBezTo>
                    <a:pt x="3150" y="192"/>
                    <a:pt x="3132" y="210"/>
                    <a:pt x="3110" y="223"/>
                  </a:cubicBezTo>
                  <a:cubicBezTo>
                    <a:pt x="3108" y="224"/>
                    <a:pt x="3106" y="225"/>
                    <a:pt x="3103" y="226"/>
                  </a:cubicBezTo>
                  <a:lnTo>
                    <a:pt x="3103" y="226"/>
                  </a:lnTo>
                  <a:cubicBezTo>
                    <a:pt x="3115" y="223"/>
                    <a:pt x="3127" y="222"/>
                    <a:pt x="3140" y="222"/>
                  </a:cubicBezTo>
                  <a:cubicBezTo>
                    <a:pt x="3157" y="222"/>
                    <a:pt x="3174" y="225"/>
                    <a:pt x="3190" y="231"/>
                  </a:cubicBezTo>
                  <a:lnTo>
                    <a:pt x="3137" y="322"/>
                  </a:lnTo>
                  <a:lnTo>
                    <a:pt x="3208" y="305"/>
                  </a:lnTo>
                  <a:lnTo>
                    <a:pt x="3208" y="305"/>
                  </a:lnTo>
                  <a:cubicBezTo>
                    <a:pt x="3208" y="309"/>
                    <a:pt x="3209" y="314"/>
                    <a:pt x="3209" y="319"/>
                  </a:cubicBezTo>
                  <a:cubicBezTo>
                    <a:pt x="3209" y="325"/>
                    <a:pt x="3208" y="331"/>
                    <a:pt x="3206" y="337"/>
                  </a:cubicBezTo>
                  <a:cubicBezTo>
                    <a:pt x="3230" y="315"/>
                    <a:pt x="3268" y="334"/>
                    <a:pt x="3298" y="344"/>
                  </a:cubicBezTo>
                  <a:cubicBezTo>
                    <a:pt x="3329" y="355"/>
                    <a:pt x="3377" y="336"/>
                    <a:pt x="3364" y="306"/>
                  </a:cubicBezTo>
                  <a:lnTo>
                    <a:pt x="3404" y="329"/>
                  </a:lnTo>
                  <a:lnTo>
                    <a:pt x="3404" y="329"/>
                  </a:lnTo>
                  <a:cubicBezTo>
                    <a:pt x="3417" y="298"/>
                    <a:pt x="3423" y="266"/>
                    <a:pt x="3423" y="232"/>
                  </a:cubicBezTo>
                  <a:cubicBezTo>
                    <a:pt x="3423" y="218"/>
                    <a:pt x="3422" y="203"/>
                    <a:pt x="3419" y="189"/>
                  </a:cubicBezTo>
                  <a:lnTo>
                    <a:pt x="3419" y="189"/>
                  </a:lnTo>
                  <a:cubicBezTo>
                    <a:pt x="3420" y="191"/>
                    <a:pt x="3421" y="192"/>
                    <a:pt x="3422" y="194"/>
                  </a:cubicBezTo>
                  <a:cubicBezTo>
                    <a:pt x="3435" y="217"/>
                    <a:pt x="3454" y="236"/>
                    <a:pt x="3477" y="249"/>
                  </a:cubicBezTo>
                  <a:lnTo>
                    <a:pt x="3477" y="249"/>
                  </a:lnTo>
                  <a:cubicBezTo>
                    <a:pt x="3485" y="226"/>
                    <a:pt x="3495" y="203"/>
                    <a:pt x="3507" y="182"/>
                  </a:cubicBezTo>
                  <a:cubicBezTo>
                    <a:pt x="3525" y="151"/>
                    <a:pt x="3547" y="123"/>
                    <a:pt x="3573" y="98"/>
                  </a:cubicBezTo>
                  <a:lnTo>
                    <a:pt x="3573" y="98"/>
                  </a:lnTo>
                  <a:cubicBezTo>
                    <a:pt x="3577" y="102"/>
                    <a:pt x="3580" y="106"/>
                    <a:pt x="3583" y="111"/>
                  </a:cubicBezTo>
                  <a:cubicBezTo>
                    <a:pt x="3588" y="119"/>
                    <a:pt x="3590" y="128"/>
                    <a:pt x="3590" y="137"/>
                  </a:cubicBezTo>
                  <a:cubicBezTo>
                    <a:pt x="3590" y="146"/>
                    <a:pt x="3588" y="155"/>
                    <a:pt x="3583" y="163"/>
                  </a:cubicBezTo>
                  <a:cubicBezTo>
                    <a:pt x="3582" y="165"/>
                    <a:pt x="3581" y="167"/>
                    <a:pt x="3580" y="168"/>
                  </a:cubicBezTo>
                  <a:lnTo>
                    <a:pt x="3580" y="168"/>
                  </a:lnTo>
                  <a:cubicBezTo>
                    <a:pt x="3583" y="166"/>
                    <a:pt x="3586" y="164"/>
                    <a:pt x="3589" y="162"/>
                  </a:cubicBezTo>
                  <a:cubicBezTo>
                    <a:pt x="3614" y="148"/>
                    <a:pt x="3641" y="140"/>
                    <a:pt x="3669" y="139"/>
                  </a:cubicBezTo>
                  <a:lnTo>
                    <a:pt x="3669" y="139"/>
                  </a:lnTo>
                  <a:cubicBezTo>
                    <a:pt x="3668" y="158"/>
                    <a:pt x="3662" y="176"/>
                    <a:pt x="3652" y="193"/>
                  </a:cubicBezTo>
                  <a:cubicBezTo>
                    <a:pt x="3647" y="202"/>
                    <a:pt x="3641" y="210"/>
                    <a:pt x="3634" y="217"/>
                  </a:cubicBezTo>
                  <a:lnTo>
                    <a:pt x="3634" y="217"/>
                  </a:lnTo>
                  <a:cubicBezTo>
                    <a:pt x="3651" y="212"/>
                    <a:pt x="3668" y="209"/>
                    <a:pt x="3686" y="209"/>
                  </a:cubicBezTo>
                  <a:cubicBezTo>
                    <a:pt x="3701" y="209"/>
                    <a:pt x="3716" y="211"/>
                    <a:pt x="3731" y="215"/>
                  </a:cubicBezTo>
                  <a:lnTo>
                    <a:pt x="3731" y="215"/>
                  </a:lnTo>
                  <a:cubicBezTo>
                    <a:pt x="3727" y="224"/>
                    <a:pt x="3724" y="232"/>
                    <a:pt x="3719" y="240"/>
                  </a:cubicBezTo>
                  <a:cubicBezTo>
                    <a:pt x="3709" y="259"/>
                    <a:pt x="3693" y="276"/>
                    <a:pt x="3676" y="291"/>
                  </a:cubicBezTo>
                  <a:lnTo>
                    <a:pt x="3782" y="284"/>
                  </a:lnTo>
                  <a:lnTo>
                    <a:pt x="3782" y="284"/>
                  </a:lnTo>
                  <a:cubicBezTo>
                    <a:pt x="3781" y="286"/>
                    <a:pt x="3780" y="288"/>
                    <a:pt x="3778" y="291"/>
                  </a:cubicBezTo>
                  <a:cubicBezTo>
                    <a:pt x="3772" y="303"/>
                    <a:pt x="3767" y="317"/>
                    <a:pt x="3767" y="331"/>
                  </a:cubicBezTo>
                  <a:cubicBezTo>
                    <a:pt x="3767" y="340"/>
                    <a:pt x="3768" y="348"/>
                    <a:pt x="3771" y="357"/>
                  </a:cubicBezTo>
                  <a:lnTo>
                    <a:pt x="3870" y="269"/>
                  </a:lnTo>
                  <a:lnTo>
                    <a:pt x="3870" y="269"/>
                  </a:lnTo>
                  <a:cubicBezTo>
                    <a:pt x="3867" y="282"/>
                    <a:pt x="3866" y="295"/>
                    <a:pt x="3866" y="308"/>
                  </a:cubicBezTo>
                  <a:cubicBezTo>
                    <a:pt x="3866" y="323"/>
                    <a:pt x="3868" y="338"/>
                    <a:pt x="3871" y="352"/>
                  </a:cubicBezTo>
                  <a:lnTo>
                    <a:pt x="3871" y="352"/>
                  </a:lnTo>
                  <a:cubicBezTo>
                    <a:pt x="3891" y="324"/>
                    <a:pt x="3915" y="300"/>
                    <a:pt x="3944" y="281"/>
                  </a:cubicBezTo>
                  <a:lnTo>
                    <a:pt x="3944" y="281"/>
                  </a:lnTo>
                  <a:cubicBezTo>
                    <a:pt x="3945" y="288"/>
                    <a:pt x="3946" y="294"/>
                    <a:pt x="3946" y="301"/>
                  </a:cubicBezTo>
                  <a:cubicBezTo>
                    <a:pt x="3946" y="318"/>
                    <a:pt x="3942" y="334"/>
                    <a:pt x="3933" y="348"/>
                  </a:cubicBezTo>
                  <a:cubicBezTo>
                    <a:pt x="3930" y="354"/>
                    <a:pt x="3926" y="359"/>
                    <a:pt x="3922" y="364"/>
                  </a:cubicBezTo>
                  <a:cubicBezTo>
                    <a:pt x="3917" y="369"/>
                    <a:pt x="4104" y="355"/>
                    <a:pt x="4116" y="355"/>
                  </a:cubicBezTo>
                  <a:lnTo>
                    <a:pt x="4117" y="57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1" name="Google Shape;551;p34"/>
            <p:cNvGrpSpPr/>
            <p:nvPr/>
          </p:nvGrpSpPr>
          <p:grpSpPr>
            <a:xfrm>
              <a:off x="6894778" y="2087820"/>
              <a:ext cx="2287662" cy="752676"/>
              <a:chOff x="6765378" y="1665770"/>
              <a:chExt cx="2287662" cy="752676"/>
            </a:xfrm>
          </p:grpSpPr>
          <p:sp>
            <p:nvSpPr>
              <p:cNvPr id="552" name="Google Shape;552;p34"/>
              <p:cNvSpPr/>
              <p:nvPr/>
            </p:nvSpPr>
            <p:spPr>
              <a:xfrm>
                <a:off x="7808520" y="1665770"/>
                <a:ext cx="1244520" cy="178560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496" extrusionOk="0">
                    <a:moveTo>
                      <a:pt x="2755" y="340"/>
                    </a:moveTo>
                    <a:lnTo>
                      <a:pt x="2755" y="340"/>
                    </a:lnTo>
                    <a:cubicBezTo>
                      <a:pt x="2786" y="330"/>
                      <a:pt x="2819" y="325"/>
                      <a:pt x="2852" y="325"/>
                    </a:cubicBezTo>
                    <a:cubicBezTo>
                      <a:pt x="2853" y="325"/>
                      <a:pt x="2854" y="325"/>
                      <a:pt x="2855" y="325"/>
                    </a:cubicBezTo>
                    <a:cubicBezTo>
                      <a:pt x="2885" y="328"/>
                      <a:pt x="2913" y="345"/>
                      <a:pt x="2941" y="358"/>
                    </a:cubicBezTo>
                    <a:lnTo>
                      <a:pt x="2941" y="358"/>
                    </a:lnTo>
                    <a:cubicBezTo>
                      <a:pt x="2994" y="379"/>
                      <a:pt x="3050" y="394"/>
                      <a:pt x="3107" y="402"/>
                    </a:cubicBezTo>
                    <a:cubicBezTo>
                      <a:pt x="3221" y="422"/>
                      <a:pt x="3347" y="431"/>
                      <a:pt x="3457" y="473"/>
                    </a:cubicBezTo>
                    <a:cubicBezTo>
                      <a:pt x="2708" y="489"/>
                      <a:pt x="1968" y="478"/>
                      <a:pt x="1220" y="494"/>
                    </a:cubicBezTo>
                    <a:cubicBezTo>
                      <a:pt x="814" y="502"/>
                      <a:pt x="405" y="491"/>
                      <a:pt x="0" y="464"/>
                    </a:cubicBezTo>
                    <a:cubicBezTo>
                      <a:pt x="210" y="412"/>
                      <a:pt x="416" y="375"/>
                      <a:pt x="627" y="335"/>
                    </a:cubicBezTo>
                    <a:lnTo>
                      <a:pt x="627" y="335"/>
                    </a:lnTo>
                    <a:cubicBezTo>
                      <a:pt x="646" y="333"/>
                      <a:pt x="663" y="327"/>
                      <a:pt x="679" y="318"/>
                    </a:cubicBezTo>
                    <a:cubicBezTo>
                      <a:pt x="682" y="316"/>
                      <a:pt x="684" y="315"/>
                      <a:pt x="687" y="313"/>
                    </a:cubicBezTo>
                    <a:lnTo>
                      <a:pt x="687" y="313"/>
                    </a:lnTo>
                    <a:cubicBezTo>
                      <a:pt x="702" y="298"/>
                      <a:pt x="715" y="281"/>
                      <a:pt x="726" y="262"/>
                    </a:cubicBezTo>
                    <a:lnTo>
                      <a:pt x="726" y="262"/>
                    </a:lnTo>
                    <a:cubicBezTo>
                      <a:pt x="736" y="250"/>
                      <a:pt x="748" y="239"/>
                      <a:pt x="763" y="231"/>
                    </a:cubicBezTo>
                    <a:cubicBezTo>
                      <a:pt x="783" y="219"/>
                      <a:pt x="806" y="213"/>
                      <a:pt x="829" y="213"/>
                    </a:cubicBezTo>
                    <a:cubicBezTo>
                      <a:pt x="845" y="213"/>
                      <a:pt x="861" y="216"/>
                      <a:pt x="877" y="222"/>
                    </a:cubicBezTo>
                    <a:lnTo>
                      <a:pt x="877" y="222"/>
                    </a:lnTo>
                    <a:cubicBezTo>
                      <a:pt x="923" y="170"/>
                      <a:pt x="978" y="125"/>
                      <a:pt x="1039" y="90"/>
                    </a:cubicBezTo>
                    <a:cubicBezTo>
                      <a:pt x="1141" y="31"/>
                      <a:pt x="1257" y="0"/>
                      <a:pt x="1374" y="0"/>
                    </a:cubicBezTo>
                    <a:cubicBezTo>
                      <a:pt x="1390" y="0"/>
                      <a:pt x="1405" y="1"/>
                      <a:pt x="1421" y="2"/>
                    </a:cubicBezTo>
                    <a:cubicBezTo>
                      <a:pt x="1559" y="13"/>
                      <a:pt x="1709" y="85"/>
                      <a:pt x="1747" y="218"/>
                    </a:cubicBezTo>
                    <a:lnTo>
                      <a:pt x="1747" y="218"/>
                    </a:lnTo>
                    <a:cubicBezTo>
                      <a:pt x="1794" y="205"/>
                      <a:pt x="1842" y="199"/>
                      <a:pt x="1891" y="199"/>
                    </a:cubicBezTo>
                    <a:cubicBezTo>
                      <a:pt x="1952" y="199"/>
                      <a:pt x="2012" y="209"/>
                      <a:pt x="2069" y="229"/>
                    </a:cubicBezTo>
                    <a:lnTo>
                      <a:pt x="2069" y="229"/>
                    </a:lnTo>
                    <a:cubicBezTo>
                      <a:pt x="2104" y="244"/>
                      <a:pt x="2140" y="256"/>
                      <a:pt x="2177" y="264"/>
                    </a:cubicBezTo>
                    <a:cubicBezTo>
                      <a:pt x="2309" y="284"/>
                      <a:pt x="2410" y="218"/>
                      <a:pt x="2543" y="271"/>
                    </a:cubicBezTo>
                    <a:cubicBezTo>
                      <a:pt x="2588" y="288"/>
                      <a:pt x="2631" y="332"/>
                      <a:pt x="2677" y="342"/>
                    </a:cubicBezTo>
                    <a:lnTo>
                      <a:pt x="2677" y="342"/>
                    </a:lnTo>
                    <a:cubicBezTo>
                      <a:pt x="2688" y="344"/>
                      <a:pt x="2699" y="345"/>
                      <a:pt x="2710" y="345"/>
                    </a:cubicBezTo>
                    <a:cubicBezTo>
                      <a:pt x="2725" y="345"/>
                      <a:pt x="2740" y="344"/>
                      <a:pt x="2755" y="3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53" name="Google Shape;553;p34"/>
              <p:cNvGrpSpPr/>
              <p:nvPr/>
            </p:nvGrpSpPr>
            <p:grpSpPr>
              <a:xfrm rot="-2307777">
                <a:off x="6802715" y="1924037"/>
                <a:ext cx="622792" cy="337315"/>
                <a:chOff x="6802680" y="1923693"/>
                <a:chExt cx="622800" cy="337320"/>
              </a:xfrm>
            </p:grpSpPr>
            <p:sp>
              <p:nvSpPr>
                <p:cNvPr id="554" name="Google Shape;554;p34"/>
                <p:cNvSpPr/>
                <p:nvPr/>
              </p:nvSpPr>
              <p:spPr>
                <a:xfrm>
                  <a:off x="7281480" y="2045373"/>
                  <a:ext cx="144000" cy="21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" h="588" extrusionOk="0">
                      <a:moveTo>
                        <a:pt x="102" y="472"/>
                      </a:moveTo>
                      <a:lnTo>
                        <a:pt x="102" y="472"/>
                      </a:lnTo>
                      <a:cubicBezTo>
                        <a:pt x="103" y="471"/>
                        <a:pt x="104" y="470"/>
                        <a:pt x="105" y="469"/>
                      </a:cubicBezTo>
                      <a:cubicBezTo>
                        <a:pt x="115" y="460"/>
                        <a:pt x="144" y="469"/>
                        <a:pt x="151" y="476"/>
                      </a:cubicBezTo>
                      <a:lnTo>
                        <a:pt x="151" y="476"/>
                      </a:lnTo>
                      <a:cubicBezTo>
                        <a:pt x="154" y="480"/>
                        <a:pt x="158" y="484"/>
                        <a:pt x="162" y="487"/>
                      </a:cubicBezTo>
                      <a:lnTo>
                        <a:pt x="162" y="487"/>
                      </a:lnTo>
                      <a:lnTo>
                        <a:pt x="162" y="487"/>
                      </a:lnTo>
                      <a:cubicBezTo>
                        <a:pt x="164" y="488"/>
                        <a:pt x="166" y="489"/>
                        <a:pt x="168" y="489"/>
                      </a:cubicBezTo>
                      <a:cubicBezTo>
                        <a:pt x="170" y="489"/>
                        <a:pt x="172" y="488"/>
                        <a:pt x="174" y="487"/>
                      </a:cubicBezTo>
                      <a:cubicBezTo>
                        <a:pt x="175" y="487"/>
                        <a:pt x="177" y="485"/>
                        <a:pt x="177" y="484"/>
                      </a:cubicBezTo>
                      <a:lnTo>
                        <a:pt x="177" y="484"/>
                      </a:lnTo>
                      <a:cubicBezTo>
                        <a:pt x="178" y="489"/>
                        <a:pt x="180" y="493"/>
                        <a:pt x="182" y="497"/>
                      </a:cubicBezTo>
                      <a:cubicBezTo>
                        <a:pt x="183" y="500"/>
                        <a:pt x="185" y="502"/>
                        <a:pt x="187" y="504"/>
                      </a:cubicBezTo>
                      <a:lnTo>
                        <a:pt x="187" y="504"/>
                      </a:lnTo>
                      <a:lnTo>
                        <a:pt x="187" y="504"/>
                      </a:lnTo>
                      <a:cubicBezTo>
                        <a:pt x="189" y="505"/>
                        <a:pt x="192" y="506"/>
                        <a:pt x="194" y="506"/>
                      </a:cubicBezTo>
                      <a:cubicBezTo>
                        <a:pt x="196" y="506"/>
                        <a:pt x="198" y="505"/>
                        <a:pt x="200" y="504"/>
                      </a:cubicBezTo>
                      <a:cubicBezTo>
                        <a:pt x="202" y="503"/>
                        <a:pt x="204" y="502"/>
                        <a:pt x="205" y="500"/>
                      </a:cubicBezTo>
                      <a:cubicBezTo>
                        <a:pt x="206" y="499"/>
                        <a:pt x="206" y="498"/>
                        <a:pt x="206" y="497"/>
                      </a:cubicBezTo>
                      <a:cubicBezTo>
                        <a:pt x="210" y="507"/>
                        <a:pt x="214" y="518"/>
                        <a:pt x="224" y="521"/>
                      </a:cubicBezTo>
                      <a:lnTo>
                        <a:pt x="224" y="521"/>
                      </a:lnTo>
                      <a:cubicBezTo>
                        <a:pt x="225" y="521"/>
                        <a:pt x="226" y="521"/>
                        <a:pt x="227" y="521"/>
                      </a:cubicBezTo>
                      <a:cubicBezTo>
                        <a:pt x="230" y="521"/>
                        <a:pt x="233" y="520"/>
                        <a:pt x="236" y="519"/>
                      </a:cubicBezTo>
                      <a:cubicBezTo>
                        <a:pt x="239" y="517"/>
                        <a:pt x="242" y="515"/>
                        <a:pt x="243" y="512"/>
                      </a:cubicBezTo>
                      <a:cubicBezTo>
                        <a:pt x="245" y="509"/>
                        <a:pt x="245" y="506"/>
                        <a:pt x="245" y="503"/>
                      </a:cubicBezTo>
                      <a:lnTo>
                        <a:pt x="245" y="502"/>
                      </a:lnTo>
                      <a:cubicBezTo>
                        <a:pt x="248" y="513"/>
                        <a:pt x="255" y="523"/>
                        <a:pt x="265" y="523"/>
                      </a:cubicBezTo>
                      <a:cubicBezTo>
                        <a:pt x="275" y="523"/>
                        <a:pt x="286" y="505"/>
                        <a:pt x="278" y="498"/>
                      </a:cubicBezTo>
                      <a:lnTo>
                        <a:pt x="278" y="498"/>
                      </a:lnTo>
                      <a:cubicBezTo>
                        <a:pt x="287" y="509"/>
                        <a:pt x="298" y="518"/>
                        <a:pt x="311" y="526"/>
                      </a:cubicBezTo>
                      <a:cubicBezTo>
                        <a:pt x="314" y="528"/>
                        <a:pt x="318" y="529"/>
                        <a:pt x="321" y="531"/>
                      </a:cubicBezTo>
                      <a:lnTo>
                        <a:pt x="321" y="531"/>
                      </a:lnTo>
                      <a:lnTo>
                        <a:pt x="321" y="531"/>
                      </a:lnTo>
                      <a:cubicBezTo>
                        <a:pt x="323" y="532"/>
                        <a:pt x="324" y="532"/>
                        <a:pt x="326" y="532"/>
                      </a:cubicBezTo>
                      <a:cubicBezTo>
                        <a:pt x="328" y="532"/>
                        <a:pt x="329" y="532"/>
                        <a:pt x="331" y="531"/>
                      </a:cubicBezTo>
                      <a:lnTo>
                        <a:pt x="331" y="531"/>
                      </a:lnTo>
                      <a:lnTo>
                        <a:pt x="331" y="531"/>
                      </a:lnTo>
                      <a:cubicBezTo>
                        <a:pt x="332" y="530"/>
                        <a:pt x="333" y="529"/>
                        <a:pt x="334" y="527"/>
                      </a:cubicBezTo>
                      <a:cubicBezTo>
                        <a:pt x="335" y="525"/>
                        <a:pt x="336" y="523"/>
                        <a:pt x="336" y="520"/>
                      </a:cubicBezTo>
                      <a:cubicBezTo>
                        <a:pt x="336" y="518"/>
                        <a:pt x="335" y="515"/>
                        <a:pt x="334" y="513"/>
                      </a:cubicBezTo>
                      <a:lnTo>
                        <a:pt x="334" y="513"/>
                      </a:lnTo>
                      <a:cubicBezTo>
                        <a:pt x="331" y="508"/>
                        <a:pt x="330" y="503"/>
                        <a:pt x="330" y="497"/>
                      </a:cubicBezTo>
                      <a:lnTo>
                        <a:pt x="330" y="497"/>
                      </a:lnTo>
                      <a:cubicBezTo>
                        <a:pt x="351" y="509"/>
                        <a:pt x="375" y="517"/>
                        <a:pt x="400" y="521"/>
                      </a:cubicBezTo>
                      <a:lnTo>
                        <a:pt x="400" y="521"/>
                      </a:lnTo>
                      <a:cubicBezTo>
                        <a:pt x="398" y="518"/>
                        <a:pt x="397" y="515"/>
                        <a:pt x="395" y="512"/>
                      </a:cubicBezTo>
                      <a:cubicBezTo>
                        <a:pt x="389" y="501"/>
                        <a:pt x="380" y="491"/>
                        <a:pt x="369" y="483"/>
                      </a:cubicBezTo>
                      <a:lnTo>
                        <a:pt x="394" y="478"/>
                      </a:lnTo>
                      <a:lnTo>
                        <a:pt x="394" y="478"/>
                      </a:lnTo>
                      <a:cubicBezTo>
                        <a:pt x="384" y="463"/>
                        <a:pt x="372" y="449"/>
                        <a:pt x="359" y="437"/>
                      </a:cubicBezTo>
                      <a:lnTo>
                        <a:pt x="359" y="437"/>
                      </a:lnTo>
                      <a:cubicBezTo>
                        <a:pt x="360" y="438"/>
                        <a:pt x="361" y="438"/>
                        <a:pt x="362" y="438"/>
                      </a:cubicBezTo>
                      <a:cubicBezTo>
                        <a:pt x="368" y="438"/>
                        <a:pt x="373" y="436"/>
                        <a:pt x="378" y="433"/>
                      </a:cubicBezTo>
                      <a:cubicBezTo>
                        <a:pt x="380" y="432"/>
                        <a:pt x="382" y="431"/>
                        <a:pt x="384" y="429"/>
                      </a:cubicBezTo>
                      <a:lnTo>
                        <a:pt x="384" y="429"/>
                      </a:lnTo>
                      <a:cubicBezTo>
                        <a:pt x="378" y="425"/>
                        <a:pt x="372" y="421"/>
                        <a:pt x="366" y="418"/>
                      </a:cubicBezTo>
                      <a:cubicBezTo>
                        <a:pt x="337" y="401"/>
                        <a:pt x="304" y="391"/>
                        <a:pt x="270" y="389"/>
                      </a:cubicBezTo>
                      <a:cubicBezTo>
                        <a:pt x="231" y="387"/>
                        <a:pt x="190" y="397"/>
                        <a:pt x="153" y="389"/>
                      </a:cubicBezTo>
                      <a:cubicBezTo>
                        <a:pt x="48" y="367"/>
                        <a:pt x="138" y="206"/>
                        <a:pt x="110" y="120"/>
                      </a:cubicBezTo>
                      <a:cubicBezTo>
                        <a:pt x="96" y="76"/>
                        <a:pt x="60" y="47"/>
                        <a:pt x="49" y="0"/>
                      </a:cubicBezTo>
                      <a:lnTo>
                        <a:pt x="49" y="0"/>
                      </a:lnTo>
                      <a:cubicBezTo>
                        <a:pt x="44" y="11"/>
                        <a:pt x="42" y="23"/>
                        <a:pt x="42" y="35"/>
                      </a:cubicBezTo>
                      <a:cubicBezTo>
                        <a:pt x="42" y="46"/>
                        <a:pt x="44" y="58"/>
                        <a:pt x="49" y="69"/>
                      </a:cubicBezTo>
                      <a:cubicBezTo>
                        <a:pt x="43" y="66"/>
                        <a:pt x="33" y="65"/>
                        <a:pt x="29" y="73"/>
                      </a:cubicBezTo>
                      <a:cubicBezTo>
                        <a:pt x="24" y="84"/>
                        <a:pt x="39" y="93"/>
                        <a:pt x="34" y="105"/>
                      </a:cubicBezTo>
                      <a:cubicBezTo>
                        <a:pt x="29" y="96"/>
                        <a:pt x="15" y="105"/>
                        <a:pt x="12" y="116"/>
                      </a:cubicBezTo>
                      <a:lnTo>
                        <a:pt x="12" y="116"/>
                      </a:lnTo>
                      <a:cubicBezTo>
                        <a:pt x="12" y="118"/>
                        <a:pt x="11" y="120"/>
                        <a:pt x="11" y="122"/>
                      </a:cubicBezTo>
                      <a:cubicBezTo>
                        <a:pt x="11" y="126"/>
                        <a:pt x="12" y="130"/>
                        <a:pt x="15" y="134"/>
                      </a:cubicBezTo>
                      <a:cubicBezTo>
                        <a:pt x="17" y="137"/>
                        <a:pt x="20" y="140"/>
                        <a:pt x="23" y="143"/>
                      </a:cubicBezTo>
                      <a:cubicBezTo>
                        <a:pt x="12" y="147"/>
                        <a:pt x="12" y="168"/>
                        <a:pt x="18" y="178"/>
                      </a:cubicBezTo>
                      <a:cubicBezTo>
                        <a:pt x="25" y="187"/>
                        <a:pt x="36" y="197"/>
                        <a:pt x="33" y="211"/>
                      </a:cubicBezTo>
                      <a:lnTo>
                        <a:pt x="33" y="211"/>
                      </a:lnTo>
                      <a:cubicBezTo>
                        <a:pt x="28" y="209"/>
                        <a:pt x="23" y="208"/>
                        <a:pt x="18" y="208"/>
                      </a:cubicBezTo>
                      <a:cubicBezTo>
                        <a:pt x="13" y="208"/>
                        <a:pt x="7" y="209"/>
                        <a:pt x="2" y="212"/>
                      </a:cubicBezTo>
                      <a:cubicBezTo>
                        <a:pt x="2" y="212"/>
                        <a:pt x="1" y="213"/>
                        <a:pt x="0" y="213"/>
                      </a:cubicBezTo>
                      <a:lnTo>
                        <a:pt x="0" y="213"/>
                      </a:lnTo>
                      <a:cubicBezTo>
                        <a:pt x="11" y="226"/>
                        <a:pt x="23" y="236"/>
                        <a:pt x="37" y="245"/>
                      </a:cubicBezTo>
                      <a:lnTo>
                        <a:pt x="37" y="245"/>
                      </a:lnTo>
                      <a:cubicBezTo>
                        <a:pt x="28" y="246"/>
                        <a:pt x="20" y="249"/>
                        <a:pt x="13" y="253"/>
                      </a:cubicBezTo>
                      <a:cubicBezTo>
                        <a:pt x="13" y="253"/>
                        <a:pt x="12" y="253"/>
                        <a:pt x="12" y="254"/>
                      </a:cubicBezTo>
                      <a:lnTo>
                        <a:pt x="39" y="272"/>
                      </a:lnTo>
                      <a:lnTo>
                        <a:pt x="39" y="272"/>
                      </a:lnTo>
                      <a:cubicBezTo>
                        <a:pt x="33" y="277"/>
                        <a:pt x="28" y="282"/>
                        <a:pt x="24" y="289"/>
                      </a:cubicBezTo>
                      <a:cubicBezTo>
                        <a:pt x="21" y="296"/>
                        <a:pt x="20" y="304"/>
                        <a:pt x="24" y="308"/>
                      </a:cubicBezTo>
                      <a:cubicBezTo>
                        <a:pt x="28" y="311"/>
                        <a:pt x="35" y="311"/>
                        <a:pt x="36" y="316"/>
                      </a:cubicBezTo>
                      <a:lnTo>
                        <a:pt x="36" y="316"/>
                      </a:lnTo>
                      <a:cubicBezTo>
                        <a:pt x="36" y="317"/>
                        <a:pt x="36" y="318"/>
                        <a:pt x="36" y="318"/>
                      </a:cubicBezTo>
                      <a:cubicBezTo>
                        <a:pt x="36" y="321"/>
                        <a:pt x="36" y="323"/>
                        <a:pt x="35" y="325"/>
                      </a:cubicBezTo>
                      <a:cubicBezTo>
                        <a:pt x="28" y="340"/>
                        <a:pt x="42" y="384"/>
                        <a:pt x="44" y="399"/>
                      </a:cubicBezTo>
                      <a:cubicBezTo>
                        <a:pt x="50" y="439"/>
                        <a:pt x="44" y="447"/>
                        <a:pt x="22" y="482"/>
                      </a:cubicBezTo>
                      <a:lnTo>
                        <a:pt x="22" y="482"/>
                      </a:lnTo>
                      <a:cubicBezTo>
                        <a:pt x="22" y="483"/>
                        <a:pt x="21" y="484"/>
                        <a:pt x="21" y="484"/>
                      </a:cubicBezTo>
                      <a:cubicBezTo>
                        <a:pt x="13" y="497"/>
                        <a:pt x="8" y="512"/>
                        <a:pt x="7" y="527"/>
                      </a:cubicBezTo>
                      <a:lnTo>
                        <a:pt x="16" y="522"/>
                      </a:lnTo>
                      <a:lnTo>
                        <a:pt x="16" y="522"/>
                      </a:lnTo>
                      <a:lnTo>
                        <a:pt x="15" y="523"/>
                      </a:lnTo>
                      <a:cubicBezTo>
                        <a:pt x="13" y="527"/>
                        <a:pt x="11" y="533"/>
                        <a:pt x="10" y="538"/>
                      </a:cubicBezTo>
                      <a:cubicBezTo>
                        <a:pt x="10" y="544"/>
                        <a:pt x="13" y="549"/>
                        <a:pt x="17" y="549"/>
                      </a:cubicBezTo>
                      <a:cubicBezTo>
                        <a:pt x="22" y="548"/>
                        <a:pt x="28" y="538"/>
                        <a:pt x="29" y="531"/>
                      </a:cubicBezTo>
                      <a:lnTo>
                        <a:pt x="29" y="531"/>
                      </a:lnTo>
                      <a:cubicBezTo>
                        <a:pt x="29" y="535"/>
                        <a:pt x="28" y="539"/>
                        <a:pt x="28" y="543"/>
                      </a:cubicBezTo>
                      <a:cubicBezTo>
                        <a:pt x="28" y="549"/>
                        <a:pt x="29" y="556"/>
                        <a:pt x="31" y="562"/>
                      </a:cubicBezTo>
                      <a:cubicBezTo>
                        <a:pt x="34" y="570"/>
                        <a:pt x="41" y="577"/>
                        <a:pt x="49" y="573"/>
                      </a:cubicBezTo>
                      <a:cubicBezTo>
                        <a:pt x="57" y="569"/>
                        <a:pt x="58" y="559"/>
                        <a:pt x="60" y="551"/>
                      </a:cubicBezTo>
                      <a:cubicBezTo>
                        <a:pt x="62" y="560"/>
                        <a:pt x="65" y="569"/>
                        <a:pt x="67" y="577"/>
                      </a:cubicBezTo>
                      <a:lnTo>
                        <a:pt x="67" y="577"/>
                      </a:lnTo>
                      <a:cubicBezTo>
                        <a:pt x="68" y="580"/>
                        <a:pt x="70" y="581"/>
                        <a:pt x="70" y="583"/>
                      </a:cubicBezTo>
                      <a:cubicBezTo>
                        <a:pt x="71" y="585"/>
                        <a:pt x="71" y="586"/>
                        <a:pt x="72" y="587"/>
                      </a:cubicBezTo>
                      <a:cubicBezTo>
                        <a:pt x="79" y="592"/>
                        <a:pt x="90" y="583"/>
                        <a:pt x="92" y="573"/>
                      </a:cubicBezTo>
                      <a:lnTo>
                        <a:pt x="92" y="573"/>
                      </a:lnTo>
                      <a:cubicBezTo>
                        <a:pt x="92" y="570"/>
                        <a:pt x="93" y="567"/>
                        <a:pt x="93" y="564"/>
                      </a:cubicBezTo>
                      <a:cubicBezTo>
                        <a:pt x="93" y="557"/>
                        <a:pt x="91" y="551"/>
                        <a:pt x="89" y="545"/>
                      </a:cubicBezTo>
                      <a:lnTo>
                        <a:pt x="89" y="545"/>
                      </a:lnTo>
                      <a:cubicBezTo>
                        <a:pt x="90" y="548"/>
                        <a:pt x="92" y="549"/>
                        <a:pt x="93" y="552"/>
                      </a:cubicBezTo>
                      <a:cubicBezTo>
                        <a:pt x="100" y="562"/>
                        <a:pt x="108" y="572"/>
                        <a:pt x="118" y="578"/>
                      </a:cubicBezTo>
                      <a:cubicBezTo>
                        <a:pt x="124" y="582"/>
                        <a:pt x="131" y="584"/>
                        <a:pt x="138" y="586"/>
                      </a:cubicBezTo>
                      <a:lnTo>
                        <a:pt x="138" y="586"/>
                      </a:lnTo>
                      <a:cubicBezTo>
                        <a:pt x="134" y="573"/>
                        <a:pt x="129" y="561"/>
                        <a:pt x="122" y="550"/>
                      </a:cubicBezTo>
                      <a:cubicBezTo>
                        <a:pt x="119" y="543"/>
                        <a:pt x="114" y="537"/>
                        <a:pt x="110" y="531"/>
                      </a:cubicBezTo>
                      <a:cubicBezTo>
                        <a:pt x="104" y="520"/>
                        <a:pt x="90" y="489"/>
                        <a:pt x="102" y="4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34"/>
                <p:cNvSpPr/>
                <p:nvPr/>
              </p:nvSpPr>
              <p:spPr>
                <a:xfrm>
                  <a:off x="6802680" y="1923693"/>
                  <a:ext cx="105480" cy="79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21" extrusionOk="0">
                      <a:moveTo>
                        <a:pt x="191" y="178"/>
                      </a:moveTo>
                      <a:lnTo>
                        <a:pt x="191" y="178"/>
                      </a:lnTo>
                      <a:cubicBezTo>
                        <a:pt x="192" y="180"/>
                        <a:pt x="193" y="182"/>
                        <a:pt x="194" y="184"/>
                      </a:cubicBezTo>
                      <a:lnTo>
                        <a:pt x="194" y="184"/>
                      </a:lnTo>
                      <a:cubicBezTo>
                        <a:pt x="195" y="188"/>
                        <a:pt x="198" y="192"/>
                        <a:pt x="199" y="195"/>
                      </a:cubicBezTo>
                      <a:cubicBezTo>
                        <a:pt x="206" y="206"/>
                        <a:pt x="214" y="215"/>
                        <a:pt x="224" y="221"/>
                      </a:cubicBezTo>
                      <a:lnTo>
                        <a:pt x="224" y="221"/>
                      </a:lnTo>
                      <a:cubicBezTo>
                        <a:pt x="224" y="216"/>
                        <a:pt x="222" y="211"/>
                        <a:pt x="220" y="207"/>
                      </a:cubicBezTo>
                      <a:cubicBezTo>
                        <a:pt x="220" y="206"/>
                        <a:pt x="219" y="206"/>
                        <a:pt x="219" y="205"/>
                      </a:cubicBezTo>
                      <a:lnTo>
                        <a:pt x="219" y="205"/>
                      </a:lnTo>
                      <a:cubicBezTo>
                        <a:pt x="222" y="208"/>
                        <a:pt x="226" y="211"/>
                        <a:pt x="230" y="213"/>
                      </a:cubicBezTo>
                      <a:cubicBezTo>
                        <a:pt x="230" y="213"/>
                        <a:pt x="231" y="214"/>
                        <a:pt x="232" y="214"/>
                      </a:cubicBezTo>
                      <a:lnTo>
                        <a:pt x="232" y="214"/>
                      </a:lnTo>
                      <a:lnTo>
                        <a:pt x="233" y="214"/>
                      </a:lnTo>
                      <a:lnTo>
                        <a:pt x="234" y="214"/>
                      </a:lnTo>
                      <a:cubicBezTo>
                        <a:pt x="236" y="214"/>
                        <a:pt x="236" y="210"/>
                        <a:pt x="235" y="209"/>
                      </a:cubicBezTo>
                      <a:cubicBezTo>
                        <a:pt x="234" y="207"/>
                        <a:pt x="233" y="206"/>
                        <a:pt x="233" y="204"/>
                      </a:cubicBezTo>
                      <a:lnTo>
                        <a:pt x="233" y="204"/>
                      </a:lnTo>
                      <a:cubicBezTo>
                        <a:pt x="237" y="208"/>
                        <a:pt x="241" y="211"/>
                        <a:pt x="246" y="214"/>
                      </a:cubicBezTo>
                      <a:cubicBezTo>
                        <a:pt x="248" y="215"/>
                        <a:pt x="250" y="216"/>
                        <a:pt x="252" y="217"/>
                      </a:cubicBezTo>
                      <a:cubicBezTo>
                        <a:pt x="254" y="218"/>
                        <a:pt x="257" y="218"/>
                        <a:pt x="258" y="217"/>
                      </a:cubicBezTo>
                      <a:lnTo>
                        <a:pt x="258" y="217"/>
                      </a:lnTo>
                      <a:cubicBezTo>
                        <a:pt x="259" y="216"/>
                        <a:pt x="259" y="215"/>
                        <a:pt x="259" y="215"/>
                      </a:cubicBezTo>
                      <a:cubicBezTo>
                        <a:pt x="259" y="214"/>
                        <a:pt x="259" y="213"/>
                        <a:pt x="258" y="212"/>
                      </a:cubicBezTo>
                      <a:lnTo>
                        <a:pt x="258" y="212"/>
                      </a:lnTo>
                      <a:cubicBezTo>
                        <a:pt x="257" y="211"/>
                        <a:pt x="256" y="209"/>
                        <a:pt x="255" y="207"/>
                      </a:cubicBezTo>
                      <a:cubicBezTo>
                        <a:pt x="252" y="202"/>
                        <a:pt x="249" y="196"/>
                        <a:pt x="245" y="191"/>
                      </a:cubicBezTo>
                      <a:lnTo>
                        <a:pt x="245" y="191"/>
                      </a:lnTo>
                      <a:cubicBezTo>
                        <a:pt x="246" y="192"/>
                        <a:pt x="247" y="192"/>
                        <a:pt x="248" y="193"/>
                      </a:cubicBezTo>
                      <a:cubicBezTo>
                        <a:pt x="252" y="196"/>
                        <a:pt x="258" y="197"/>
                        <a:pt x="263" y="197"/>
                      </a:cubicBezTo>
                      <a:cubicBezTo>
                        <a:pt x="265" y="197"/>
                        <a:pt x="267" y="197"/>
                        <a:pt x="269" y="197"/>
                      </a:cubicBezTo>
                      <a:lnTo>
                        <a:pt x="269" y="197"/>
                      </a:lnTo>
                      <a:cubicBezTo>
                        <a:pt x="269" y="195"/>
                        <a:pt x="268" y="194"/>
                        <a:pt x="268" y="194"/>
                      </a:cubicBezTo>
                      <a:cubicBezTo>
                        <a:pt x="266" y="190"/>
                        <a:pt x="263" y="188"/>
                        <a:pt x="260" y="186"/>
                      </a:cubicBezTo>
                      <a:cubicBezTo>
                        <a:pt x="258" y="185"/>
                        <a:pt x="257" y="184"/>
                        <a:pt x="255" y="184"/>
                      </a:cubicBezTo>
                      <a:lnTo>
                        <a:pt x="255" y="184"/>
                      </a:lnTo>
                      <a:cubicBezTo>
                        <a:pt x="259" y="185"/>
                        <a:pt x="262" y="186"/>
                        <a:pt x="266" y="186"/>
                      </a:cubicBezTo>
                      <a:cubicBezTo>
                        <a:pt x="271" y="186"/>
                        <a:pt x="275" y="185"/>
                        <a:pt x="279" y="183"/>
                      </a:cubicBezTo>
                      <a:cubicBezTo>
                        <a:pt x="281" y="182"/>
                        <a:pt x="281" y="181"/>
                        <a:pt x="282" y="181"/>
                      </a:cubicBezTo>
                      <a:lnTo>
                        <a:pt x="282" y="181"/>
                      </a:lnTo>
                      <a:cubicBezTo>
                        <a:pt x="274" y="176"/>
                        <a:pt x="265" y="173"/>
                        <a:pt x="255" y="172"/>
                      </a:cubicBezTo>
                      <a:lnTo>
                        <a:pt x="267" y="167"/>
                      </a:lnTo>
                      <a:cubicBezTo>
                        <a:pt x="257" y="167"/>
                        <a:pt x="248" y="167"/>
                        <a:pt x="238" y="166"/>
                      </a:cubicBezTo>
                      <a:lnTo>
                        <a:pt x="238" y="166"/>
                      </a:lnTo>
                      <a:cubicBezTo>
                        <a:pt x="228" y="165"/>
                        <a:pt x="219" y="163"/>
                        <a:pt x="210" y="158"/>
                      </a:cubicBezTo>
                      <a:cubicBezTo>
                        <a:pt x="204" y="152"/>
                        <a:pt x="221" y="149"/>
                        <a:pt x="226" y="145"/>
                      </a:cubicBezTo>
                      <a:lnTo>
                        <a:pt x="226" y="145"/>
                      </a:lnTo>
                      <a:cubicBezTo>
                        <a:pt x="223" y="145"/>
                        <a:pt x="221" y="144"/>
                        <a:pt x="219" y="143"/>
                      </a:cubicBezTo>
                      <a:cubicBezTo>
                        <a:pt x="217" y="141"/>
                        <a:pt x="215" y="140"/>
                        <a:pt x="213" y="138"/>
                      </a:cubicBezTo>
                      <a:cubicBezTo>
                        <a:pt x="216" y="140"/>
                        <a:pt x="233" y="132"/>
                        <a:pt x="235" y="131"/>
                      </a:cubicBezTo>
                      <a:cubicBezTo>
                        <a:pt x="237" y="129"/>
                        <a:pt x="237" y="129"/>
                        <a:pt x="237" y="128"/>
                      </a:cubicBezTo>
                      <a:lnTo>
                        <a:pt x="237" y="128"/>
                      </a:lnTo>
                      <a:lnTo>
                        <a:pt x="237" y="127"/>
                      </a:lnTo>
                      <a:cubicBezTo>
                        <a:pt x="236" y="127"/>
                        <a:pt x="236" y="126"/>
                        <a:pt x="235" y="126"/>
                      </a:cubicBezTo>
                      <a:lnTo>
                        <a:pt x="235" y="126"/>
                      </a:lnTo>
                      <a:lnTo>
                        <a:pt x="235" y="126"/>
                      </a:lnTo>
                      <a:cubicBezTo>
                        <a:pt x="235" y="126"/>
                        <a:pt x="234" y="125"/>
                        <a:pt x="233" y="125"/>
                      </a:cubicBezTo>
                      <a:cubicBezTo>
                        <a:pt x="230" y="123"/>
                        <a:pt x="227" y="122"/>
                        <a:pt x="223" y="121"/>
                      </a:cubicBezTo>
                      <a:lnTo>
                        <a:pt x="223" y="121"/>
                      </a:lnTo>
                      <a:cubicBezTo>
                        <a:pt x="229" y="119"/>
                        <a:pt x="234" y="117"/>
                        <a:pt x="238" y="115"/>
                      </a:cubicBezTo>
                      <a:cubicBezTo>
                        <a:pt x="244" y="112"/>
                        <a:pt x="249" y="107"/>
                        <a:pt x="253" y="102"/>
                      </a:cubicBezTo>
                      <a:lnTo>
                        <a:pt x="253" y="102"/>
                      </a:lnTo>
                      <a:cubicBezTo>
                        <a:pt x="252" y="102"/>
                        <a:pt x="251" y="102"/>
                        <a:pt x="250" y="102"/>
                      </a:cubicBezTo>
                      <a:cubicBezTo>
                        <a:pt x="247" y="102"/>
                        <a:pt x="244" y="103"/>
                        <a:pt x="241" y="103"/>
                      </a:cubicBezTo>
                      <a:cubicBezTo>
                        <a:pt x="247" y="102"/>
                        <a:pt x="279" y="87"/>
                        <a:pt x="267" y="80"/>
                      </a:cubicBezTo>
                      <a:lnTo>
                        <a:pt x="267" y="80"/>
                      </a:lnTo>
                      <a:cubicBezTo>
                        <a:pt x="265" y="79"/>
                        <a:pt x="262" y="78"/>
                        <a:pt x="260" y="78"/>
                      </a:cubicBezTo>
                      <a:cubicBezTo>
                        <a:pt x="259" y="78"/>
                        <a:pt x="259" y="78"/>
                        <a:pt x="259" y="78"/>
                      </a:cubicBezTo>
                      <a:lnTo>
                        <a:pt x="281" y="67"/>
                      </a:lnTo>
                      <a:lnTo>
                        <a:pt x="281" y="67"/>
                      </a:lnTo>
                      <a:cubicBezTo>
                        <a:pt x="282" y="67"/>
                        <a:pt x="282" y="67"/>
                        <a:pt x="282" y="67"/>
                      </a:cubicBezTo>
                      <a:cubicBezTo>
                        <a:pt x="283" y="66"/>
                        <a:pt x="284" y="66"/>
                        <a:pt x="284" y="65"/>
                      </a:cubicBezTo>
                      <a:lnTo>
                        <a:pt x="284" y="65"/>
                      </a:lnTo>
                      <a:cubicBezTo>
                        <a:pt x="285" y="65"/>
                        <a:pt x="285" y="64"/>
                        <a:pt x="285" y="63"/>
                      </a:cubicBezTo>
                      <a:cubicBezTo>
                        <a:pt x="285" y="62"/>
                        <a:pt x="285" y="61"/>
                        <a:pt x="284" y="60"/>
                      </a:cubicBezTo>
                      <a:cubicBezTo>
                        <a:pt x="284" y="60"/>
                        <a:pt x="283" y="60"/>
                        <a:pt x="282" y="59"/>
                      </a:cubicBezTo>
                      <a:cubicBezTo>
                        <a:pt x="282" y="58"/>
                        <a:pt x="282" y="58"/>
                        <a:pt x="281" y="58"/>
                      </a:cubicBezTo>
                      <a:lnTo>
                        <a:pt x="281" y="58"/>
                      </a:lnTo>
                      <a:cubicBezTo>
                        <a:pt x="280" y="58"/>
                        <a:pt x="279" y="58"/>
                        <a:pt x="277" y="58"/>
                      </a:cubicBezTo>
                      <a:cubicBezTo>
                        <a:pt x="276" y="58"/>
                        <a:pt x="274" y="58"/>
                        <a:pt x="273" y="58"/>
                      </a:cubicBezTo>
                      <a:lnTo>
                        <a:pt x="273" y="58"/>
                      </a:lnTo>
                      <a:cubicBezTo>
                        <a:pt x="274" y="58"/>
                        <a:pt x="275" y="57"/>
                        <a:pt x="277" y="56"/>
                      </a:cubicBezTo>
                      <a:cubicBezTo>
                        <a:pt x="283" y="52"/>
                        <a:pt x="289" y="47"/>
                        <a:pt x="293" y="42"/>
                      </a:cubicBezTo>
                      <a:lnTo>
                        <a:pt x="293" y="42"/>
                      </a:lnTo>
                      <a:cubicBezTo>
                        <a:pt x="289" y="41"/>
                        <a:pt x="285" y="40"/>
                        <a:pt x="281" y="40"/>
                      </a:cubicBezTo>
                      <a:cubicBezTo>
                        <a:pt x="279" y="40"/>
                        <a:pt x="277" y="40"/>
                        <a:pt x="274" y="41"/>
                      </a:cubicBezTo>
                      <a:lnTo>
                        <a:pt x="274" y="41"/>
                      </a:lnTo>
                      <a:cubicBezTo>
                        <a:pt x="280" y="37"/>
                        <a:pt x="285" y="32"/>
                        <a:pt x="288" y="26"/>
                      </a:cubicBezTo>
                      <a:cubicBezTo>
                        <a:pt x="291" y="22"/>
                        <a:pt x="292" y="18"/>
                        <a:pt x="293" y="14"/>
                      </a:cubicBezTo>
                      <a:lnTo>
                        <a:pt x="293" y="14"/>
                      </a:lnTo>
                      <a:cubicBezTo>
                        <a:pt x="291" y="15"/>
                        <a:pt x="289" y="16"/>
                        <a:pt x="287" y="17"/>
                      </a:cubicBezTo>
                      <a:cubicBezTo>
                        <a:pt x="283" y="20"/>
                        <a:pt x="278" y="22"/>
                        <a:pt x="272" y="25"/>
                      </a:cubicBezTo>
                      <a:lnTo>
                        <a:pt x="272" y="25"/>
                      </a:lnTo>
                      <a:cubicBezTo>
                        <a:pt x="278" y="18"/>
                        <a:pt x="284" y="11"/>
                        <a:pt x="288" y="4"/>
                      </a:cubicBezTo>
                      <a:cubicBezTo>
                        <a:pt x="289" y="3"/>
                        <a:pt x="289" y="2"/>
                        <a:pt x="290" y="0"/>
                      </a:cubicBezTo>
                      <a:lnTo>
                        <a:pt x="290" y="0"/>
                      </a:lnTo>
                      <a:cubicBezTo>
                        <a:pt x="286" y="2"/>
                        <a:pt x="282" y="5"/>
                        <a:pt x="278" y="7"/>
                      </a:cubicBezTo>
                      <a:cubicBezTo>
                        <a:pt x="261" y="17"/>
                        <a:pt x="245" y="28"/>
                        <a:pt x="231" y="42"/>
                      </a:cubicBezTo>
                      <a:lnTo>
                        <a:pt x="231" y="42"/>
                      </a:lnTo>
                      <a:cubicBezTo>
                        <a:pt x="225" y="47"/>
                        <a:pt x="219" y="53"/>
                        <a:pt x="214" y="59"/>
                      </a:cubicBezTo>
                      <a:lnTo>
                        <a:pt x="214" y="59"/>
                      </a:lnTo>
                      <a:cubicBezTo>
                        <a:pt x="212" y="62"/>
                        <a:pt x="210" y="65"/>
                        <a:pt x="208" y="68"/>
                      </a:cubicBezTo>
                      <a:cubicBezTo>
                        <a:pt x="202" y="79"/>
                        <a:pt x="198" y="90"/>
                        <a:pt x="195" y="101"/>
                      </a:cubicBezTo>
                      <a:cubicBezTo>
                        <a:pt x="191" y="113"/>
                        <a:pt x="193" y="130"/>
                        <a:pt x="181" y="136"/>
                      </a:cubicBezTo>
                      <a:lnTo>
                        <a:pt x="181" y="136"/>
                      </a:lnTo>
                      <a:cubicBezTo>
                        <a:pt x="178" y="137"/>
                        <a:pt x="175" y="138"/>
                        <a:pt x="171" y="138"/>
                      </a:cubicBezTo>
                      <a:cubicBezTo>
                        <a:pt x="167" y="138"/>
                        <a:pt x="163" y="137"/>
                        <a:pt x="159" y="135"/>
                      </a:cubicBezTo>
                      <a:cubicBezTo>
                        <a:pt x="135" y="127"/>
                        <a:pt x="111" y="108"/>
                        <a:pt x="85" y="109"/>
                      </a:cubicBezTo>
                      <a:cubicBezTo>
                        <a:pt x="60" y="110"/>
                        <a:pt x="32" y="110"/>
                        <a:pt x="5" y="113"/>
                      </a:cubicBezTo>
                      <a:cubicBezTo>
                        <a:pt x="3" y="113"/>
                        <a:pt x="0" y="115"/>
                        <a:pt x="0" y="117"/>
                      </a:cubicBezTo>
                      <a:lnTo>
                        <a:pt x="0" y="117"/>
                      </a:lnTo>
                      <a:cubicBezTo>
                        <a:pt x="0" y="117"/>
                        <a:pt x="1" y="117"/>
                        <a:pt x="1" y="118"/>
                      </a:cubicBezTo>
                      <a:lnTo>
                        <a:pt x="2" y="119"/>
                      </a:lnTo>
                      <a:lnTo>
                        <a:pt x="2" y="119"/>
                      </a:lnTo>
                      <a:cubicBezTo>
                        <a:pt x="3" y="120"/>
                        <a:pt x="5" y="121"/>
                        <a:pt x="6" y="122"/>
                      </a:cubicBezTo>
                      <a:cubicBezTo>
                        <a:pt x="10" y="124"/>
                        <a:pt x="15" y="126"/>
                        <a:pt x="19" y="126"/>
                      </a:cubicBezTo>
                      <a:cubicBezTo>
                        <a:pt x="25" y="127"/>
                        <a:pt x="32" y="127"/>
                        <a:pt x="38" y="129"/>
                      </a:cubicBezTo>
                      <a:lnTo>
                        <a:pt x="17" y="137"/>
                      </a:lnTo>
                      <a:lnTo>
                        <a:pt x="16" y="138"/>
                      </a:lnTo>
                      <a:lnTo>
                        <a:pt x="16" y="138"/>
                      </a:lnTo>
                      <a:lnTo>
                        <a:pt x="16" y="138"/>
                      </a:lnTo>
                      <a:cubicBezTo>
                        <a:pt x="22" y="140"/>
                        <a:pt x="28" y="141"/>
                        <a:pt x="34" y="141"/>
                      </a:cubicBezTo>
                      <a:cubicBezTo>
                        <a:pt x="35" y="141"/>
                        <a:pt x="37" y="141"/>
                        <a:pt x="38" y="141"/>
                      </a:cubicBezTo>
                      <a:cubicBezTo>
                        <a:pt x="43" y="141"/>
                        <a:pt x="47" y="139"/>
                        <a:pt x="51" y="143"/>
                      </a:cubicBezTo>
                      <a:cubicBezTo>
                        <a:pt x="46" y="147"/>
                        <a:pt x="39" y="149"/>
                        <a:pt x="33" y="152"/>
                      </a:cubicBezTo>
                      <a:lnTo>
                        <a:pt x="33" y="152"/>
                      </a:lnTo>
                      <a:lnTo>
                        <a:pt x="33" y="152"/>
                      </a:lnTo>
                      <a:lnTo>
                        <a:pt x="32" y="153"/>
                      </a:lnTo>
                      <a:lnTo>
                        <a:pt x="32" y="154"/>
                      </a:lnTo>
                      <a:cubicBezTo>
                        <a:pt x="32" y="155"/>
                        <a:pt x="32" y="156"/>
                        <a:pt x="33" y="156"/>
                      </a:cubicBezTo>
                      <a:lnTo>
                        <a:pt x="33" y="156"/>
                      </a:lnTo>
                      <a:lnTo>
                        <a:pt x="34" y="156"/>
                      </a:lnTo>
                      <a:cubicBezTo>
                        <a:pt x="36" y="158"/>
                        <a:pt x="40" y="159"/>
                        <a:pt x="43" y="159"/>
                      </a:cubicBezTo>
                      <a:cubicBezTo>
                        <a:pt x="44" y="159"/>
                        <a:pt x="46" y="159"/>
                        <a:pt x="47" y="159"/>
                      </a:cubicBezTo>
                      <a:lnTo>
                        <a:pt x="47" y="159"/>
                      </a:lnTo>
                      <a:cubicBezTo>
                        <a:pt x="54" y="158"/>
                        <a:pt x="61" y="156"/>
                        <a:pt x="68" y="154"/>
                      </a:cubicBezTo>
                      <a:cubicBezTo>
                        <a:pt x="71" y="152"/>
                        <a:pt x="82" y="149"/>
                        <a:pt x="84" y="146"/>
                      </a:cubicBezTo>
                      <a:lnTo>
                        <a:pt x="75" y="165"/>
                      </a:lnTo>
                      <a:lnTo>
                        <a:pt x="75" y="165"/>
                      </a:lnTo>
                      <a:cubicBezTo>
                        <a:pt x="81" y="165"/>
                        <a:pt x="86" y="163"/>
                        <a:pt x="91" y="161"/>
                      </a:cubicBezTo>
                      <a:cubicBezTo>
                        <a:pt x="93" y="160"/>
                        <a:pt x="95" y="158"/>
                        <a:pt x="97" y="156"/>
                      </a:cubicBezTo>
                      <a:lnTo>
                        <a:pt x="95" y="168"/>
                      </a:lnTo>
                      <a:lnTo>
                        <a:pt x="95" y="168"/>
                      </a:lnTo>
                      <a:cubicBezTo>
                        <a:pt x="94" y="169"/>
                        <a:pt x="94" y="169"/>
                        <a:pt x="94" y="170"/>
                      </a:cubicBezTo>
                      <a:cubicBezTo>
                        <a:pt x="94" y="171"/>
                        <a:pt x="94" y="172"/>
                        <a:pt x="95" y="173"/>
                      </a:cubicBezTo>
                      <a:cubicBezTo>
                        <a:pt x="97" y="176"/>
                        <a:pt x="102" y="174"/>
                        <a:pt x="104" y="171"/>
                      </a:cubicBezTo>
                      <a:cubicBezTo>
                        <a:pt x="106" y="167"/>
                        <a:pt x="108" y="163"/>
                        <a:pt x="111" y="161"/>
                      </a:cubicBezTo>
                      <a:lnTo>
                        <a:pt x="111" y="161"/>
                      </a:lnTo>
                      <a:cubicBezTo>
                        <a:pt x="111" y="162"/>
                        <a:pt x="111" y="163"/>
                        <a:pt x="111" y="165"/>
                      </a:cubicBezTo>
                      <a:cubicBezTo>
                        <a:pt x="111" y="166"/>
                        <a:pt x="111" y="167"/>
                        <a:pt x="111" y="168"/>
                      </a:cubicBezTo>
                      <a:cubicBezTo>
                        <a:pt x="111" y="170"/>
                        <a:pt x="113" y="173"/>
                        <a:pt x="116" y="173"/>
                      </a:cubicBezTo>
                      <a:lnTo>
                        <a:pt x="116" y="173"/>
                      </a:lnTo>
                      <a:cubicBezTo>
                        <a:pt x="116" y="172"/>
                        <a:pt x="116" y="172"/>
                        <a:pt x="116" y="172"/>
                      </a:cubicBezTo>
                      <a:cubicBezTo>
                        <a:pt x="117" y="172"/>
                        <a:pt x="117" y="171"/>
                        <a:pt x="118" y="171"/>
                      </a:cubicBezTo>
                      <a:lnTo>
                        <a:pt x="126" y="160"/>
                      </a:lnTo>
                      <a:cubicBezTo>
                        <a:pt x="126" y="161"/>
                        <a:pt x="137" y="172"/>
                        <a:pt x="138" y="173"/>
                      </a:cubicBezTo>
                      <a:lnTo>
                        <a:pt x="138" y="173"/>
                      </a:lnTo>
                      <a:cubicBezTo>
                        <a:pt x="139" y="173"/>
                        <a:pt x="139" y="173"/>
                        <a:pt x="139" y="173"/>
                      </a:cubicBezTo>
                      <a:cubicBezTo>
                        <a:pt x="140" y="174"/>
                        <a:pt x="141" y="174"/>
                        <a:pt x="142" y="174"/>
                      </a:cubicBezTo>
                      <a:lnTo>
                        <a:pt x="142" y="174"/>
                      </a:lnTo>
                      <a:lnTo>
                        <a:pt x="143" y="174"/>
                      </a:lnTo>
                      <a:cubicBezTo>
                        <a:pt x="144" y="173"/>
                        <a:pt x="144" y="173"/>
                        <a:pt x="145" y="172"/>
                      </a:cubicBezTo>
                      <a:cubicBezTo>
                        <a:pt x="145" y="172"/>
                        <a:pt x="145" y="171"/>
                        <a:pt x="145" y="170"/>
                      </a:cubicBezTo>
                      <a:lnTo>
                        <a:pt x="145" y="169"/>
                      </a:lnTo>
                      <a:lnTo>
                        <a:pt x="145" y="169"/>
                      </a:lnTo>
                      <a:cubicBezTo>
                        <a:pt x="145" y="168"/>
                        <a:pt x="145" y="167"/>
                        <a:pt x="144" y="166"/>
                      </a:cubicBezTo>
                      <a:cubicBezTo>
                        <a:pt x="143" y="165"/>
                        <a:pt x="143" y="164"/>
                        <a:pt x="142" y="163"/>
                      </a:cubicBezTo>
                      <a:lnTo>
                        <a:pt x="142" y="163"/>
                      </a:lnTo>
                      <a:lnTo>
                        <a:pt x="143" y="164"/>
                      </a:lnTo>
                      <a:cubicBezTo>
                        <a:pt x="149" y="167"/>
                        <a:pt x="156" y="170"/>
                        <a:pt x="163" y="171"/>
                      </a:cubicBezTo>
                      <a:lnTo>
                        <a:pt x="163" y="171"/>
                      </a:lnTo>
                      <a:lnTo>
                        <a:pt x="162" y="170"/>
                      </a:lnTo>
                      <a:cubicBezTo>
                        <a:pt x="161" y="168"/>
                        <a:pt x="159" y="166"/>
                        <a:pt x="157" y="165"/>
                      </a:cubicBezTo>
                      <a:lnTo>
                        <a:pt x="156" y="164"/>
                      </a:lnTo>
                      <a:lnTo>
                        <a:pt x="171" y="169"/>
                      </a:lnTo>
                      <a:cubicBezTo>
                        <a:pt x="172" y="169"/>
                        <a:pt x="173" y="169"/>
                        <a:pt x="174" y="169"/>
                      </a:cubicBezTo>
                      <a:cubicBezTo>
                        <a:pt x="174" y="169"/>
                        <a:pt x="174" y="166"/>
                        <a:pt x="172" y="167"/>
                      </a:cubicBezTo>
                      <a:cubicBezTo>
                        <a:pt x="178" y="172"/>
                        <a:pt x="186" y="172"/>
                        <a:pt x="190" y="177"/>
                      </a:cubicBezTo>
                      <a:lnTo>
                        <a:pt x="191" y="17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34550" rIns="90000" bIns="345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6" name="Google Shape;556;p34"/>
                <p:cNvSpPr/>
                <p:nvPr/>
              </p:nvSpPr>
              <p:spPr>
                <a:xfrm>
                  <a:off x="6970440" y="2126733"/>
                  <a:ext cx="175320" cy="13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73" extrusionOk="0">
                      <a:moveTo>
                        <a:pt x="384" y="41"/>
                      </a:moveTo>
                      <a:cubicBezTo>
                        <a:pt x="419" y="52"/>
                        <a:pt x="451" y="74"/>
                        <a:pt x="487" y="77"/>
                      </a:cubicBezTo>
                      <a:lnTo>
                        <a:pt x="487" y="77"/>
                      </a:lnTo>
                      <a:cubicBezTo>
                        <a:pt x="485" y="78"/>
                        <a:pt x="484" y="79"/>
                        <a:pt x="482" y="80"/>
                      </a:cubicBezTo>
                      <a:cubicBezTo>
                        <a:pt x="471" y="87"/>
                        <a:pt x="459" y="90"/>
                        <a:pt x="447" y="90"/>
                      </a:cubicBezTo>
                      <a:cubicBezTo>
                        <a:pt x="442" y="90"/>
                        <a:pt x="437" y="89"/>
                        <a:pt x="433" y="88"/>
                      </a:cubicBezTo>
                      <a:lnTo>
                        <a:pt x="474" y="124"/>
                      </a:lnTo>
                      <a:lnTo>
                        <a:pt x="474" y="124"/>
                      </a:lnTo>
                      <a:lnTo>
                        <a:pt x="473" y="124"/>
                      </a:lnTo>
                      <a:cubicBezTo>
                        <a:pt x="447" y="124"/>
                        <a:pt x="422" y="118"/>
                        <a:pt x="399" y="106"/>
                      </a:cubicBezTo>
                      <a:lnTo>
                        <a:pt x="399" y="106"/>
                      </a:lnTo>
                      <a:cubicBezTo>
                        <a:pt x="412" y="118"/>
                        <a:pt x="422" y="131"/>
                        <a:pt x="431" y="146"/>
                      </a:cubicBezTo>
                      <a:cubicBezTo>
                        <a:pt x="432" y="148"/>
                        <a:pt x="433" y="149"/>
                        <a:pt x="433" y="150"/>
                      </a:cubicBezTo>
                      <a:lnTo>
                        <a:pt x="433" y="150"/>
                      </a:lnTo>
                      <a:cubicBezTo>
                        <a:pt x="432" y="150"/>
                        <a:pt x="431" y="150"/>
                        <a:pt x="429" y="150"/>
                      </a:cubicBezTo>
                      <a:cubicBezTo>
                        <a:pt x="409" y="150"/>
                        <a:pt x="389" y="145"/>
                        <a:pt x="372" y="135"/>
                      </a:cubicBezTo>
                      <a:cubicBezTo>
                        <a:pt x="368" y="133"/>
                        <a:pt x="365" y="131"/>
                        <a:pt x="361" y="128"/>
                      </a:cubicBezTo>
                      <a:lnTo>
                        <a:pt x="361" y="128"/>
                      </a:lnTo>
                      <a:cubicBezTo>
                        <a:pt x="365" y="131"/>
                        <a:pt x="368" y="135"/>
                        <a:pt x="370" y="139"/>
                      </a:cubicBezTo>
                      <a:cubicBezTo>
                        <a:pt x="374" y="146"/>
                        <a:pt x="376" y="154"/>
                        <a:pt x="376" y="162"/>
                      </a:cubicBezTo>
                      <a:lnTo>
                        <a:pt x="376" y="162"/>
                      </a:lnTo>
                      <a:lnTo>
                        <a:pt x="376" y="162"/>
                      </a:lnTo>
                      <a:cubicBezTo>
                        <a:pt x="369" y="160"/>
                        <a:pt x="362" y="157"/>
                        <a:pt x="356" y="153"/>
                      </a:cubicBezTo>
                      <a:cubicBezTo>
                        <a:pt x="347" y="148"/>
                        <a:pt x="338" y="141"/>
                        <a:pt x="331" y="133"/>
                      </a:cubicBezTo>
                      <a:cubicBezTo>
                        <a:pt x="341" y="135"/>
                        <a:pt x="337" y="152"/>
                        <a:pt x="327" y="153"/>
                      </a:cubicBezTo>
                      <a:cubicBezTo>
                        <a:pt x="318" y="154"/>
                        <a:pt x="309" y="146"/>
                        <a:pt x="301" y="139"/>
                      </a:cubicBezTo>
                      <a:lnTo>
                        <a:pt x="307" y="168"/>
                      </a:lnTo>
                      <a:lnTo>
                        <a:pt x="274" y="156"/>
                      </a:lnTo>
                      <a:lnTo>
                        <a:pt x="274" y="156"/>
                      </a:lnTo>
                      <a:cubicBezTo>
                        <a:pt x="276" y="160"/>
                        <a:pt x="277" y="164"/>
                        <a:pt x="277" y="169"/>
                      </a:cubicBezTo>
                      <a:cubicBezTo>
                        <a:pt x="277" y="171"/>
                        <a:pt x="277" y="173"/>
                        <a:pt x="277" y="175"/>
                      </a:cubicBezTo>
                      <a:lnTo>
                        <a:pt x="251" y="169"/>
                      </a:lnTo>
                      <a:lnTo>
                        <a:pt x="251" y="169"/>
                      </a:lnTo>
                      <a:cubicBezTo>
                        <a:pt x="249" y="174"/>
                        <a:pt x="248" y="179"/>
                        <a:pt x="248" y="185"/>
                      </a:cubicBezTo>
                      <a:cubicBezTo>
                        <a:pt x="248" y="191"/>
                        <a:pt x="249" y="197"/>
                        <a:pt x="252" y="202"/>
                      </a:cubicBezTo>
                      <a:cubicBezTo>
                        <a:pt x="255" y="207"/>
                        <a:pt x="259" y="211"/>
                        <a:pt x="263" y="214"/>
                      </a:cubicBezTo>
                      <a:lnTo>
                        <a:pt x="263" y="214"/>
                      </a:lnTo>
                      <a:cubicBezTo>
                        <a:pt x="264" y="215"/>
                        <a:pt x="266" y="215"/>
                        <a:pt x="267" y="216"/>
                      </a:cubicBezTo>
                      <a:cubicBezTo>
                        <a:pt x="280" y="224"/>
                        <a:pt x="295" y="229"/>
                        <a:pt x="310" y="233"/>
                      </a:cubicBezTo>
                      <a:lnTo>
                        <a:pt x="310" y="233"/>
                      </a:lnTo>
                      <a:cubicBezTo>
                        <a:pt x="324" y="237"/>
                        <a:pt x="338" y="244"/>
                        <a:pt x="351" y="251"/>
                      </a:cubicBezTo>
                      <a:cubicBezTo>
                        <a:pt x="369" y="261"/>
                        <a:pt x="385" y="274"/>
                        <a:pt x="399" y="288"/>
                      </a:cubicBezTo>
                      <a:lnTo>
                        <a:pt x="345" y="270"/>
                      </a:lnTo>
                      <a:lnTo>
                        <a:pt x="380" y="315"/>
                      </a:lnTo>
                      <a:lnTo>
                        <a:pt x="327" y="301"/>
                      </a:lnTo>
                      <a:lnTo>
                        <a:pt x="327" y="301"/>
                      </a:lnTo>
                      <a:cubicBezTo>
                        <a:pt x="341" y="318"/>
                        <a:pt x="355" y="335"/>
                        <a:pt x="365" y="354"/>
                      </a:cubicBezTo>
                      <a:cubicBezTo>
                        <a:pt x="369" y="360"/>
                        <a:pt x="372" y="367"/>
                        <a:pt x="375" y="373"/>
                      </a:cubicBezTo>
                      <a:lnTo>
                        <a:pt x="375" y="373"/>
                      </a:lnTo>
                      <a:cubicBezTo>
                        <a:pt x="361" y="368"/>
                        <a:pt x="349" y="361"/>
                        <a:pt x="335" y="354"/>
                      </a:cubicBezTo>
                      <a:cubicBezTo>
                        <a:pt x="296" y="331"/>
                        <a:pt x="263" y="299"/>
                        <a:pt x="240" y="260"/>
                      </a:cubicBezTo>
                      <a:lnTo>
                        <a:pt x="240" y="260"/>
                      </a:lnTo>
                      <a:cubicBezTo>
                        <a:pt x="243" y="263"/>
                        <a:pt x="246" y="267"/>
                        <a:pt x="248" y="271"/>
                      </a:cubicBezTo>
                      <a:cubicBezTo>
                        <a:pt x="252" y="278"/>
                        <a:pt x="254" y="286"/>
                        <a:pt x="254" y="294"/>
                      </a:cubicBezTo>
                      <a:cubicBezTo>
                        <a:pt x="254" y="295"/>
                        <a:pt x="254" y="297"/>
                        <a:pt x="254" y="298"/>
                      </a:cubicBezTo>
                      <a:lnTo>
                        <a:pt x="254" y="298"/>
                      </a:lnTo>
                      <a:cubicBezTo>
                        <a:pt x="242" y="289"/>
                        <a:pt x="233" y="277"/>
                        <a:pt x="224" y="264"/>
                      </a:cubicBezTo>
                      <a:cubicBezTo>
                        <a:pt x="224" y="263"/>
                        <a:pt x="222" y="261"/>
                        <a:pt x="222" y="260"/>
                      </a:cubicBezTo>
                      <a:lnTo>
                        <a:pt x="222" y="260"/>
                      </a:lnTo>
                      <a:cubicBezTo>
                        <a:pt x="221" y="258"/>
                        <a:pt x="220" y="256"/>
                        <a:pt x="218" y="254"/>
                      </a:cubicBezTo>
                      <a:cubicBezTo>
                        <a:pt x="216" y="250"/>
                        <a:pt x="214" y="247"/>
                        <a:pt x="212" y="245"/>
                      </a:cubicBezTo>
                      <a:lnTo>
                        <a:pt x="212" y="245"/>
                      </a:lnTo>
                      <a:cubicBezTo>
                        <a:pt x="210" y="243"/>
                        <a:pt x="208" y="241"/>
                        <a:pt x="205" y="240"/>
                      </a:cubicBezTo>
                      <a:cubicBezTo>
                        <a:pt x="201" y="237"/>
                        <a:pt x="196" y="235"/>
                        <a:pt x="190" y="234"/>
                      </a:cubicBezTo>
                      <a:cubicBezTo>
                        <a:pt x="147" y="222"/>
                        <a:pt x="100" y="195"/>
                        <a:pt x="81" y="152"/>
                      </a:cubicBezTo>
                      <a:cubicBezTo>
                        <a:pt x="71" y="131"/>
                        <a:pt x="74" y="107"/>
                        <a:pt x="66" y="86"/>
                      </a:cubicBezTo>
                      <a:lnTo>
                        <a:pt x="66" y="86"/>
                      </a:lnTo>
                      <a:cubicBezTo>
                        <a:pt x="64" y="82"/>
                        <a:pt x="62" y="78"/>
                        <a:pt x="60" y="74"/>
                      </a:cubicBezTo>
                      <a:cubicBezTo>
                        <a:pt x="51" y="59"/>
                        <a:pt x="40" y="44"/>
                        <a:pt x="28" y="32"/>
                      </a:cubicBezTo>
                      <a:lnTo>
                        <a:pt x="28" y="32"/>
                      </a:lnTo>
                      <a:cubicBezTo>
                        <a:pt x="24" y="25"/>
                        <a:pt x="19" y="19"/>
                        <a:pt x="12" y="15"/>
                      </a:cubicBezTo>
                      <a:cubicBezTo>
                        <a:pt x="8" y="13"/>
                        <a:pt x="4" y="11"/>
                        <a:pt x="0" y="10"/>
                      </a:cubicBezTo>
                      <a:cubicBezTo>
                        <a:pt x="0" y="4"/>
                        <a:pt x="7" y="0"/>
                        <a:pt x="14" y="0"/>
                      </a:cubicBezTo>
                      <a:lnTo>
                        <a:pt x="14" y="0"/>
                      </a:lnTo>
                      <a:cubicBezTo>
                        <a:pt x="20" y="2"/>
                        <a:pt x="27" y="3"/>
                        <a:pt x="33" y="4"/>
                      </a:cubicBezTo>
                      <a:lnTo>
                        <a:pt x="33" y="4"/>
                      </a:lnTo>
                      <a:cubicBezTo>
                        <a:pt x="38" y="3"/>
                        <a:pt x="42" y="1"/>
                        <a:pt x="46" y="0"/>
                      </a:cubicBezTo>
                      <a:lnTo>
                        <a:pt x="46" y="0"/>
                      </a:lnTo>
                      <a:cubicBezTo>
                        <a:pt x="47" y="0"/>
                        <a:pt x="49" y="0"/>
                        <a:pt x="50" y="0"/>
                      </a:cubicBezTo>
                      <a:cubicBezTo>
                        <a:pt x="58" y="0"/>
                        <a:pt x="66" y="2"/>
                        <a:pt x="73" y="6"/>
                      </a:cubicBezTo>
                      <a:cubicBezTo>
                        <a:pt x="77" y="8"/>
                        <a:pt x="80" y="11"/>
                        <a:pt x="83" y="13"/>
                      </a:cubicBezTo>
                      <a:cubicBezTo>
                        <a:pt x="107" y="33"/>
                        <a:pt x="139" y="80"/>
                        <a:pt x="171" y="86"/>
                      </a:cubicBezTo>
                      <a:cubicBezTo>
                        <a:pt x="195" y="90"/>
                        <a:pt x="226" y="67"/>
                        <a:pt x="246" y="56"/>
                      </a:cubicBezTo>
                      <a:lnTo>
                        <a:pt x="246" y="56"/>
                      </a:lnTo>
                      <a:cubicBezTo>
                        <a:pt x="272" y="41"/>
                        <a:pt x="302" y="34"/>
                        <a:pt x="333" y="34"/>
                      </a:cubicBezTo>
                      <a:cubicBezTo>
                        <a:pt x="350" y="34"/>
                        <a:pt x="367" y="36"/>
                        <a:pt x="384" y="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"/>
          <p:cNvSpPr txBox="1">
            <a:spLocks noGrp="1"/>
          </p:cNvSpPr>
          <p:nvPr>
            <p:ph type="title"/>
          </p:nvPr>
        </p:nvSpPr>
        <p:spPr>
          <a:xfrm>
            <a:off x="122100" y="432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 &amp; Solution </a:t>
            </a:r>
            <a:endParaRPr dirty="0"/>
          </a:p>
        </p:txBody>
      </p:sp>
      <p:sp>
        <p:nvSpPr>
          <p:cNvPr id="665" name="Google Shape;665;p38"/>
          <p:cNvSpPr txBox="1">
            <a:spLocks noGrp="1"/>
          </p:cNvSpPr>
          <p:nvPr>
            <p:ph type="subTitle" idx="1"/>
          </p:nvPr>
        </p:nvSpPr>
        <p:spPr>
          <a:xfrm>
            <a:off x="572550" y="1005525"/>
            <a:ext cx="7106100" cy="35744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Refugees and asylum seekers coming to Germany and the EU face language barriers, complex asylum procedures, and lack of reliable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Official information is scattered across multiple websites, often outdated or hard to understand.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Many depend on unverified sources, leading to confusion, misinformation, and missed deadlines.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 Retrieval-Augmented Generation (RAG) chatbot that provides accurate, up-to-date, and verified asylum information that Supports multi languages.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"/>
          <p:cNvSpPr txBox="1">
            <a:spLocks noGrp="1"/>
          </p:cNvSpPr>
          <p:nvPr>
            <p:ph type="title"/>
          </p:nvPr>
        </p:nvSpPr>
        <p:spPr>
          <a:xfrm>
            <a:off x="122100" y="823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What is RAG (Retrieval-Augmented Generation)?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64F51-60FD-4BFF-9820-F3396CB699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0786" y="655005"/>
            <a:ext cx="89624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RAG combines information retrieval with LLM generation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The model retrieves verified documents first, then generates answers grounded in those sources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Prevents hallucinations by forcing the LLM to answer only from retrieved facts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Ideal for domain critical systems (law, healthcare, finance).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03CF61-5540-4717-BC40-0BF01C19C878}"/>
              </a:ext>
            </a:extLst>
          </p:cNvPr>
          <p:cNvSpPr txBox="1"/>
          <p:nvPr/>
        </p:nvSpPr>
        <p:spPr>
          <a:xfrm>
            <a:off x="424814" y="2317246"/>
            <a:ext cx="7401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Kumbh Sans" panose="020B0604020202020204" charset="0"/>
                <a:cs typeface="Kumbh Sans" panose="020B0604020202020204" charset="0"/>
              </a:rPr>
              <a:t>Why RAG in </a:t>
            </a:r>
            <a:r>
              <a:rPr lang="en-IN" sz="2400" b="1" dirty="0" err="1">
                <a:latin typeface="Kumbh Sans" panose="020B0604020202020204" charset="0"/>
                <a:cs typeface="Kumbh Sans" panose="020B0604020202020204" charset="0"/>
              </a:rPr>
              <a:t>MigrantNav</a:t>
            </a:r>
            <a:r>
              <a:rPr lang="en-IN" sz="2400" b="1" dirty="0">
                <a:latin typeface="Kumbh Sans" panose="020B0604020202020204" charset="0"/>
                <a:cs typeface="Kumbh Sans" panose="020B0604020202020204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90116D-F520-46E1-BA35-75D92C06A16D}"/>
              </a:ext>
            </a:extLst>
          </p:cNvPr>
          <p:cNvSpPr txBox="1"/>
          <p:nvPr/>
        </p:nvSpPr>
        <p:spPr>
          <a:xfrm>
            <a:off x="424814" y="2778911"/>
            <a:ext cx="80791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Legal accuracy is mandatory → EU &amp; German asylum laws must not be hallucinated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Enables a privacy preserving, explainable, and trustworthy legal agent.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RAG allows </a:t>
            </a:r>
            <a:r>
              <a:rPr lang="en-US" sz="1800" dirty="0" err="1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MigrantNav</a:t>
            </a:r>
            <a:r>
              <a:rPr lang="en-US" sz="1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to be helpful like a human caseworker, but accurate like a law book.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96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" name="Google Shape;675;p39"/>
          <p:cNvGrpSpPr/>
          <p:nvPr/>
        </p:nvGrpSpPr>
        <p:grpSpPr>
          <a:xfrm flipH="1">
            <a:off x="501346" y="2833432"/>
            <a:ext cx="8200420" cy="2018387"/>
            <a:chOff x="497228" y="2578018"/>
            <a:chExt cx="8475887" cy="2231001"/>
          </a:xfrm>
        </p:grpSpPr>
        <p:sp>
          <p:nvSpPr>
            <p:cNvPr id="676" name="Google Shape;676;p39"/>
            <p:cNvSpPr/>
            <p:nvPr/>
          </p:nvSpPr>
          <p:spPr>
            <a:xfrm flipH="1">
              <a:off x="497228" y="2648695"/>
              <a:ext cx="736076" cy="2094286"/>
            </a:xfrm>
            <a:custGeom>
              <a:avLst/>
              <a:gdLst/>
              <a:ahLst/>
              <a:cxnLst/>
              <a:rect l="l" t="t" r="r" b="b"/>
              <a:pathLst>
                <a:path w="1053" h="2996" extrusionOk="0">
                  <a:moveTo>
                    <a:pt x="369" y="548"/>
                  </a:moveTo>
                  <a:lnTo>
                    <a:pt x="369" y="376"/>
                  </a:lnTo>
                  <a:lnTo>
                    <a:pt x="265" y="376"/>
                  </a:lnTo>
                  <a:lnTo>
                    <a:pt x="265" y="548"/>
                  </a:lnTo>
                  <a:lnTo>
                    <a:pt x="160" y="548"/>
                  </a:lnTo>
                  <a:lnTo>
                    <a:pt x="160" y="0"/>
                  </a:lnTo>
                  <a:lnTo>
                    <a:pt x="117" y="0"/>
                  </a:lnTo>
                  <a:lnTo>
                    <a:pt x="117" y="548"/>
                  </a:lnTo>
                  <a:lnTo>
                    <a:pt x="0" y="548"/>
                  </a:lnTo>
                  <a:lnTo>
                    <a:pt x="0" y="2996"/>
                  </a:lnTo>
                  <a:lnTo>
                    <a:pt x="1053" y="2996"/>
                  </a:lnTo>
                  <a:lnTo>
                    <a:pt x="1053" y="548"/>
                  </a:lnTo>
                  <a:lnTo>
                    <a:pt x="369" y="548"/>
                  </a:lnTo>
                  <a:moveTo>
                    <a:pt x="117" y="652"/>
                  </a:moveTo>
                  <a:lnTo>
                    <a:pt x="266" y="652"/>
                  </a:lnTo>
                  <a:lnTo>
                    <a:pt x="266" y="794"/>
                  </a:lnTo>
                  <a:lnTo>
                    <a:pt x="117" y="794"/>
                  </a:lnTo>
                  <a:lnTo>
                    <a:pt x="117" y="652"/>
                  </a:lnTo>
                  <a:moveTo>
                    <a:pt x="268" y="2258"/>
                  </a:moveTo>
                  <a:lnTo>
                    <a:pt x="120" y="2258"/>
                  </a:lnTo>
                  <a:lnTo>
                    <a:pt x="120" y="2117"/>
                  </a:lnTo>
                  <a:lnTo>
                    <a:pt x="268" y="2117"/>
                  </a:lnTo>
                  <a:lnTo>
                    <a:pt x="268" y="2258"/>
                  </a:lnTo>
                  <a:moveTo>
                    <a:pt x="268" y="1950"/>
                  </a:moveTo>
                  <a:lnTo>
                    <a:pt x="120" y="1950"/>
                  </a:lnTo>
                  <a:lnTo>
                    <a:pt x="120" y="1809"/>
                  </a:lnTo>
                  <a:lnTo>
                    <a:pt x="268" y="1809"/>
                  </a:lnTo>
                  <a:lnTo>
                    <a:pt x="268" y="1950"/>
                  </a:lnTo>
                  <a:moveTo>
                    <a:pt x="268" y="1661"/>
                  </a:moveTo>
                  <a:lnTo>
                    <a:pt x="120" y="1661"/>
                  </a:lnTo>
                  <a:lnTo>
                    <a:pt x="120" y="1519"/>
                  </a:lnTo>
                  <a:lnTo>
                    <a:pt x="268" y="1519"/>
                  </a:lnTo>
                  <a:lnTo>
                    <a:pt x="268" y="1661"/>
                  </a:lnTo>
                  <a:moveTo>
                    <a:pt x="268" y="1372"/>
                  </a:moveTo>
                  <a:lnTo>
                    <a:pt x="120" y="1372"/>
                  </a:lnTo>
                  <a:lnTo>
                    <a:pt x="120" y="1230"/>
                  </a:lnTo>
                  <a:lnTo>
                    <a:pt x="268" y="1230"/>
                  </a:lnTo>
                  <a:lnTo>
                    <a:pt x="268" y="1372"/>
                  </a:lnTo>
                  <a:moveTo>
                    <a:pt x="268" y="1082"/>
                  </a:moveTo>
                  <a:lnTo>
                    <a:pt x="120" y="1082"/>
                  </a:lnTo>
                  <a:lnTo>
                    <a:pt x="120" y="941"/>
                  </a:lnTo>
                  <a:lnTo>
                    <a:pt x="268" y="941"/>
                  </a:lnTo>
                  <a:lnTo>
                    <a:pt x="268" y="1082"/>
                  </a:lnTo>
                  <a:moveTo>
                    <a:pt x="336" y="652"/>
                  </a:moveTo>
                  <a:lnTo>
                    <a:pt x="406" y="652"/>
                  </a:lnTo>
                  <a:lnTo>
                    <a:pt x="406" y="793"/>
                  </a:lnTo>
                  <a:lnTo>
                    <a:pt x="336" y="793"/>
                  </a:lnTo>
                  <a:lnTo>
                    <a:pt x="336" y="652"/>
                  </a:lnTo>
                  <a:moveTo>
                    <a:pt x="409" y="2258"/>
                  </a:moveTo>
                  <a:lnTo>
                    <a:pt x="339" y="2258"/>
                  </a:lnTo>
                  <a:lnTo>
                    <a:pt x="339" y="2117"/>
                  </a:lnTo>
                  <a:lnTo>
                    <a:pt x="409" y="2117"/>
                  </a:lnTo>
                  <a:lnTo>
                    <a:pt x="409" y="2258"/>
                  </a:lnTo>
                  <a:moveTo>
                    <a:pt x="409" y="1950"/>
                  </a:moveTo>
                  <a:lnTo>
                    <a:pt x="339" y="1950"/>
                  </a:lnTo>
                  <a:lnTo>
                    <a:pt x="339" y="1808"/>
                  </a:lnTo>
                  <a:lnTo>
                    <a:pt x="409" y="1808"/>
                  </a:lnTo>
                  <a:lnTo>
                    <a:pt x="409" y="1950"/>
                  </a:lnTo>
                  <a:moveTo>
                    <a:pt x="409" y="1660"/>
                  </a:moveTo>
                  <a:lnTo>
                    <a:pt x="339" y="1660"/>
                  </a:lnTo>
                  <a:lnTo>
                    <a:pt x="339" y="1519"/>
                  </a:lnTo>
                  <a:lnTo>
                    <a:pt x="409" y="1519"/>
                  </a:lnTo>
                  <a:lnTo>
                    <a:pt x="409" y="1660"/>
                  </a:lnTo>
                  <a:moveTo>
                    <a:pt x="409" y="1371"/>
                  </a:moveTo>
                  <a:lnTo>
                    <a:pt x="339" y="1371"/>
                  </a:lnTo>
                  <a:lnTo>
                    <a:pt x="339" y="1230"/>
                  </a:lnTo>
                  <a:lnTo>
                    <a:pt x="409" y="1230"/>
                  </a:lnTo>
                  <a:lnTo>
                    <a:pt x="409" y="1371"/>
                  </a:lnTo>
                  <a:moveTo>
                    <a:pt x="409" y="1082"/>
                  </a:moveTo>
                  <a:lnTo>
                    <a:pt x="339" y="1082"/>
                  </a:lnTo>
                  <a:lnTo>
                    <a:pt x="339" y="941"/>
                  </a:lnTo>
                  <a:lnTo>
                    <a:pt x="409" y="941"/>
                  </a:lnTo>
                  <a:lnTo>
                    <a:pt x="409" y="1082"/>
                  </a:lnTo>
                  <a:moveTo>
                    <a:pt x="461" y="652"/>
                  </a:moveTo>
                  <a:lnTo>
                    <a:pt x="757" y="652"/>
                  </a:lnTo>
                  <a:lnTo>
                    <a:pt x="757" y="793"/>
                  </a:lnTo>
                  <a:lnTo>
                    <a:pt x="461" y="793"/>
                  </a:lnTo>
                  <a:lnTo>
                    <a:pt x="461" y="652"/>
                  </a:lnTo>
                  <a:moveTo>
                    <a:pt x="760" y="2259"/>
                  </a:moveTo>
                  <a:lnTo>
                    <a:pt x="463" y="2259"/>
                  </a:lnTo>
                  <a:lnTo>
                    <a:pt x="463" y="2117"/>
                  </a:lnTo>
                  <a:lnTo>
                    <a:pt x="760" y="2117"/>
                  </a:lnTo>
                  <a:lnTo>
                    <a:pt x="760" y="2259"/>
                  </a:lnTo>
                  <a:moveTo>
                    <a:pt x="760" y="1950"/>
                  </a:moveTo>
                  <a:lnTo>
                    <a:pt x="463" y="1950"/>
                  </a:lnTo>
                  <a:lnTo>
                    <a:pt x="463" y="1809"/>
                  </a:lnTo>
                  <a:lnTo>
                    <a:pt x="760" y="1809"/>
                  </a:lnTo>
                  <a:lnTo>
                    <a:pt x="760" y="1950"/>
                  </a:lnTo>
                  <a:moveTo>
                    <a:pt x="760" y="1661"/>
                  </a:moveTo>
                  <a:lnTo>
                    <a:pt x="463" y="1661"/>
                  </a:lnTo>
                  <a:lnTo>
                    <a:pt x="463" y="1520"/>
                  </a:lnTo>
                  <a:lnTo>
                    <a:pt x="760" y="1520"/>
                  </a:lnTo>
                  <a:lnTo>
                    <a:pt x="760" y="1661"/>
                  </a:lnTo>
                  <a:moveTo>
                    <a:pt x="760" y="1372"/>
                  </a:moveTo>
                  <a:lnTo>
                    <a:pt x="463" y="1372"/>
                  </a:lnTo>
                  <a:lnTo>
                    <a:pt x="463" y="1230"/>
                  </a:lnTo>
                  <a:lnTo>
                    <a:pt x="760" y="1230"/>
                  </a:lnTo>
                  <a:lnTo>
                    <a:pt x="760" y="1372"/>
                  </a:lnTo>
                  <a:moveTo>
                    <a:pt x="760" y="1083"/>
                  </a:moveTo>
                  <a:lnTo>
                    <a:pt x="463" y="1083"/>
                  </a:lnTo>
                  <a:lnTo>
                    <a:pt x="463" y="941"/>
                  </a:lnTo>
                  <a:lnTo>
                    <a:pt x="760" y="941"/>
                  </a:lnTo>
                  <a:lnTo>
                    <a:pt x="760" y="1083"/>
                  </a:lnTo>
                  <a:moveTo>
                    <a:pt x="819" y="652"/>
                  </a:moveTo>
                  <a:lnTo>
                    <a:pt x="929" y="652"/>
                  </a:lnTo>
                  <a:lnTo>
                    <a:pt x="929" y="794"/>
                  </a:lnTo>
                  <a:lnTo>
                    <a:pt x="819" y="794"/>
                  </a:lnTo>
                  <a:lnTo>
                    <a:pt x="819" y="652"/>
                  </a:lnTo>
                  <a:moveTo>
                    <a:pt x="931" y="2258"/>
                  </a:moveTo>
                  <a:lnTo>
                    <a:pt x="822" y="2258"/>
                  </a:lnTo>
                  <a:lnTo>
                    <a:pt x="822" y="2117"/>
                  </a:lnTo>
                  <a:lnTo>
                    <a:pt x="932" y="2117"/>
                  </a:lnTo>
                  <a:lnTo>
                    <a:pt x="931" y="2258"/>
                  </a:lnTo>
                  <a:moveTo>
                    <a:pt x="931" y="1950"/>
                  </a:moveTo>
                  <a:lnTo>
                    <a:pt x="822" y="1950"/>
                  </a:lnTo>
                  <a:lnTo>
                    <a:pt x="822" y="1808"/>
                  </a:lnTo>
                  <a:lnTo>
                    <a:pt x="932" y="1808"/>
                  </a:lnTo>
                  <a:lnTo>
                    <a:pt x="931" y="1950"/>
                  </a:lnTo>
                  <a:moveTo>
                    <a:pt x="931" y="1661"/>
                  </a:moveTo>
                  <a:lnTo>
                    <a:pt x="822" y="1661"/>
                  </a:lnTo>
                  <a:lnTo>
                    <a:pt x="822" y="1519"/>
                  </a:lnTo>
                  <a:lnTo>
                    <a:pt x="932" y="1519"/>
                  </a:lnTo>
                  <a:lnTo>
                    <a:pt x="931" y="1661"/>
                  </a:lnTo>
                  <a:moveTo>
                    <a:pt x="931" y="1371"/>
                  </a:moveTo>
                  <a:lnTo>
                    <a:pt x="822" y="1371"/>
                  </a:lnTo>
                  <a:lnTo>
                    <a:pt x="822" y="1230"/>
                  </a:lnTo>
                  <a:lnTo>
                    <a:pt x="932" y="1230"/>
                  </a:lnTo>
                  <a:lnTo>
                    <a:pt x="931" y="1371"/>
                  </a:lnTo>
                  <a:moveTo>
                    <a:pt x="931" y="1082"/>
                  </a:moveTo>
                  <a:lnTo>
                    <a:pt x="822" y="1082"/>
                  </a:lnTo>
                  <a:lnTo>
                    <a:pt x="822" y="941"/>
                  </a:lnTo>
                  <a:lnTo>
                    <a:pt x="932" y="941"/>
                  </a:lnTo>
                  <a:lnTo>
                    <a:pt x="931" y="108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7" name="Google Shape;677;p39"/>
            <p:cNvGrpSpPr/>
            <p:nvPr/>
          </p:nvGrpSpPr>
          <p:grpSpPr>
            <a:xfrm>
              <a:off x="1292215" y="2578018"/>
              <a:ext cx="7680900" cy="2231001"/>
              <a:chOff x="1292215" y="2578018"/>
              <a:chExt cx="7680900" cy="2231001"/>
            </a:xfrm>
          </p:grpSpPr>
          <p:sp>
            <p:nvSpPr>
              <p:cNvPr id="678" name="Google Shape;678;p39"/>
              <p:cNvSpPr/>
              <p:nvPr/>
            </p:nvSpPr>
            <p:spPr>
              <a:xfrm>
                <a:off x="8426650" y="2648701"/>
                <a:ext cx="395125" cy="2730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954" extrusionOk="0">
                    <a:moveTo>
                      <a:pt x="0" y="0"/>
                    </a:moveTo>
                    <a:lnTo>
                      <a:pt x="0" y="954"/>
                    </a:lnTo>
                    <a:lnTo>
                      <a:pt x="411" y="954"/>
                    </a:lnTo>
                    <a:lnTo>
                      <a:pt x="411" y="0"/>
                    </a:lnTo>
                    <a:lnTo>
                      <a:pt x="0" y="0"/>
                    </a:lnTo>
                    <a:moveTo>
                      <a:pt x="346" y="321"/>
                    </a:moveTo>
                    <a:lnTo>
                      <a:pt x="49" y="321"/>
                    </a:lnTo>
                    <a:lnTo>
                      <a:pt x="49" y="276"/>
                    </a:lnTo>
                    <a:lnTo>
                      <a:pt x="346" y="276"/>
                    </a:lnTo>
                    <a:lnTo>
                      <a:pt x="346" y="321"/>
                    </a:lnTo>
                    <a:moveTo>
                      <a:pt x="346" y="168"/>
                    </a:moveTo>
                    <a:lnTo>
                      <a:pt x="49" y="168"/>
                    </a:lnTo>
                    <a:lnTo>
                      <a:pt x="49" y="123"/>
                    </a:lnTo>
                    <a:lnTo>
                      <a:pt x="346" y="123"/>
                    </a:lnTo>
                    <a:lnTo>
                      <a:pt x="346" y="16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9" name="Google Shape;679;p39"/>
              <p:cNvGrpSpPr/>
              <p:nvPr/>
            </p:nvGrpSpPr>
            <p:grpSpPr>
              <a:xfrm>
                <a:off x="1292215" y="2578018"/>
                <a:ext cx="7680900" cy="2231001"/>
                <a:chOff x="984935" y="2494401"/>
                <a:chExt cx="7930717" cy="2303326"/>
              </a:xfrm>
            </p:grpSpPr>
            <p:sp>
              <p:nvSpPr>
                <p:cNvPr id="680" name="Google Shape;680;p39"/>
                <p:cNvSpPr/>
                <p:nvPr/>
              </p:nvSpPr>
              <p:spPr>
                <a:xfrm>
                  <a:off x="984935" y="2494401"/>
                  <a:ext cx="939999" cy="2303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" h="4975" extrusionOk="0">
                      <a:moveTo>
                        <a:pt x="0" y="0"/>
                      </a:moveTo>
                      <a:lnTo>
                        <a:pt x="1833" y="0"/>
                      </a:lnTo>
                      <a:lnTo>
                        <a:pt x="1833" y="4975"/>
                      </a:lnTo>
                      <a:lnTo>
                        <a:pt x="0" y="49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81" name="Google Shape;681;p39"/>
                <p:cNvGrpSpPr/>
                <p:nvPr/>
              </p:nvGrpSpPr>
              <p:grpSpPr>
                <a:xfrm>
                  <a:off x="3345235" y="3103264"/>
                  <a:ext cx="5570417" cy="1285023"/>
                  <a:chOff x="7667006" y="913325"/>
                  <a:chExt cx="3910439" cy="902087"/>
                </a:xfrm>
              </p:grpSpPr>
              <p:sp>
                <p:nvSpPr>
                  <p:cNvPr id="682" name="Google Shape;682;p39"/>
                  <p:cNvSpPr/>
                  <p:nvPr/>
                </p:nvSpPr>
                <p:spPr>
                  <a:xfrm>
                    <a:off x="11084965" y="91332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3" name="Google Shape;683;p39"/>
                  <p:cNvSpPr/>
                  <p:nvPr/>
                </p:nvSpPr>
                <p:spPr>
                  <a:xfrm>
                    <a:off x="11193325" y="91332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4" name="Google Shape;684;p39"/>
                  <p:cNvSpPr/>
                  <p:nvPr/>
                </p:nvSpPr>
                <p:spPr>
                  <a:xfrm>
                    <a:off x="11311405" y="91332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5" name="Google Shape;685;p39"/>
                  <p:cNvSpPr/>
                  <p:nvPr/>
                </p:nvSpPr>
                <p:spPr>
                  <a:xfrm>
                    <a:off x="11425165" y="91332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6" name="Google Shape;686;p39"/>
                  <p:cNvSpPr/>
                  <p:nvPr/>
                </p:nvSpPr>
                <p:spPr>
                  <a:xfrm>
                    <a:off x="11533165" y="91332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7" name="Google Shape;687;p39"/>
                  <p:cNvSpPr/>
                  <p:nvPr/>
                </p:nvSpPr>
                <p:spPr>
                  <a:xfrm>
                    <a:off x="11085685" y="110808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8" name="Google Shape;688;p39"/>
                  <p:cNvSpPr/>
                  <p:nvPr/>
                </p:nvSpPr>
                <p:spPr>
                  <a:xfrm>
                    <a:off x="11193685" y="110808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9" name="Google Shape;689;p39"/>
                  <p:cNvSpPr/>
                  <p:nvPr/>
                </p:nvSpPr>
                <p:spPr>
                  <a:xfrm>
                    <a:off x="11311765" y="110808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0" name="Google Shape;690;p39"/>
                  <p:cNvSpPr/>
                  <p:nvPr/>
                </p:nvSpPr>
                <p:spPr>
                  <a:xfrm>
                    <a:off x="11425525" y="110808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1" name="Google Shape;691;p39"/>
                  <p:cNvSpPr/>
                  <p:nvPr/>
                </p:nvSpPr>
                <p:spPr>
                  <a:xfrm>
                    <a:off x="11533525" y="110808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2" name="Google Shape;692;p39"/>
                  <p:cNvSpPr/>
                  <p:nvPr/>
                </p:nvSpPr>
                <p:spPr>
                  <a:xfrm>
                    <a:off x="11080645" y="129564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3" name="Google Shape;693;p39"/>
                  <p:cNvSpPr/>
                  <p:nvPr/>
                </p:nvSpPr>
                <p:spPr>
                  <a:xfrm>
                    <a:off x="11188645" y="129564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4" name="Google Shape;694;p39"/>
                  <p:cNvSpPr/>
                  <p:nvPr/>
                </p:nvSpPr>
                <p:spPr>
                  <a:xfrm>
                    <a:off x="11306725" y="129564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1420485" y="129564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1528485" y="129564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7" name="Google Shape;697;p39"/>
                  <p:cNvSpPr/>
                  <p:nvPr/>
                </p:nvSpPr>
                <p:spPr>
                  <a:xfrm>
                    <a:off x="11080645" y="148356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8" name="Google Shape;698;p39"/>
                  <p:cNvSpPr/>
                  <p:nvPr/>
                </p:nvSpPr>
                <p:spPr>
                  <a:xfrm>
                    <a:off x="11188645" y="148356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1306725" y="148356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1420485" y="148356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1528485" y="148356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2" name="Google Shape;702;p39"/>
                  <p:cNvSpPr/>
                  <p:nvPr/>
                </p:nvSpPr>
                <p:spPr>
                  <a:xfrm>
                    <a:off x="7667006" y="1722892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1184325" y="168300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1302405" y="168300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5" name="Google Shape;705;p39"/>
                  <p:cNvSpPr/>
                  <p:nvPr/>
                </p:nvSpPr>
                <p:spPr>
                  <a:xfrm>
                    <a:off x="11416165" y="1683005"/>
                    <a:ext cx="4392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57" extrusionOk="0">
                        <a:moveTo>
                          <a:pt x="0" y="0"/>
                        </a:moveTo>
                        <a:lnTo>
                          <a:pt x="122" y="0"/>
                        </a:lnTo>
                        <a:lnTo>
                          <a:pt x="122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6" name="Google Shape;706;p39"/>
                  <p:cNvSpPr/>
                  <p:nvPr/>
                </p:nvSpPr>
                <p:spPr>
                  <a:xfrm>
                    <a:off x="11524525" y="1683005"/>
                    <a:ext cx="43560" cy="9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257" extrusionOk="0">
                        <a:moveTo>
                          <a:pt x="0" y="0"/>
                        </a:moveTo>
                        <a:lnTo>
                          <a:pt x="121" y="0"/>
                        </a:lnTo>
                        <a:lnTo>
                          <a:pt x="121" y="257"/>
                        </a:lnTo>
                        <a:lnTo>
                          <a:pt x="0" y="2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709" name="Google Shape;709;p39"/>
          <p:cNvGrpSpPr/>
          <p:nvPr/>
        </p:nvGrpSpPr>
        <p:grpSpPr>
          <a:xfrm>
            <a:off x="-1036800" y="3758572"/>
            <a:ext cx="11041348" cy="2351351"/>
            <a:chOff x="-1036800" y="3758573"/>
            <a:chExt cx="11041348" cy="2351351"/>
          </a:xfrm>
        </p:grpSpPr>
        <p:grpSp>
          <p:nvGrpSpPr>
            <p:cNvPr id="710" name="Google Shape;710;p39"/>
            <p:cNvGrpSpPr/>
            <p:nvPr/>
          </p:nvGrpSpPr>
          <p:grpSpPr>
            <a:xfrm>
              <a:off x="7473188" y="3758573"/>
              <a:ext cx="2531360" cy="1766800"/>
              <a:chOff x="10267788" y="5076373"/>
              <a:chExt cx="2531360" cy="1766800"/>
            </a:xfrm>
          </p:grpSpPr>
          <p:sp>
            <p:nvSpPr>
              <p:cNvPr id="711" name="Google Shape;711;p39"/>
              <p:cNvSpPr/>
              <p:nvPr/>
            </p:nvSpPr>
            <p:spPr>
              <a:xfrm>
                <a:off x="10798628" y="5076373"/>
                <a:ext cx="2000520" cy="1330200"/>
              </a:xfrm>
              <a:custGeom>
                <a:avLst/>
                <a:gdLst/>
                <a:ahLst/>
                <a:cxnLst/>
                <a:rect l="l" t="t" r="r" b="b"/>
                <a:pathLst>
                  <a:path w="5557" h="3695" extrusionOk="0">
                    <a:moveTo>
                      <a:pt x="3" y="2480"/>
                    </a:moveTo>
                    <a:cubicBezTo>
                      <a:pt x="172" y="2293"/>
                      <a:pt x="324" y="2092"/>
                      <a:pt x="484" y="1897"/>
                    </a:cubicBezTo>
                    <a:cubicBezTo>
                      <a:pt x="554" y="1811"/>
                      <a:pt x="608" y="1710"/>
                      <a:pt x="693" y="1637"/>
                    </a:cubicBezTo>
                    <a:cubicBezTo>
                      <a:pt x="770" y="1572"/>
                      <a:pt x="858" y="1564"/>
                      <a:pt x="954" y="1564"/>
                    </a:cubicBezTo>
                    <a:cubicBezTo>
                      <a:pt x="1060" y="1564"/>
                      <a:pt x="1147" y="1522"/>
                      <a:pt x="1222" y="1449"/>
                    </a:cubicBezTo>
                    <a:cubicBezTo>
                      <a:pt x="1281" y="1391"/>
                      <a:pt x="1331" y="1324"/>
                      <a:pt x="1397" y="1275"/>
                    </a:cubicBezTo>
                    <a:cubicBezTo>
                      <a:pt x="1470" y="1221"/>
                      <a:pt x="1554" y="1199"/>
                      <a:pt x="1643" y="1189"/>
                    </a:cubicBezTo>
                    <a:cubicBezTo>
                      <a:pt x="1688" y="1186"/>
                      <a:pt x="1731" y="1172"/>
                      <a:pt x="1771" y="1150"/>
                    </a:cubicBezTo>
                    <a:cubicBezTo>
                      <a:pt x="1783" y="1143"/>
                      <a:pt x="1795" y="1134"/>
                      <a:pt x="1806" y="1125"/>
                    </a:cubicBezTo>
                    <a:cubicBezTo>
                      <a:pt x="1850" y="1091"/>
                      <a:pt x="1874" y="1040"/>
                      <a:pt x="1900" y="993"/>
                    </a:cubicBezTo>
                    <a:cubicBezTo>
                      <a:pt x="1949" y="909"/>
                      <a:pt x="2041" y="854"/>
                      <a:pt x="2118" y="799"/>
                    </a:cubicBezTo>
                    <a:cubicBezTo>
                      <a:pt x="2208" y="735"/>
                      <a:pt x="2280" y="666"/>
                      <a:pt x="2335" y="570"/>
                    </a:cubicBezTo>
                    <a:cubicBezTo>
                      <a:pt x="2440" y="385"/>
                      <a:pt x="2521" y="187"/>
                      <a:pt x="2628" y="4"/>
                    </a:cubicBezTo>
                    <a:cubicBezTo>
                      <a:pt x="2629" y="2"/>
                      <a:pt x="2630" y="1"/>
                      <a:pt x="2631" y="1"/>
                    </a:cubicBezTo>
                    <a:cubicBezTo>
                      <a:pt x="2633" y="0"/>
                      <a:pt x="2634" y="0"/>
                      <a:pt x="2636" y="0"/>
                    </a:cubicBezTo>
                    <a:cubicBezTo>
                      <a:pt x="2637" y="0"/>
                      <a:pt x="2639" y="0"/>
                      <a:pt x="2640" y="1"/>
                    </a:cubicBezTo>
                    <a:cubicBezTo>
                      <a:pt x="2641" y="1"/>
                      <a:pt x="2642" y="2"/>
                      <a:pt x="2643" y="4"/>
                    </a:cubicBezTo>
                    <a:cubicBezTo>
                      <a:pt x="2719" y="114"/>
                      <a:pt x="2768" y="271"/>
                      <a:pt x="2890" y="341"/>
                    </a:cubicBezTo>
                    <a:cubicBezTo>
                      <a:pt x="2927" y="363"/>
                      <a:pt x="2971" y="347"/>
                      <a:pt x="3009" y="360"/>
                    </a:cubicBezTo>
                    <a:cubicBezTo>
                      <a:pt x="3031" y="367"/>
                      <a:pt x="3018" y="420"/>
                      <a:pt x="3055" y="424"/>
                    </a:cubicBezTo>
                    <a:cubicBezTo>
                      <a:pt x="3109" y="430"/>
                      <a:pt x="3155" y="366"/>
                      <a:pt x="3208" y="376"/>
                    </a:cubicBezTo>
                    <a:cubicBezTo>
                      <a:pt x="3253" y="386"/>
                      <a:pt x="3342" y="516"/>
                      <a:pt x="3390" y="548"/>
                    </a:cubicBezTo>
                    <a:cubicBezTo>
                      <a:pt x="3492" y="620"/>
                      <a:pt x="3630" y="727"/>
                      <a:pt x="3757" y="743"/>
                    </a:cubicBezTo>
                    <a:cubicBezTo>
                      <a:pt x="3800" y="748"/>
                      <a:pt x="3841" y="733"/>
                      <a:pt x="3882" y="725"/>
                    </a:cubicBezTo>
                    <a:cubicBezTo>
                      <a:pt x="3893" y="723"/>
                      <a:pt x="3903" y="722"/>
                      <a:pt x="3914" y="722"/>
                    </a:cubicBezTo>
                    <a:cubicBezTo>
                      <a:pt x="3947" y="722"/>
                      <a:pt x="3980" y="730"/>
                      <a:pt x="4010" y="745"/>
                    </a:cubicBezTo>
                    <a:cubicBezTo>
                      <a:pt x="4071" y="772"/>
                      <a:pt x="4122" y="818"/>
                      <a:pt x="4176" y="857"/>
                    </a:cubicBezTo>
                    <a:cubicBezTo>
                      <a:pt x="4246" y="907"/>
                      <a:pt x="4313" y="910"/>
                      <a:pt x="4381" y="854"/>
                    </a:cubicBezTo>
                    <a:cubicBezTo>
                      <a:pt x="4382" y="853"/>
                      <a:pt x="4382" y="853"/>
                      <a:pt x="4383" y="852"/>
                    </a:cubicBezTo>
                    <a:cubicBezTo>
                      <a:pt x="4384" y="852"/>
                      <a:pt x="4386" y="851"/>
                      <a:pt x="4387" y="851"/>
                    </a:cubicBezTo>
                    <a:cubicBezTo>
                      <a:pt x="4389" y="851"/>
                      <a:pt x="4390" y="852"/>
                      <a:pt x="4392" y="852"/>
                    </a:cubicBezTo>
                    <a:lnTo>
                      <a:pt x="5498" y="1437"/>
                    </a:lnTo>
                    <a:lnTo>
                      <a:pt x="5553" y="1465"/>
                    </a:lnTo>
                    <a:cubicBezTo>
                      <a:pt x="5554" y="1466"/>
                      <a:pt x="5555" y="1467"/>
                      <a:pt x="5556" y="1468"/>
                    </a:cubicBezTo>
                    <a:cubicBezTo>
                      <a:pt x="5556" y="1470"/>
                      <a:pt x="5557" y="1471"/>
                      <a:pt x="5557" y="1473"/>
                    </a:cubicBezTo>
                    <a:cubicBezTo>
                      <a:pt x="5557" y="1474"/>
                      <a:pt x="5556" y="1476"/>
                      <a:pt x="5556" y="1477"/>
                    </a:cubicBezTo>
                    <a:lnTo>
                      <a:pt x="5556" y="1477"/>
                    </a:lnTo>
                    <a:cubicBezTo>
                      <a:pt x="5330" y="1831"/>
                      <a:pt x="5101" y="2182"/>
                      <a:pt x="4864" y="2529"/>
                    </a:cubicBezTo>
                    <a:cubicBezTo>
                      <a:pt x="4795" y="2629"/>
                      <a:pt x="4725" y="2731"/>
                      <a:pt x="4652" y="2831"/>
                    </a:cubicBezTo>
                    <a:cubicBezTo>
                      <a:pt x="4609" y="2893"/>
                      <a:pt x="4562" y="2953"/>
                      <a:pt x="4510" y="3008"/>
                    </a:cubicBezTo>
                    <a:cubicBezTo>
                      <a:pt x="4504" y="3015"/>
                      <a:pt x="4497" y="3020"/>
                      <a:pt x="4490" y="3024"/>
                    </a:cubicBezTo>
                    <a:cubicBezTo>
                      <a:pt x="4477" y="3032"/>
                      <a:pt x="4462" y="3036"/>
                      <a:pt x="4447" y="3036"/>
                    </a:cubicBezTo>
                    <a:cubicBezTo>
                      <a:pt x="4398" y="3044"/>
                      <a:pt x="4350" y="3052"/>
                      <a:pt x="4301" y="3061"/>
                    </a:cubicBezTo>
                    <a:cubicBezTo>
                      <a:pt x="3839" y="3141"/>
                      <a:pt x="3378" y="3228"/>
                      <a:pt x="2916" y="3314"/>
                    </a:cubicBezTo>
                    <a:cubicBezTo>
                      <a:pt x="2393" y="3411"/>
                      <a:pt x="1870" y="3511"/>
                      <a:pt x="1347" y="3611"/>
                    </a:cubicBezTo>
                    <a:cubicBezTo>
                      <a:pt x="1214" y="3637"/>
                      <a:pt x="1081" y="3661"/>
                      <a:pt x="950" y="3691"/>
                    </a:cubicBezTo>
                    <a:cubicBezTo>
                      <a:pt x="918" y="3698"/>
                      <a:pt x="901" y="3700"/>
                      <a:pt x="873" y="3677"/>
                    </a:cubicBezTo>
                    <a:cubicBezTo>
                      <a:pt x="805" y="3624"/>
                      <a:pt x="750" y="3549"/>
                      <a:pt x="697" y="3482"/>
                    </a:cubicBezTo>
                    <a:cubicBezTo>
                      <a:pt x="447" y="3165"/>
                      <a:pt x="222" y="2828"/>
                      <a:pt x="1" y="2490"/>
                    </a:cubicBezTo>
                    <a:cubicBezTo>
                      <a:pt x="1" y="2489"/>
                      <a:pt x="0" y="2487"/>
                      <a:pt x="0" y="2486"/>
                    </a:cubicBezTo>
                    <a:cubicBezTo>
                      <a:pt x="0" y="2484"/>
                      <a:pt x="1" y="2483"/>
                      <a:pt x="1" y="2481"/>
                    </a:cubicBezTo>
                    <a:cubicBezTo>
                      <a:pt x="2" y="2481"/>
                      <a:pt x="2" y="2480"/>
                      <a:pt x="3" y="248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39"/>
              <p:cNvSpPr/>
              <p:nvPr/>
            </p:nvSpPr>
            <p:spPr>
              <a:xfrm>
                <a:off x="10267788" y="5557613"/>
                <a:ext cx="2000160" cy="1285560"/>
              </a:xfrm>
              <a:custGeom>
                <a:avLst/>
                <a:gdLst/>
                <a:ahLst/>
                <a:cxnLst/>
                <a:rect l="l" t="t" r="r" b="b"/>
                <a:pathLst>
                  <a:path w="5556" h="3571" extrusionOk="0">
                    <a:moveTo>
                      <a:pt x="484" y="1772"/>
                    </a:moveTo>
                    <a:cubicBezTo>
                      <a:pt x="554" y="1687"/>
                      <a:pt x="608" y="1586"/>
                      <a:pt x="693" y="1513"/>
                    </a:cubicBezTo>
                    <a:cubicBezTo>
                      <a:pt x="769" y="1447"/>
                      <a:pt x="858" y="1440"/>
                      <a:pt x="954" y="1440"/>
                    </a:cubicBezTo>
                    <a:cubicBezTo>
                      <a:pt x="1060" y="1440"/>
                      <a:pt x="1147" y="1398"/>
                      <a:pt x="1222" y="1324"/>
                    </a:cubicBezTo>
                    <a:cubicBezTo>
                      <a:pt x="1281" y="1267"/>
                      <a:pt x="1330" y="1199"/>
                      <a:pt x="1397" y="1150"/>
                    </a:cubicBezTo>
                    <a:cubicBezTo>
                      <a:pt x="1470" y="1097"/>
                      <a:pt x="1554" y="1074"/>
                      <a:pt x="1643" y="1065"/>
                    </a:cubicBezTo>
                    <a:cubicBezTo>
                      <a:pt x="1688" y="1061"/>
                      <a:pt x="1731" y="1048"/>
                      <a:pt x="1770" y="1026"/>
                    </a:cubicBezTo>
                    <a:cubicBezTo>
                      <a:pt x="1783" y="1018"/>
                      <a:pt x="1795" y="1010"/>
                      <a:pt x="1806" y="1001"/>
                    </a:cubicBezTo>
                    <a:cubicBezTo>
                      <a:pt x="1850" y="967"/>
                      <a:pt x="1873" y="916"/>
                      <a:pt x="1900" y="869"/>
                    </a:cubicBezTo>
                    <a:cubicBezTo>
                      <a:pt x="1949" y="785"/>
                      <a:pt x="2041" y="730"/>
                      <a:pt x="2118" y="675"/>
                    </a:cubicBezTo>
                    <a:cubicBezTo>
                      <a:pt x="2399" y="475"/>
                      <a:pt x="2542" y="309"/>
                      <a:pt x="2718" y="0"/>
                    </a:cubicBezTo>
                    <a:cubicBezTo>
                      <a:pt x="2795" y="43"/>
                      <a:pt x="2818" y="139"/>
                      <a:pt x="2841" y="236"/>
                    </a:cubicBezTo>
                    <a:cubicBezTo>
                      <a:pt x="2883" y="205"/>
                      <a:pt x="2952" y="193"/>
                      <a:pt x="2989" y="138"/>
                    </a:cubicBezTo>
                    <a:cubicBezTo>
                      <a:pt x="3094" y="345"/>
                      <a:pt x="3295" y="608"/>
                      <a:pt x="3486" y="309"/>
                    </a:cubicBezTo>
                    <a:cubicBezTo>
                      <a:pt x="3658" y="653"/>
                      <a:pt x="3924" y="556"/>
                      <a:pt x="4175" y="733"/>
                    </a:cubicBezTo>
                    <a:cubicBezTo>
                      <a:pt x="4246" y="783"/>
                      <a:pt x="4312" y="786"/>
                      <a:pt x="4381" y="730"/>
                    </a:cubicBezTo>
                    <a:cubicBezTo>
                      <a:pt x="4381" y="729"/>
                      <a:pt x="4382" y="729"/>
                      <a:pt x="4382" y="728"/>
                    </a:cubicBezTo>
                    <a:cubicBezTo>
                      <a:pt x="4384" y="728"/>
                      <a:pt x="4385" y="727"/>
                      <a:pt x="4387" y="727"/>
                    </a:cubicBezTo>
                    <a:cubicBezTo>
                      <a:pt x="4388" y="727"/>
                      <a:pt x="4390" y="728"/>
                      <a:pt x="4391" y="728"/>
                    </a:cubicBezTo>
                    <a:lnTo>
                      <a:pt x="5498" y="1313"/>
                    </a:lnTo>
                    <a:lnTo>
                      <a:pt x="5552" y="1341"/>
                    </a:lnTo>
                    <a:cubicBezTo>
                      <a:pt x="5553" y="1342"/>
                      <a:pt x="5554" y="1343"/>
                      <a:pt x="5555" y="1344"/>
                    </a:cubicBezTo>
                    <a:cubicBezTo>
                      <a:pt x="5556" y="1346"/>
                      <a:pt x="5556" y="1347"/>
                      <a:pt x="5556" y="1349"/>
                    </a:cubicBezTo>
                    <a:cubicBezTo>
                      <a:pt x="5556" y="1350"/>
                      <a:pt x="5556" y="1352"/>
                      <a:pt x="5555" y="1353"/>
                    </a:cubicBezTo>
                    <a:lnTo>
                      <a:pt x="5555" y="1353"/>
                    </a:lnTo>
                    <a:cubicBezTo>
                      <a:pt x="5329" y="1707"/>
                      <a:pt x="5100" y="2058"/>
                      <a:pt x="4863" y="2405"/>
                    </a:cubicBezTo>
                    <a:cubicBezTo>
                      <a:pt x="4794" y="2506"/>
                      <a:pt x="4724" y="2607"/>
                      <a:pt x="4651" y="2707"/>
                    </a:cubicBezTo>
                    <a:cubicBezTo>
                      <a:pt x="4609" y="2769"/>
                      <a:pt x="4562" y="2828"/>
                      <a:pt x="4511" y="2884"/>
                    </a:cubicBezTo>
                    <a:cubicBezTo>
                      <a:pt x="4505" y="2890"/>
                      <a:pt x="4498" y="2896"/>
                      <a:pt x="4490" y="2900"/>
                    </a:cubicBezTo>
                    <a:cubicBezTo>
                      <a:pt x="4477" y="2907"/>
                      <a:pt x="4463" y="2912"/>
                      <a:pt x="4448" y="2912"/>
                    </a:cubicBezTo>
                    <a:cubicBezTo>
                      <a:pt x="4399" y="2919"/>
                      <a:pt x="4350" y="2928"/>
                      <a:pt x="4302" y="2936"/>
                    </a:cubicBezTo>
                    <a:cubicBezTo>
                      <a:pt x="3839" y="3016"/>
                      <a:pt x="3378" y="3104"/>
                      <a:pt x="2917" y="3190"/>
                    </a:cubicBezTo>
                    <a:cubicBezTo>
                      <a:pt x="2393" y="3287"/>
                      <a:pt x="1870" y="3387"/>
                      <a:pt x="1348" y="3487"/>
                    </a:cubicBezTo>
                    <a:cubicBezTo>
                      <a:pt x="1215" y="3513"/>
                      <a:pt x="1082" y="3537"/>
                      <a:pt x="950" y="3567"/>
                    </a:cubicBezTo>
                    <a:cubicBezTo>
                      <a:pt x="918" y="3574"/>
                      <a:pt x="902" y="3576"/>
                      <a:pt x="873" y="3553"/>
                    </a:cubicBezTo>
                    <a:cubicBezTo>
                      <a:pt x="805" y="3499"/>
                      <a:pt x="750" y="3425"/>
                      <a:pt x="697" y="3358"/>
                    </a:cubicBezTo>
                    <a:cubicBezTo>
                      <a:pt x="447" y="3042"/>
                      <a:pt x="222" y="2704"/>
                      <a:pt x="1" y="2366"/>
                    </a:cubicBezTo>
                    <a:lnTo>
                      <a:pt x="1" y="2366"/>
                    </a:lnTo>
                    <a:cubicBezTo>
                      <a:pt x="0" y="2365"/>
                      <a:pt x="0" y="2363"/>
                      <a:pt x="0" y="2361"/>
                    </a:cubicBezTo>
                    <a:cubicBezTo>
                      <a:pt x="0" y="2360"/>
                      <a:pt x="0" y="2358"/>
                      <a:pt x="1" y="2357"/>
                    </a:cubicBezTo>
                    <a:cubicBezTo>
                      <a:pt x="2" y="2356"/>
                      <a:pt x="2" y="2356"/>
                      <a:pt x="3" y="2355"/>
                    </a:cubicBezTo>
                    <a:cubicBezTo>
                      <a:pt x="172" y="2168"/>
                      <a:pt x="324" y="1967"/>
                      <a:pt x="484" y="17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3" name="Google Shape;713;p39"/>
            <p:cNvSpPr/>
            <p:nvPr/>
          </p:nvSpPr>
          <p:spPr>
            <a:xfrm>
              <a:off x="-1036800" y="3939466"/>
              <a:ext cx="2466781" cy="1585905"/>
            </a:xfrm>
            <a:custGeom>
              <a:avLst/>
              <a:gdLst/>
              <a:ahLst/>
              <a:cxnLst/>
              <a:rect l="l" t="t" r="r" b="b"/>
              <a:pathLst>
                <a:path w="5556" h="3572" extrusionOk="0">
                  <a:moveTo>
                    <a:pt x="5554" y="2356"/>
                  </a:moveTo>
                  <a:cubicBezTo>
                    <a:pt x="5554" y="2356"/>
                    <a:pt x="5555" y="2357"/>
                    <a:pt x="5555" y="2358"/>
                  </a:cubicBezTo>
                  <a:cubicBezTo>
                    <a:pt x="5556" y="2359"/>
                    <a:pt x="5556" y="2360"/>
                    <a:pt x="5556" y="2362"/>
                  </a:cubicBezTo>
                  <a:cubicBezTo>
                    <a:pt x="5556" y="2363"/>
                    <a:pt x="5556" y="2365"/>
                    <a:pt x="5555" y="2366"/>
                  </a:cubicBezTo>
                  <a:lnTo>
                    <a:pt x="5555" y="2367"/>
                  </a:lnTo>
                  <a:cubicBezTo>
                    <a:pt x="5334" y="2705"/>
                    <a:pt x="5109" y="3042"/>
                    <a:pt x="4859" y="3359"/>
                  </a:cubicBezTo>
                  <a:cubicBezTo>
                    <a:pt x="4806" y="3426"/>
                    <a:pt x="4751" y="3500"/>
                    <a:pt x="4683" y="3554"/>
                  </a:cubicBezTo>
                  <a:cubicBezTo>
                    <a:pt x="4655" y="3577"/>
                    <a:pt x="4639" y="3575"/>
                    <a:pt x="4607" y="3568"/>
                  </a:cubicBezTo>
                  <a:cubicBezTo>
                    <a:pt x="4475" y="3538"/>
                    <a:pt x="4342" y="3514"/>
                    <a:pt x="4209" y="3488"/>
                  </a:cubicBezTo>
                  <a:cubicBezTo>
                    <a:pt x="3686" y="3387"/>
                    <a:pt x="3163" y="3288"/>
                    <a:pt x="2640" y="3191"/>
                  </a:cubicBezTo>
                  <a:cubicBezTo>
                    <a:pt x="2178" y="3105"/>
                    <a:pt x="1717" y="3017"/>
                    <a:pt x="1255" y="2937"/>
                  </a:cubicBezTo>
                  <a:cubicBezTo>
                    <a:pt x="1206" y="2929"/>
                    <a:pt x="1158" y="2920"/>
                    <a:pt x="1109" y="2913"/>
                  </a:cubicBezTo>
                  <a:cubicBezTo>
                    <a:pt x="1094" y="2912"/>
                    <a:pt x="1079" y="2908"/>
                    <a:pt x="1066" y="2901"/>
                  </a:cubicBezTo>
                  <a:cubicBezTo>
                    <a:pt x="1059" y="2896"/>
                    <a:pt x="1052" y="2891"/>
                    <a:pt x="1046" y="2885"/>
                  </a:cubicBezTo>
                  <a:cubicBezTo>
                    <a:pt x="995" y="2829"/>
                    <a:pt x="947" y="2770"/>
                    <a:pt x="905" y="2707"/>
                  </a:cubicBezTo>
                  <a:cubicBezTo>
                    <a:pt x="832" y="2608"/>
                    <a:pt x="762" y="2506"/>
                    <a:pt x="693" y="2405"/>
                  </a:cubicBezTo>
                  <a:cubicBezTo>
                    <a:pt x="456" y="2059"/>
                    <a:pt x="227" y="1707"/>
                    <a:pt x="1" y="1354"/>
                  </a:cubicBezTo>
                  <a:cubicBezTo>
                    <a:pt x="1" y="1353"/>
                    <a:pt x="1" y="1353"/>
                    <a:pt x="1" y="1353"/>
                  </a:cubicBezTo>
                  <a:cubicBezTo>
                    <a:pt x="0" y="1352"/>
                    <a:pt x="0" y="1351"/>
                    <a:pt x="0" y="1349"/>
                  </a:cubicBezTo>
                  <a:cubicBezTo>
                    <a:pt x="0" y="1348"/>
                    <a:pt x="0" y="1346"/>
                    <a:pt x="1" y="1345"/>
                  </a:cubicBezTo>
                  <a:cubicBezTo>
                    <a:pt x="2" y="1344"/>
                    <a:pt x="3" y="1343"/>
                    <a:pt x="4" y="1342"/>
                  </a:cubicBezTo>
                  <a:lnTo>
                    <a:pt x="58" y="1313"/>
                  </a:lnTo>
                  <a:lnTo>
                    <a:pt x="1165" y="729"/>
                  </a:lnTo>
                  <a:cubicBezTo>
                    <a:pt x="1166" y="728"/>
                    <a:pt x="1168" y="727"/>
                    <a:pt x="1169" y="727"/>
                  </a:cubicBezTo>
                  <a:cubicBezTo>
                    <a:pt x="1171" y="727"/>
                    <a:pt x="1172" y="728"/>
                    <a:pt x="1174" y="729"/>
                  </a:cubicBezTo>
                  <a:cubicBezTo>
                    <a:pt x="1174" y="729"/>
                    <a:pt x="1175" y="729"/>
                    <a:pt x="1175" y="730"/>
                  </a:cubicBezTo>
                  <a:cubicBezTo>
                    <a:pt x="1244" y="787"/>
                    <a:pt x="1310" y="784"/>
                    <a:pt x="1381" y="733"/>
                  </a:cubicBezTo>
                  <a:cubicBezTo>
                    <a:pt x="1631" y="556"/>
                    <a:pt x="1899" y="653"/>
                    <a:pt x="2069" y="309"/>
                  </a:cubicBezTo>
                  <a:cubicBezTo>
                    <a:pt x="2260" y="609"/>
                    <a:pt x="2462" y="345"/>
                    <a:pt x="2567" y="138"/>
                  </a:cubicBezTo>
                  <a:cubicBezTo>
                    <a:pt x="2604" y="193"/>
                    <a:pt x="2672" y="206"/>
                    <a:pt x="2715" y="236"/>
                  </a:cubicBezTo>
                  <a:cubicBezTo>
                    <a:pt x="2738" y="139"/>
                    <a:pt x="2761" y="43"/>
                    <a:pt x="2838" y="0"/>
                  </a:cubicBezTo>
                  <a:cubicBezTo>
                    <a:pt x="3014" y="310"/>
                    <a:pt x="3158" y="475"/>
                    <a:pt x="3438" y="675"/>
                  </a:cubicBezTo>
                  <a:cubicBezTo>
                    <a:pt x="3515" y="731"/>
                    <a:pt x="3607" y="785"/>
                    <a:pt x="3656" y="869"/>
                  </a:cubicBezTo>
                  <a:cubicBezTo>
                    <a:pt x="3683" y="916"/>
                    <a:pt x="3706" y="967"/>
                    <a:pt x="3750" y="1002"/>
                  </a:cubicBezTo>
                  <a:cubicBezTo>
                    <a:pt x="3761" y="1011"/>
                    <a:pt x="3773" y="1019"/>
                    <a:pt x="3786" y="1026"/>
                  </a:cubicBezTo>
                  <a:cubicBezTo>
                    <a:pt x="3825" y="1048"/>
                    <a:pt x="3869" y="1062"/>
                    <a:pt x="3914" y="1065"/>
                  </a:cubicBezTo>
                  <a:cubicBezTo>
                    <a:pt x="4002" y="1075"/>
                    <a:pt x="4086" y="1097"/>
                    <a:pt x="4159" y="1151"/>
                  </a:cubicBezTo>
                  <a:cubicBezTo>
                    <a:pt x="4226" y="1200"/>
                    <a:pt x="4275" y="1267"/>
                    <a:pt x="4334" y="1325"/>
                  </a:cubicBezTo>
                  <a:cubicBezTo>
                    <a:pt x="4409" y="1398"/>
                    <a:pt x="4496" y="1441"/>
                    <a:pt x="4603" y="1441"/>
                  </a:cubicBezTo>
                  <a:cubicBezTo>
                    <a:pt x="4699" y="1440"/>
                    <a:pt x="4787" y="1448"/>
                    <a:pt x="4864" y="1513"/>
                  </a:cubicBezTo>
                  <a:cubicBezTo>
                    <a:pt x="4948" y="1586"/>
                    <a:pt x="5002" y="1687"/>
                    <a:pt x="5072" y="1773"/>
                  </a:cubicBezTo>
                  <a:cubicBezTo>
                    <a:pt x="5232" y="1968"/>
                    <a:pt x="5384" y="2169"/>
                    <a:pt x="5554" y="2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4" name="Google Shape;714;p39"/>
            <p:cNvGrpSpPr/>
            <p:nvPr/>
          </p:nvGrpSpPr>
          <p:grpSpPr>
            <a:xfrm flipH="1">
              <a:off x="-125" y="4500843"/>
              <a:ext cx="9143890" cy="1609081"/>
              <a:chOff x="2737483" y="4588750"/>
              <a:chExt cx="3152522" cy="554760"/>
            </a:xfrm>
          </p:grpSpPr>
          <p:sp>
            <p:nvSpPr>
              <p:cNvPr id="715" name="Google Shape;715;p39"/>
              <p:cNvSpPr/>
              <p:nvPr/>
            </p:nvSpPr>
            <p:spPr>
              <a:xfrm>
                <a:off x="2737845" y="4588750"/>
                <a:ext cx="3152160" cy="554760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1541" extrusionOk="0">
                    <a:moveTo>
                      <a:pt x="8756" y="1541"/>
                    </a:moveTo>
                    <a:lnTo>
                      <a:pt x="0" y="1541"/>
                    </a:lnTo>
                    <a:lnTo>
                      <a:pt x="0" y="310"/>
                    </a:lnTo>
                    <a:cubicBezTo>
                      <a:pt x="0" y="310"/>
                      <a:pt x="1282" y="327"/>
                      <a:pt x="1394" y="326"/>
                    </a:cubicBezTo>
                    <a:lnTo>
                      <a:pt x="3174" y="309"/>
                    </a:lnTo>
                    <a:cubicBezTo>
                      <a:pt x="4122" y="301"/>
                      <a:pt x="5100" y="338"/>
                      <a:pt x="6060" y="327"/>
                    </a:cubicBezTo>
                    <a:cubicBezTo>
                      <a:pt x="6334" y="324"/>
                      <a:pt x="6608" y="312"/>
                      <a:pt x="6882" y="308"/>
                    </a:cubicBezTo>
                    <a:cubicBezTo>
                      <a:pt x="6945" y="306"/>
                      <a:pt x="7011" y="305"/>
                      <a:pt x="7068" y="278"/>
                    </a:cubicBezTo>
                    <a:cubicBezTo>
                      <a:pt x="7102" y="261"/>
                      <a:pt x="7133" y="236"/>
                      <a:pt x="7170" y="231"/>
                    </a:cubicBezTo>
                    <a:cubicBezTo>
                      <a:pt x="7271" y="216"/>
                      <a:pt x="7373" y="349"/>
                      <a:pt x="7458" y="292"/>
                    </a:cubicBezTo>
                    <a:lnTo>
                      <a:pt x="7458" y="292"/>
                    </a:lnTo>
                    <a:cubicBezTo>
                      <a:pt x="7475" y="278"/>
                      <a:pt x="7489" y="261"/>
                      <a:pt x="7499" y="242"/>
                    </a:cubicBezTo>
                    <a:cubicBezTo>
                      <a:pt x="7503" y="237"/>
                      <a:pt x="7505" y="231"/>
                      <a:pt x="7508" y="226"/>
                    </a:cubicBezTo>
                    <a:lnTo>
                      <a:pt x="7508" y="226"/>
                    </a:lnTo>
                    <a:cubicBezTo>
                      <a:pt x="7508" y="225"/>
                      <a:pt x="7508" y="225"/>
                      <a:pt x="7508" y="225"/>
                    </a:cubicBezTo>
                    <a:cubicBezTo>
                      <a:pt x="7541" y="169"/>
                      <a:pt x="7583" y="118"/>
                      <a:pt x="7632" y="76"/>
                    </a:cubicBezTo>
                    <a:cubicBezTo>
                      <a:pt x="7689" y="27"/>
                      <a:pt x="7765" y="-13"/>
                      <a:pt x="7839" y="3"/>
                    </a:cubicBezTo>
                    <a:cubicBezTo>
                      <a:pt x="7913" y="19"/>
                      <a:pt x="7969" y="112"/>
                      <a:pt x="7926" y="175"/>
                    </a:cubicBezTo>
                    <a:cubicBezTo>
                      <a:pt x="8002" y="155"/>
                      <a:pt x="8076" y="205"/>
                      <a:pt x="8142" y="246"/>
                    </a:cubicBezTo>
                    <a:cubicBezTo>
                      <a:pt x="8296" y="344"/>
                      <a:pt x="8578" y="309"/>
                      <a:pt x="8756" y="309"/>
                    </a:cubicBezTo>
                    <a:lnTo>
                      <a:pt x="8756" y="15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39"/>
              <p:cNvSpPr/>
              <p:nvPr/>
            </p:nvSpPr>
            <p:spPr>
              <a:xfrm>
                <a:off x="2737483" y="4704654"/>
                <a:ext cx="3152520" cy="142673"/>
              </a:xfrm>
              <a:custGeom>
                <a:avLst/>
                <a:gdLst/>
                <a:ahLst/>
                <a:cxnLst/>
                <a:rect l="l" t="t" r="r" b="b"/>
                <a:pathLst>
                  <a:path w="8757" h="540" extrusionOk="0">
                    <a:moveTo>
                      <a:pt x="8757" y="492"/>
                    </a:moveTo>
                    <a:cubicBezTo>
                      <a:pt x="8757" y="515"/>
                      <a:pt x="8247" y="502"/>
                      <a:pt x="8204" y="500"/>
                    </a:cubicBezTo>
                    <a:cubicBezTo>
                      <a:pt x="7880" y="478"/>
                      <a:pt x="7556" y="371"/>
                      <a:pt x="7232" y="389"/>
                    </a:cubicBezTo>
                    <a:cubicBezTo>
                      <a:pt x="7151" y="393"/>
                      <a:pt x="7072" y="417"/>
                      <a:pt x="6992" y="437"/>
                    </a:cubicBezTo>
                    <a:cubicBezTo>
                      <a:pt x="6572" y="539"/>
                      <a:pt x="6131" y="552"/>
                      <a:pt x="5702" y="532"/>
                    </a:cubicBezTo>
                    <a:cubicBezTo>
                      <a:pt x="5598" y="527"/>
                      <a:pt x="5490" y="521"/>
                      <a:pt x="5398" y="472"/>
                    </a:cubicBezTo>
                    <a:lnTo>
                      <a:pt x="5398" y="472"/>
                    </a:lnTo>
                    <a:cubicBezTo>
                      <a:pt x="5525" y="451"/>
                      <a:pt x="5654" y="439"/>
                      <a:pt x="5783" y="439"/>
                    </a:cubicBezTo>
                    <a:lnTo>
                      <a:pt x="5643" y="413"/>
                    </a:lnTo>
                    <a:lnTo>
                      <a:pt x="5643" y="413"/>
                    </a:lnTo>
                    <a:cubicBezTo>
                      <a:pt x="5721" y="404"/>
                      <a:pt x="5796" y="379"/>
                      <a:pt x="5864" y="342"/>
                    </a:cubicBezTo>
                    <a:cubicBezTo>
                      <a:pt x="5664" y="314"/>
                      <a:pt x="5468" y="332"/>
                      <a:pt x="5268" y="320"/>
                    </a:cubicBezTo>
                    <a:cubicBezTo>
                      <a:pt x="5089" y="309"/>
                      <a:pt x="4916" y="316"/>
                      <a:pt x="4738" y="303"/>
                    </a:cubicBezTo>
                    <a:lnTo>
                      <a:pt x="4738" y="303"/>
                    </a:lnTo>
                    <a:cubicBezTo>
                      <a:pt x="4677" y="299"/>
                      <a:pt x="4616" y="296"/>
                      <a:pt x="4556" y="296"/>
                    </a:cubicBezTo>
                    <a:cubicBezTo>
                      <a:pt x="4384" y="296"/>
                      <a:pt x="4212" y="313"/>
                      <a:pt x="4043" y="347"/>
                    </a:cubicBezTo>
                    <a:lnTo>
                      <a:pt x="4081" y="417"/>
                    </a:lnTo>
                    <a:cubicBezTo>
                      <a:pt x="4028" y="443"/>
                      <a:pt x="3970" y="448"/>
                      <a:pt x="3912" y="452"/>
                    </a:cubicBezTo>
                    <a:lnTo>
                      <a:pt x="3912" y="452"/>
                    </a:lnTo>
                    <a:cubicBezTo>
                      <a:pt x="3736" y="465"/>
                      <a:pt x="3557" y="471"/>
                      <a:pt x="3379" y="471"/>
                    </a:cubicBezTo>
                    <a:cubicBezTo>
                      <a:pt x="3206" y="471"/>
                      <a:pt x="3033" y="465"/>
                      <a:pt x="2860" y="453"/>
                    </a:cubicBezTo>
                    <a:cubicBezTo>
                      <a:pt x="2791" y="449"/>
                      <a:pt x="2720" y="442"/>
                      <a:pt x="2663" y="402"/>
                    </a:cubicBezTo>
                    <a:lnTo>
                      <a:pt x="2663" y="402"/>
                    </a:lnTo>
                    <a:cubicBezTo>
                      <a:pt x="2667" y="400"/>
                      <a:pt x="2671" y="397"/>
                      <a:pt x="2675" y="395"/>
                    </a:cubicBezTo>
                    <a:cubicBezTo>
                      <a:pt x="2713" y="373"/>
                      <a:pt x="2755" y="361"/>
                      <a:pt x="2799" y="361"/>
                    </a:cubicBezTo>
                    <a:lnTo>
                      <a:pt x="2694" y="326"/>
                    </a:lnTo>
                    <a:lnTo>
                      <a:pt x="2694" y="326"/>
                    </a:lnTo>
                    <a:cubicBezTo>
                      <a:pt x="2794" y="298"/>
                      <a:pt x="2896" y="279"/>
                      <a:pt x="2999" y="267"/>
                    </a:cubicBezTo>
                    <a:lnTo>
                      <a:pt x="2999" y="267"/>
                    </a:lnTo>
                    <a:cubicBezTo>
                      <a:pt x="2883" y="256"/>
                      <a:pt x="2768" y="250"/>
                      <a:pt x="2652" y="250"/>
                    </a:cubicBezTo>
                    <a:cubicBezTo>
                      <a:pt x="2457" y="250"/>
                      <a:pt x="2264" y="266"/>
                      <a:pt x="2072" y="298"/>
                    </a:cubicBezTo>
                    <a:lnTo>
                      <a:pt x="2196" y="352"/>
                    </a:lnTo>
                    <a:lnTo>
                      <a:pt x="2196" y="352"/>
                    </a:lnTo>
                    <a:cubicBezTo>
                      <a:pt x="2054" y="366"/>
                      <a:pt x="1911" y="372"/>
                      <a:pt x="1767" y="372"/>
                    </a:cubicBezTo>
                    <a:cubicBezTo>
                      <a:pt x="1589" y="372"/>
                      <a:pt x="1412" y="362"/>
                      <a:pt x="1235" y="342"/>
                    </a:cubicBezTo>
                    <a:lnTo>
                      <a:pt x="1235" y="342"/>
                    </a:lnTo>
                    <a:cubicBezTo>
                      <a:pt x="1239" y="335"/>
                      <a:pt x="1244" y="329"/>
                      <a:pt x="1253" y="324"/>
                    </a:cubicBezTo>
                    <a:cubicBezTo>
                      <a:pt x="1258" y="321"/>
                      <a:pt x="1265" y="319"/>
                      <a:pt x="1272" y="318"/>
                    </a:cubicBezTo>
                    <a:lnTo>
                      <a:pt x="1272" y="318"/>
                    </a:lnTo>
                    <a:cubicBezTo>
                      <a:pt x="1188" y="296"/>
                      <a:pt x="1101" y="284"/>
                      <a:pt x="1013" y="284"/>
                    </a:cubicBezTo>
                    <a:cubicBezTo>
                      <a:pt x="977" y="284"/>
                      <a:pt x="941" y="286"/>
                      <a:pt x="905" y="290"/>
                    </a:cubicBezTo>
                    <a:lnTo>
                      <a:pt x="956" y="322"/>
                    </a:lnTo>
                    <a:cubicBezTo>
                      <a:pt x="892" y="345"/>
                      <a:pt x="837" y="335"/>
                      <a:pt x="772" y="335"/>
                    </a:cubicBezTo>
                    <a:cubicBezTo>
                      <a:pt x="713" y="335"/>
                      <a:pt x="653" y="346"/>
                      <a:pt x="594" y="345"/>
                    </a:cubicBezTo>
                    <a:lnTo>
                      <a:pt x="594" y="345"/>
                    </a:lnTo>
                    <a:cubicBezTo>
                      <a:pt x="529" y="345"/>
                      <a:pt x="466" y="339"/>
                      <a:pt x="402" y="330"/>
                    </a:cubicBezTo>
                    <a:cubicBezTo>
                      <a:pt x="382" y="326"/>
                      <a:pt x="232" y="282"/>
                      <a:pt x="225" y="289"/>
                    </a:cubicBezTo>
                    <a:lnTo>
                      <a:pt x="225" y="289"/>
                    </a:lnTo>
                    <a:cubicBezTo>
                      <a:pt x="233" y="281"/>
                      <a:pt x="242" y="274"/>
                      <a:pt x="252" y="268"/>
                    </a:cubicBezTo>
                    <a:cubicBezTo>
                      <a:pt x="271" y="257"/>
                      <a:pt x="291" y="251"/>
                      <a:pt x="312" y="250"/>
                    </a:cubicBezTo>
                    <a:lnTo>
                      <a:pt x="312" y="250"/>
                    </a:lnTo>
                    <a:cubicBezTo>
                      <a:pt x="277" y="237"/>
                      <a:pt x="241" y="231"/>
                      <a:pt x="204" y="231"/>
                    </a:cubicBezTo>
                    <a:cubicBezTo>
                      <a:pt x="179" y="231"/>
                      <a:pt x="155" y="234"/>
                      <a:pt x="131" y="239"/>
                    </a:cubicBezTo>
                    <a:cubicBezTo>
                      <a:pt x="112" y="243"/>
                      <a:pt x="0" y="260"/>
                      <a:pt x="0" y="222"/>
                    </a:cubicBezTo>
                    <a:lnTo>
                      <a:pt x="0" y="97"/>
                    </a:lnTo>
                    <a:cubicBezTo>
                      <a:pt x="3" y="97"/>
                      <a:pt x="1282" y="104"/>
                      <a:pt x="1393" y="104"/>
                    </a:cubicBezTo>
                    <a:lnTo>
                      <a:pt x="3173" y="99"/>
                    </a:lnTo>
                    <a:cubicBezTo>
                      <a:pt x="4121" y="96"/>
                      <a:pt x="5099" y="108"/>
                      <a:pt x="6060" y="104"/>
                    </a:cubicBezTo>
                    <a:cubicBezTo>
                      <a:pt x="6334" y="104"/>
                      <a:pt x="6607" y="100"/>
                      <a:pt x="6881" y="98"/>
                    </a:cubicBezTo>
                    <a:lnTo>
                      <a:pt x="6881" y="98"/>
                    </a:lnTo>
                    <a:cubicBezTo>
                      <a:pt x="6889" y="98"/>
                      <a:pt x="6897" y="98"/>
                      <a:pt x="6905" y="98"/>
                    </a:cubicBezTo>
                    <a:cubicBezTo>
                      <a:pt x="6959" y="98"/>
                      <a:pt x="7014" y="95"/>
                      <a:pt x="7067" y="89"/>
                    </a:cubicBezTo>
                    <a:lnTo>
                      <a:pt x="7067" y="89"/>
                    </a:lnTo>
                    <a:cubicBezTo>
                      <a:pt x="7101" y="82"/>
                      <a:pt x="7136" y="77"/>
                      <a:pt x="7170" y="74"/>
                    </a:cubicBezTo>
                    <a:cubicBezTo>
                      <a:pt x="7271" y="69"/>
                      <a:pt x="7373" y="111"/>
                      <a:pt x="7458" y="93"/>
                    </a:cubicBezTo>
                    <a:lnTo>
                      <a:pt x="7458" y="93"/>
                    </a:lnTo>
                    <a:cubicBezTo>
                      <a:pt x="7473" y="90"/>
                      <a:pt x="7488" y="84"/>
                      <a:pt x="7502" y="76"/>
                    </a:cubicBezTo>
                    <a:cubicBezTo>
                      <a:pt x="7504" y="75"/>
                      <a:pt x="7506" y="73"/>
                      <a:pt x="7508" y="72"/>
                    </a:cubicBezTo>
                    <a:lnTo>
                      <a:pt x="7508" y="72"/>
                    </a:lnTo>
                    <a:cubicBezTo>
                      <a:pt x="7547" y="51"/>
                      <a:pt x="7588" y="35"/>
                      <a:pt x="7631" y="24"/>
                    </a:cubicBezTo>
                    <a:lnTo>
                      <a:pt x="7631" y="24"/>
                    </a:lnTo>
                    <a:cubicBezTo>
                      <a:pt x="7688" y="8"/>
                      <a:pt x="7747" y="0"/>
                      <a:pt x="7806" y="0"/>
                    </a:cubicBezTo>
                    <a:cubicBezTo>
                      <a:pt x="7817" y="0"/>
                      <a:pt x="7828" y="1"/>
                      <a:pt x="7838" y="1"/>
                    </a:cubicBezTo>
                    <a:cubicBezTo>
                      <a:pt x="7913" y="6"/>
                      <a:pt x="7969" y="36"/>
                      <a:pt x="7926" y="56"/>
                    </a:cubicBezTo>
                    <a:cubicBezTo>
                      <a:pt x="8002" y="50"/>
                      <a:pt x="8076" y="66"/>
                      <a:pt x="8142" y="79"/>
                    </a:cubicBezTo>
                    <a:cubicBezTo>
                      <a:pt x="8296" y="110"/>
                      <a:pt x="8578" y="99"/>
                      <a:pt x="8755" y="99"/>
                    </a:cubicBezTo>
                    <a:lnTo>
                      <a:pt x="8757" y="4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17" name="Google Shape;717;p39"/>
          <p:cNvGrpSpPr/>
          <p:nvPr/>
        </p:nvGrpSpPr>
        <p:grpSpPr>
          <a:xfrm>
            <a:off x="7004806" y="3131357"/>
            <a:ext cx="2237947" cy="1850551"/>
            <a:chOff x="9545225" y="1512270"/>
            <a:chExt cx="2314080" cy="1913505"/>
          </a:xfrm>
        </p:grpSpPr>
        <p:sp>
          <p:nvSpPr>
            <p:cNvPr id="718" name="Google Shape;718;p39"/>
            <p:cNvSpPr/>
            <p:nvPr/>
          </p:nvSpPr>
          <p:spPr>
            <a:xfrm>
              <a:off x="10368428" y="1512270"/>
              <a:ext cx="825480" cy="1780200"/>
            </a:xfrm>
            <a:custGeom>
              <a:avLst/>
              <a:gdLst/>
              <a:ahLst/>
              <a:cxnLst/>
              <a:rect l="l" t="t" r="r" b="b"/>
              <a:pathLst>
                <a:path w="2293" h="4945" extrusionOk="0">
                  <a:moveTo>
                    <a:pt x="2293" y="1018"/>
                  </a:moveTo>
                  <a:cubicBezTo>
                    <a:pt x="2297" y="975"/>
                    <a:pt x="2257" y="942"/>
                    <a:pt x="2221" y="919"/>
                  </a:cubicBezTo>
                  <a:lnTo>
                    <a:pt x="2221" y="919"/>
                  </a:lnTo>
                  <a:cubicBezTo>
                    <a:pt x="2207" y="910"/>
                    <a:pt x="2193" y="901"/>
                    <a:pt x="2178" y="893"/>
                  </a:cubicBezTo>
                  <a:cubicBezTo>
                    <a:pt x="2134" y="867"/>
                    <a:pt x="2088" y="844"/>
                    <a:pt x="2040" y="824"/>
                  </a:cubicBezTo>
                  <a:cubicBezTo>
                    <a:pt x="2007" y="810"/>
                    <a:pt x="1990" y="812"/>
                    <a:pt x="1986" y="781"/>
                  </a:cubicBezTo>
                  <a:cubicBezTo>
                    <a:pt x="1984" y="765"/>
                    <a:pt x="2025" y="708"/>
                    <a:pt x="2012" y="694"/>
                  </a:cubicBezTo>
                  <a:lnTo>
                    <a:pt x="2012" y="694"/>
                  </a:lnTo>
                  <a:cubicBezTo>
                    <a:pt x="2014" y="696"/>
                    <a:pt x="2017" y="698"/>
                    <a:pt x="2019" y="699"/>
                  </a:cubicBezTo>
                  <a:cubicBezTo>
                    <a:pt x="2026" y="703"/>
                    <a:pt x="2033" y="705"/>
                    <a:pt x="2040" y="705"/>
                  </a:cubicBezTo>
                  <a:cubicBezTo>
                    <a:pt x="2046" y="705"/>
                    <a:pt x="2051" y="704"/>
                    <a:pt x="2057" y="701"/>
                  </a:cubicBezTo>
                  <a:lnTo>
                    <a:pt x="2057" y="701"/>
                  </a:lnTo>
                  <a:cubicBezTo>
                    <a:pt x="2062" y="699"/>
                    <a:pt x="2068" y="697"/>
                    <a:pt x="2073" y="694"/>
                  </a:cubicBezTo>
                  <a:cubicBezTo>
                    <a:pt x="2088" y="685"/>
                    <a:pt x="2100" y="673"/>
                    <a:pt x="2108" y="659"/>
                  </a:cubicBezTo>
                  <a:cubicBezTo>
                    <a:pt x="2116" y="644"/>
                    <a:pt x="2121" y="628"/>
                    <a:pt x="2121" y="611"/>
                  </a:cubicBezTo>
                  <a:cubicBezTo>
                    <a:pt x="2121" y="610"/>
                    <a:pt x="2121" y="608"/>
                    <a:pt x="2121" y="607"/>
                  </a:cubicBezTo>
                  <a:lnTo>
                    <a:pt x="2121" y="607"/>
                  </a:lnTo>
                  <a:cubicBezTo>
                    <a:pt x="2121" y="596"/>
                    <a:pt x="2117" y="584"/>
                    <a:pt x="2112" y="574"/>
                  </a:cubicBezTo>
                  <a:cubicBezTo>
                    <a:pt x="2107" y="565"/>
                    <a:pt x="2100" y="558"/>
                    <a:pt x="2091" y="552"/>
                  </a:cubicBezTo>
                  <a:lnTo>
                    <a:pt x="2091" y="552"/>
                  </a:lnTo>
                  <a:lnTo>
                    <a:pt x="2090" y="551"/>
                  </a:lnTo>
                  <a:cubicBezTo>
                    <a:pt x="2083" y="547"/>
                    <a:pt x="2075" y="545"/>
                    <a:pt x="2067" y="545"/>
                  </a:cubicBezTo>
                  <a:cubicBezTo>
                    <a:pt x="2059" y="545"/>
                    <a:pt x="2052" y="547"/>
                    <a:pt x="2045" y="551"/>
                  </a:cubicBezTo>
                  <a:cubicBezTo>
                    <a:pt x="2040" y="554"/>
                    <a:pt x="2036" y="557"/>
                    <a:pt x="2033" y="561"/>
                  </a:cubicBezTo>
                  <a:lnTo>
                    <a:pt x="2033" y="561"/>
                  </a:lnTo>
                  <a:cubicBezTo>
                    <a:pt x="2039" y="532"/>
                    <a:pt x="2043" y="501"/>
                    <a:pt x="2043" y="471"/>
                  </a:cubicBezTo>
                  <a:cubicBezTo>
                    <a:pt x="2043" y="457"/>
                    <a:pt x="2042" y="444"/>
                    <a:pt x="2041" y="430"/>
                  </a:cubicBezTo>
                  <a:cubicBezTo>
                    <a:pt x="2052" y="419"/>
                    <a:pt x="2076" y="419"/>
                    <a:pt x="2080" y="403"/>
                  </a:cubicBezTo>
                  <a:lnTo>
                    <a:pt x="2080" y="403"/>
                  </a:lnTo>
                  <a:cubicBezTo>
                    <a:pt x="2080" y="402"/>
                    <a:pt x="2081" y="401"/>
                    <a:pt x="2081" y="400"/>
                  </a:cubicBezTo>
                  <a:cubicBezTo>
                    <a:pt x="2081" y="397"/>
                    <a:pt x="2080" y="393"/>
                    <a:pt x="2078" y="390"/>
                  </a:cubicBezTo>
                  <a:cubicBezTo>
                    <a:pt x="2076" y="386"/>
                    <a:pt x="2073" y="384"/>
                    <a:pt x="2070" y="382"/>
                  </a:cubicBezTo>
                  <a:cubicBezTo>
                    <a:pt x="2067" y="380"/>
                    <a:pt x="2064" y="379"/>
                    <a:pt x="2061" y="379"/>
                  </a:cubicBezTo>
                  <a:lnTo>
                    <a:pt x="2061" y="379"/>
                  </a:lnTo>
                  <a:cubicBezTo>
                    <a:pt x="2059" y="379"/>
                    <a:pt x="2057" y="379"/>
                    <a:pt x="2055" y="379"/>
                  </a:cubicBezTo>
                  <a:cubicBezTo>
                    <a:pt x="2046" y="379"/>
                    <a:pt x="2037" y="381"/>
                    <a:pt x="2029" y="385"/>
                  </a:cubicBezTo>
                  <a:lnTo>
                    <a:pt x="2029" y="385"/>
                  </a:lnTo>
                  <a:cubicBezTo>
                    <a:pt x="2032" y="373"/>
                    <a:pt x="2034" y="359"/>
                    <a:pt x="2034" y="347"/>
                  </a:cubicBezTo>
                  <a:cubicBezTo>
                    <a:pt x="2034" y="334"/>
                    <a:pt x="2032" y="322"/>
                    <a:pt x="2029" y="310"/>
                  </a:cubicBezTo>
                  <a:lnTo>
                    <a:pt x="1999" y="371"/>
                  </a:lnTo>
                  <a:cubicBezTo>
                    <a:pt x="1967" y="315"/>
                    <a:pt x="1926" y="292"/>
                    <a:pt x="1867" y="272"/>
                  </a:cubicBezTo>
                  <a:cubicBezTo>
                    <a:pt x="1820" y="256"/>
                    <a:pt x="1769" y="269"/>
                    <a:pt x="1721" y="283"/>
                  </a:cubicBezTo>
                  <a:lnTo>
                    <a:pt x="1721" y="283"/>
                  </a:lnTo>
                  <a:cubicBezTo>
                    <a:pt x="1702" y="287"/>
                    <a:pt x="1684" y="294"/>
                    <a:pt x="1667" y="304"/>
                  </a:cubicBezTo>
                  <a:cubicBezTo>
                    <a:pt x="1656" y="311"/>
                    <a:pt x="1645" y="318"/>
                    <a:pt x="1635" y="327"/>
                  </a:cubicBezTo>
                  <a:lnTo>
                    <a:pt x="1707" y="337"/>
                  </a:lnTo>
                  <a:lnTo>
                    <a:pt x="1605" y="377"/>
                  </a:lnTo>
                  <a:lnTo>
                    <a:pt x="1605" y="377"/>
                  </a:lnTo>
                  <a:cubicBezTo>
                    <a:pt x="1600" y="379"/>
                    <a:pt x="1595" y="381"/>
                    <a:pt x="1591" y="383"/>
                  </a:cubicBezTo>
                  <a:cubicBezTo>
                    <a:pt x="1583" y="388"/>
                    <a:pt x="1576" y="394"/>
                    <a:pt x="1571" y="402"/>
                  </a:cubicBezTo>
                  <a:cubicBezTo>
                    <a:pt x="1563" y="415"/>
                    <a:pt x="1571" y="435"/>
                    <a:pt x="1585" y="435"/>
                  </a:cubicBezTo>
                  <a:cubicBezTo>
                    <a:pt x="1592" y="435"/>
                    <a:pt x="1601" y="432"/>
                    <a:pt x="1604" y="438"/>
                  </a:cubicBezTo>
                  <a:cubicBezTo>
                    <a:pt x="1607" y="444"/>
                    <a:pt x="1604" y="447"/>
                    <a:pt x="1602" y="451"/>
                  </a:cubicBezTo>
                  <a:cubicBezTo>
                    <a:pt x="1591" y="475"/>
                    <a:pt x="1613" y="514"/>
                    <a:pt x="1612" y="540"/>
                  </a:cubicBezTo>
                  <a:cubicBezTo>
                    <a:pt x="1610" y="580"/>
                    <a:pt x="1598" y="619"/>
                    <a:pt x="1602" y="662"/>
                  </a:cubicBezTo>
                  <a:lnTo>
                    <a:pt x="1602" y="662"/>
                  </a:lnTo>
                  <a:cubicBezTo>
                    <a:pt x="1604" y="692"/>
                    <a:pt x="1613" y="721"/>
                    <a:pt x="1628" y="747"/>
                  </a:cubicBezTo>
                  <a:cubicBezTo>
                    <a:pt x="1638" y="765"/>
                    <a:pt x="1652" y="782"/>
                    <a:pt x="1668" y="796"/>
                  </a:cubicBezTo>
                  <a:cubicBezTo>
                    <a:pt x="1701" y="821"/>
                    <a:pt x="1603" y="868"/>
                    <a:pt x="1586" y="872"/>
                  </a:cubicBezTo>
                  <a:cubicBezTo>
                    <a:pt x="1558" y="879"/>
                    <a:pt x="1530" y="862"/>
                    <a:pt x="1504" y="881"/>
                  </a:cubicBezTo>
                  <a:cubicBezTo>
                    <a:pt x="1483" y="897"/>
                    <a:pt x="1480" y="929"/>
                    <a:pt x="1480" y="956"/>
                  </a:cubicBezTo>
                  <a:lnTo>
                    <a:pt x="1480" y="956"/>
                  </a:lnTo>
                  <a:cubicBezTo>
                    <a:pt x="1438" y="969"/>
                    <a:pt x="1397" y="988"/>
                    <a:pt x="1358" y="1010"/>
                  </a:cubicBezTo>
                  <a:lnTo>
                    <a:pt x="1358" y="1010"/>
                  </a:lnTo>
                  <a:lnTo>
                    <a:pt x="1358" y="1010"/>
                  </a:lnTo>
                  <a:cubicBezTo>
                    <a:pt x="1357" y="1010"/>
                    <a:pt x="1356" y="1011"/>
                    <a:pt x="1356" y="1011"/>
                  </a:cubicBezTo>
                  <a:cubicBezTo>
                    <a:pt x="1355" y="1011"/>
                    <a:pt x="1354" y="1010"/>
                    <a:pt x="1354" y="1010"/>
                  </a:cubicBezTo>
                  <a:cubicBezTo>
                    <a:pt x="1353" y="1010"/>
                    <a:pt x="1356" y="1012"/>
                    <a:pt x="1356" y="1013"/>
                  </a:cubicBezTo>
                  <a:lnTo>
                    <a:pt x="1353" y="1010"/>
                  </a:lnTo>
                  <a:lnTo>
                    <a:pt x="1353" y="1010"/>
                  </a:lnTo>
                  <a:lnTo>
                    <a:pt x="1353" y="1010"/>
                  </a:lnTo>
                  <a:lnTo>
                    <a:pt x="1353" y="1010"/>
                  </a:lnTo>
                  <a:cubicBezTo>
                    <a:pt x="1318" y="976"/>
                    <a:pt x="1279" y="946"/>
                    <a:pt x="1236" y="921"/>
                  </a:cubicBezTo>
                  <a:cubicBezTo>
                    <a:pt x="1222" y="914"/>
                    <a:pt x="1208" y="906"/>
                    <a:pt x="1194" y="899"/>
                  </a:cubicBezTo>
                  <a:lnTo>
                    <a:pt x="1194" y="899"/>
                  </a:lnTo>
                  <a:cubicBezTo>
                    <a:pt x="1192" y="899"/>
                    <a:pt x="1190" y="898"/>
                    <a:pt x="1188" y="897"/>
                  </a:cubicBezTo>
                  <a:cubicBezTo>
                    <a:pt x="1185" y="895"/>
                    <a:pt x="1182" y="893"/>
                    <a:pt x="1180" y="890"/>
                  </a:cubicBezTo>
                  <a:lnTo>
                    <a:pt x="1180" y="890"/>
                  </a:lnTo>
                  <a:cubicBezTo>
                    <a:pt x="1180" y="890"/>
                    <a:pt x="1179" y="889"/>
                    <a:pt x="1179" y="888"/>
                  </a:cubicBezTo>
                  <a:cubicBezTo>
                    <a:pt x="1176" y="883"/>
                    <a:pt x="1174" y="876"/>
                    <a:pt x="1174" y="870"/>
                  </a:cubicBezTo>
                  <a:lnTo>
                    <a:pt x="1174" y="869"/>
                  </a:lnTo>
                  <a:lnTo>
                    <a:pt x="1170" y="816"/>
                  </a:lnTo>
                  <a:lnTo>
                    <a:pt x="1170" y="816"/>
                  </a:lnTo>
                  <a:cubicBezTo>
                    <a:pt x="1169" y="814"/>
                    <a:pt x="1169" y="812"/>
                    <a:pt x="1169" y="811"/>
                  </a:cubicBezTo>
                  <a:cubicBezTo>
                    <a:pt x="1169" y="808"/>
                    <a:pt x="1170" y="806"/>
                    <a:pt x="1171" y="804"/>
                  </a:cubicBezTo>
                  <a:cubicBezTo>
                    <a:pt x="1172" y="802"/>
                    <a:pt x="1174" y="800"/>
                    <a:pt x="1176" y="799"/>
                  </a:cubicBezTo>
                  <a:cubicBezTo>
                    <a:pt x="1178" y="798"/>
                    <a:pt x="1180" y="797"/>
                    <a:pt x="1183" y="797"/>
                  </a:cubicBezTo>
                  <a:cubicBezTo>
                    <a:pt x="1184" y="797"/>
                    <a:pt x="1186" y="797"/>
                    <a:pt x="1188" y="798"/>
                  </a:cubicBezTo>
                  <a:cubicBezTo>
                    <a:pt x="1204" y="800"/>
                    <a:pt x="1207" y="793"/>
                    <a:pt x="1223" y="796"/>
                  </a:cubicBezTo>
                  <a:lnTo>
                    <a:pt x="1223" y="796"/>
                  </a:lnTo>
                  <a:cubicBezTo>
                    <a:pt x="1239" y="799"/>
                    <a:pt x="1255" y="800"/>
                    <a:pt x="1272" y="800"/>
                  </a:cubicBezTo>
                  <a:cubicBezTo>
                    <a:pt x="1304" y="800"/>
                    <a:pt x="1336" y="795"/>
                    <a:pt x="1367" y="785"/>
                  </a:cubicBezTo>
                  <a:lnTo>
                    <a:pt x="1367" y="785"/>
                  </a:lnTo>
                  <a:cubicBezTo>
                    <a:pt x="1371" y="784"/>
                    <a:pt x="1374" y="783"/>
                    <a:pt x="1378" y="781"/>
                  </a:cubicBezTo>
                  <a:cubicBezTo>
                    <a:pt x="1380" y="779"/>
                    <a:pt x="1383" y="777"/>
                    <a:pt x="1385" y="775"/>
                  </a:cubicBezTo>
                  <a:lnTo>
                    <a:pt x="1385" y="775"/>
                  </a:lnTo>
                  <a:cubicBezTo>
                    <a:pt x="1386" y="774"/>
                    <a:pt x="1386" y="773"/>
                    <a:pt x="1387" y="772"/>
                  </a:cubicBezTo>
                  <a:cubicBezTo>
                    <a:pt x="1391" y="766"/>
                    <a:pt x="1392" y="758"/>
                    <a:pt x="1392" y="751"/>
                  </a:cubicBezTo>
                  <a:cubicBezTo>
                    <a:pt x="1392" y="748"/>
                    <a:pt x="1392" y="746"/>
                    <a:pt x="1392" y="743"/>
                  </a:cubicBezTo>
                  <a:lnTo>
                    <a:pt x="1387" y="644"/>
                  </a:lnTo>
                  <a:cubicBezTo>
                    <a:pt x="1385" y="614"/>
                    <a:pt x="1389" y="575"/>
                    <a:pt x="1417" y="565"/>
                  </a:cubicBezTo>
                  <a:cubicBezTo>
                    <a:pt x="1426" y="562"/>
                    <a:pt x="1438" y="561"/>
                    <a:pt x="1440" y="552"/>
                  </a:cubicBezTo>
                  <a:lnTo>
                    <a:pt x="1440" y="552"/>
                  </a:lnTo>
                  <a:lnTo>
                    <a:pt x="1440" y="551"/>
                  </a:lnTo>
                  <a:cubicBezTo>
                    <a:pt x="1440" y="547"/>
                    <a:pt x="1439" y="544"/>
                    <a:pt x="1437" y="541"/>
                  </a:cubicBezTo>
                  <a:cubicBezTo>
                    <a:pt x="1436" y="540"/>
                    <a:pt x="1436" y="539"/>
                    <a:pt x="1435" y="538"/>
                  </a:cubicBezTo>
                  <a:lnTo>
                    <a:pt x="1435" y="538"/>
                  </a:lnTo>
                  <a:cubicBezTo>
                    <a:pt x="1429" y="529"/>
                    <a:pt x="1423" y="520"/>
                    <a:pt x="1418" y="510"/>
                  </a:cubicBezTo>
                  <a:cubicBezTo>
                    <a:pt x="1402" y="483"/>
                    <a:pt x="1388" y="454"/>
                    <a:pt x="1377" y="425"/>
                  </a:cubicBezTo>
                  <a:lnTo>
                    <a:pt x="1377" y="425"/>
                  </a:lnTo>
                  <a:cubicBezTo>
                    <a:pt x="1375" y="419"/>
                    <a:pt x="1373" y="412"/>
                    <a:pt x="1373" y="406"/>
                  </a:cubicBezTo>
                  <a:lnTo>
                    <a:pt x="1373" y="406"/>
                  </a:lnTo>
                  <a:lnTo>
                    <a:pt x="1373" y="406"/>
                  </a:lnTo>
                  <a:cubicBezTo>
                    <a:pt x="1374" y="399"/>
                    <a:pt x="1376" y="392"/>
                    <a:pt x="1379" y="386"/>
                  </a:cubicBezTo>
                  <a:cubicBezTo>
                    <a:pt x="1398" y="335"/>
                    <a:pt x="1376" y="266"/>
                    <a:pt x="1360" y="217"/>
                  </a:cubicBezTo>
                  <a:cubicBezTo>
                    <a:pt x="1357" y="207"/>
                    <a:pt x="1342" y="217"/>
                    <a:pt x="1336" y="208"/>
                  </a:cubicBezTo>
                  <a:cubicBezTo>
                    <a:pt x="1363" y="210"/>
                    <a:pt x="1431" y="193"/>
                    <a:pt x="1431" y="156"/>
                  </a:cubicBezTo>
                  <a:lnTo>
                    <a:pt x="1431" y="156"/>
                  </a:lnTo>
                  <a:cubicBezTo>
                    <a:pt x="1431" y="152"/>
                    <a:pt x="1429" y="147"/>
                    <a:pt x="1427" y="143"/>
                  </a:cubicBezTo>
                  <a:cubicBezTo>
                    <a:pt x="1424" y="138"/>
                    <a:pt x="1419" y="133"/>
                    <a:pt x="1414" y="130"/>
                  </a:cubicBezTo>
                  <a:cubicBezTo>
                    <a:pt x="1409" y="127"/>
                    <a:pt x="1403" y="126"/>
                    <a:pt x="1398" y="125"/>
                  </a:cubicBezTo>
                  <a:lnTo>
                    <a:pt x="1398" y="125"/>
                  </a:lnTo>
                  <a:cubicBezTo>
                    <a:pt x="1396" y="125"/>
                    <a:pt x="1395" y="125"/>
                    <a:pt x="1393" y="125"/>
                  </a:cubicBezTo>
                  <a:cubicBezTo>
                    <a:pt x="1378" y="125"/>
                    <a:pt x="1364" y="128"/>
                    <a:pt x="1350" y="135"/>
                  </a:cubicBezTo>
                  <a:lnTo>
                    <a:pt x="1350" y="135"/>
                  </a:lnTo>
                  <a:cubicBezTo>
                    <a:pt x="1354" y="133"/>
                    <a:pt x="1359" y="130"/>
                    <a:pt x="1363" y="128"/>
                  </a:cubicBezTo>
                  <a:cubicBezTo>
                    <a:pt x="1378" y="119"/>
                    <a:pt x="1390" y="107"/>
                    <a:pt x="1399" y="92"/>
                  </a:cubicBezTo>
                  <a:cubicBezTo>
                    <a:pt x="1400" y="90"/>
                    <a:pt x="1401" y="89"/>
                    <a:pt x="1402" y="87"/>
                  </a:cubicBezTo>
                  <a:lnTo>
                    <a:pt x="1402" y="87"/>
                  </a:lnTo>
                  <a:lnTo>
                    <a:pt x="1403" y="86"/>
                  </a:lnTo>
                  <a:cubicBezTo>
                    <a:pt x="1406" y="81"/>
                    <a:pt x="1407" y="76"/>
                    <a:pt x="1407" y="70"/>
                  </a:cubicBezTo>
                  <a:cubicBezTo>
                    <a:pt x="1407" y="66"/>
                    <a:pt x="1406" y="62"/>
                    <a:pt x="1404" y="58"/>
                  </a:cubicBezTo>
                  <a:cubicBezTo>
                    <a:pt x="1396" y="43"/>
                    <a:pt x="1374" y="47"/>
                    <a:pt x="1358" y="53"/>
                  </a:cubicBezTo>
                  <a:lnTo>
                    <a:pt x="1290" y="79"/>
                  </a:lnTo>
                  <a:lnTo>
                    <a:pt x="1290" y="79"/>
                  </a:lnTo>
                  <a:cubicBezTo>
                    <a:pt x="1298" y="73"/>
                    <a:pt x="1305" y="65"/>
                    <a:pt x="1311" y="56"/>
                  </a:cubicBezTo>
                  <a:cubicBezTo>
                    <a:pt x="1317" y="46"/>
                    <a:pt x="1320" y="34"/>
                    <a:pt x="1320" y="21"/>
                  </a:cubicBezTo>
                  <a:cubicBezTo>
                    <a:pt x="1320" y="17"/>
                    <a:pt x="1320" y="12"/>
                    <a:pt x="1319" y="8"/>
                  </a:cubicBezTo>
                  <a:lnTo>
                    <a:pt x="1319" y="8"/>
                  </a:lnTo>
                  <a:cubicBezTo>
                    <a:pt x="1309" y="21"/>
                    <a:pt x="1296" y="32"/>
                    <a:pt x="1281" y="41"/>
                  </a:cubicBezTo>
                  <a:cubicBezTo>
                    <a:pt x="1265" y="50"/>
                    <a:pt x="1246" y="56"/>
                    <a:pt x="1226" y="57"/>
                  </a:cubicBezTo>
                  <a:cubicBezTo>
                    <a:pt x="1229" y="38"/>
                    <a:pt x="1232" y="19"/>
                    <a:pt x="1234" y="0"/>
                  </a:cubicBezTo>
                  <a:cubicBezTo>
                    <a:pt x="1144" y="61"/>
                    <a:pt x="1020" y="41"/>
                    <a:pt x="923" y="89"/>
                  </a:cubicBezTo>
                  <a:lnTo>
                    <a:pt x="923" y="89"/>
                  </a:lnTo>
                  <a:cubicBezTo>
                    <a:pt x="919" y="91"/>
                    <a:pt x="914" y="94"/>
                    <a:pt x="910" y="96"/>
                  </a:cubicBezTo>
                  <a:cubicBezTo>
                    <a:pt x="873" y="118"/>
                    <a:pt x="841" y="149"/>
                    <a:pt x="820" y="187"/>
                  </a:cubicBezTo>
                  <a:cubicBezTo>
                    <a:pt x="805" y="212"/>
                    <a:pt x="795" y="239"/>
                    <a:pt x="790" y="268"/>
                  </a:cubicBezTo>
                  <a:lnTo>
                    <a:pt x="768" y="242"/>
                  </a:lnTo>
                  <a:lnTo>
                    <a:pt x="768" y="242"/>
                  </a:lnTo>
                  <a:cubicBezTo>
                    <a:pt x="775" y="254"/>
                    <a:pt x="778" y="267"/>
                    <a:pt x="778" y="281"/>
                  </a:cubicBezTo>
                  <a:cubicBezTo>
                    <a:pt x="778" y="295"/>
                    <a:pt x="775" y="308"/>
                    <a:pt x="768" y="320"/>
                  </a:cubicBezTo>
                  <a:cubicBezTo>
                    <a:pt x="763" y="328"/>
                    <a:pt x="757" y="336"/>
                    <a:pt x="749" y="342"/>
                  </a:cubicBezTo>
                  <a:lnTo>
                    <a:pt x="794" y="336"/>
                  </a:lnTo>
                  <a:cubicBezTo>
                    <a:pt x="777" y="388"/>
                    <a:pt x="802" y="444"/>
                    <a:pt x="832" y="490"/>
                  </a:cubicBezTo>
                  <a:cubicBezTo>
                    <a:pt x="862" y="535"/>
                    <a:pt x="898" y="580"/>
                    <a:pt x="909" y="633"/>
                  </a:cubicBezTo>
                  <a:lnTo>
                    <a:pt x="909" y="633"/>
                  </a:lnTo>
                  <a:cubicBezTo>
                    <a:pt x="897" y="620"/>
                    <a:pt x="884" y="609"/>
                    <a:pt x="868" y="600"/>
                  </a:cubicBezTo>
                  <a:cubicBezTo>
                    <a:pt x="844" y="586"/>
                    <a:pt x="817" y="579"/>
                    <a:pt x="789" y="579"/>
                  </a:cubicBezTo>
                  <a:cubicBezTo>
                    <a:pt x="783" y="579"/>
                    <a:pt x="778" y="579"/>
                    <a:pt x="772" y="580"/>
                  </a:cubicBezTo>
                  <a:lnTo>
                    <a:pt x="772" y="580"/>
                  </a:lnTo>
                  <a:cubicBezTo>
                    <a:pt x="750" y="582"/>
                    <a:pt x="728" y="589"/>
                    <a:pt x="709" y="600"/>
                  </a:cubicBezTo>
                  <a:cubicBezTo>
                    <a:pt x="685" y="614"/>
                    <a:pt x="666" y="633"/>
                    <a:pt x="652" y="657"/>
                  </a:cubicBezTo>
                  <a:lnTo>
                    <a:pt x="651" y="658"/>
                  </a:lnTo>
                  <a:lnTo>
                    <a:pt x="651" y="658"/>
                  </a:lnTo>
                  <a:cubicBezTo>
                    <a:pt x="632" y="626"/>
                    <a:pt x="605" y="600"/>
                    <a:pt x="573" y="581"/>
                  </a:cubicBezTo>
                  <a:cubicBezTo>
                    <a:pt x="564" y="576"/>
                    <a:pt x="555" y="571"/>
                    <a:pt x="545" y="568"/>
                  </a:cubicBezTo>
                  <a:cubicBezTo>
                    <a:pt x="728" y="658"/>
                    <a:pt x="685" y="218"/>
                    <a:pt x="672" y="219"/>
                  </a:cubicBezTo>
                  <a:cubicBezTo>
                    <a:pt x="699" y="216"/>
                    <a:pt x="734" y="206"/>
                    <a:pt x="739" y="179"/>
                  </a:cubicBezTo>
                  <a:lnTo>
                    <a:pt x="739" y="179"/>
                  </a:lnTo>
                  <a:cubicBezTo>
                    <a:pt x="739" y="178"/>
                    <a:pt x="739" y="177"/>
                    <a:pt x="739" y="177"/>
                  </a:cubicBezTo>
                  <a:cubicBezTo>
                    <a:pt x="739" y="169"/>
                    <a:pt x="737" y="161"/>
                    <a:pt x="733" y="155"/>
                  </a:cubicBezTo>
                  <a:cubicBezTo>
                    <a:pt x="729" y="148"/>
                    <a:pt x="723" y="143"/>
                    <a:pt x="717" y="139"/>
                  </a:cubicBezTo>
                  <a:cubicBezTo>
                    <a:pt x="715" y="138"/>
                    <a:pt x="713" y="137"/>
                    <a:pt x="711" y="136"/>
                  </a:cubicBezTo>
                  <a:lnTo>
                    <a:pt x="711" y="136"/>
                  </a:lnTo>
                  <a:cubicBezTo>
                    <a:pt x="700" y="131"/>
                    <a:pt x="687" y="128"/>
                    <a:pt x="675" y="128"/>
                  </a:cubicBezTo>
                  <a:cubicBezTo>
                    <a:pt x="674" y="128"/>
                    <a:pt x="672" y="128"/>
                    <a:pt x="671" y="128"/>
                  </a:cubicBezTo>
                  <a:lnTo>
                    <a:pt x="671" y="128"/>
                  </a:lnTo>
                  <a:lnTo>
                    <a:pt x="671" y="128"/>
                  </a:lnTo>
                  <a:cubicBezTo>
                    <a:pt x="675" y="126"/>
                    <a:pt x="678" y="122"/>
                    <a:pt x="681" y="118"/>
                  </a:cubicBezTo>
                  <a:cubicBezTo>
                    <a:pt x="683" y="114"/>
                    <a:pt x="684" y="109"/>
                    <a:pt x="684" y="105"/>
                  </a:cubicBezTo>
                  <a:cubicBezTo>
                    <a:pt x="684" y="100"/>
                    <a:pt x="683" y="96"/>
                    <a:pt x="681" y="92"/>
                  </a:cubicBezTo>
                  <a:lnTo>
                    <a:pt x="681" y="92"/>
                  </a:lnTo>
                  <a:cubicBezTo>
                    <a:pt x="678" y="88"/>
                    <a:pt x="673" y="85"/>
                    <a:pt x="668" y="82"/>
                  </a:cubicBezTo>
                  <a:cubicBezTo>
                    <a:pt x="660" y="78"/>
                    <a:pt x="652" y="75"/>
                    <a:pt x="644" y="75"/>
                  </a:cubicBezTo>
                  <a:cubicBezTo>
                    <a:pt x="639" y="75"/>
                    <a:pt x="635" y="75"/>
                    <a:pt x="631" y="77"/>
                  </a:cubicBezTo>
                  <a:lnTo>
                    <a:pt x="631" y="77"/>
                  </a:lnTo>
                  <a:cubicBezTo>
                    <a:pt x="613" y="82"/>
                    <a:pt x="594" y="86"/>
                    <a:pt x="575" y="89"/>
                  </a:cubicBezTo>
                  <a:lnTo>
                    <a:pt x="575" y="89"/>
                  </a:lnTo>
                  <a:cubicBezTo>
                    <a:pt x="585" y="83"/>
                    <a:pt x="594" y="74"/>
                    <a:pt x="600" y="64"/>
                  </a:cubicBezTo>
                  <a:cubicBezTo>
                    <a:pt x="606" y="53"/>
                    <a:pt x="609" y="41"/>
                    <a:pt x="609" y="28"/>
                  </a:cubicBezTo>
                  <a:cubicBezTo>
                    <a:pt x="609" y="18"/>
                    <a:pt x="607" y="9"/>
                    <a:pt x="603" y="0"/>
                  </a:cubicBezTo>
                  <a:cubicBezTo>
                    <a:pt x="546" y="66"/>
                    <a:pt x="438" y="57"/>
                    <a:pt x="361" y="89"/>
                  </a:cubicBezTo>
                  <a:lnTo>
                    <a:pt x="361" y="89"/>
                  </a:lnTo>
                  <a:cubicBezTo>
                    <a:pt x="354" y="92"/>
                    <a:pt x="348" y="95"/>
                    <a:pt x="341" y="99"/>
                  </a:cubicBezTo>
                  <a:cubicBezTo>
                    <a:pt x="316" y="114"/>
                    <a:pt x="295" y="135"/>
                    <a:pt x="280" y="160"/>
                  </a:cubicBezTo>
                  <a:cubicBezTo>
                    <a:pt x="269" y="180"/>
                    <a:pt x="262" y="201"/>
                    <a:pt x="259" y="223"/>
                  </a:cubicBezTo>
                  <a:lnTo>
                    <a:pt x="259" y="223"/>
                  </a:lnTo>
                  <a:cubicBezTo>
                    <a:pt x="259" y="234"/>
                    <a:pt x="257" y="244"/>
                    <a:pt x="254" y="254"/>
                  </a:cubicBezTo>
                  <a:cubicBezTo>
                    <a:pt x="248" y="268"/>
                    <a:pt x="232" y="279"/>
                    <a:pt x="230" y="295"/>
                  </a:cubicBezTo>
                  <a:cubicBezTo>
                    <a:pt x="228" y="314"/>
                    <a:pt x="248" y="330"/>
                    <a:pt x="263" y="342"/>
                  </a:cubicBezTo>
                  <a:cubicBezTo>
                    <a:pt x="327" y="394"/>
                    <a:pt x="343" y="490"/>
                    <a:pt x="312" y="565"/>
                  </a:cubicBezTo>
                  <a:lnTo>
                    <a:pt x="312" y="565"/>
                  </a:lnTo>
                  <a:cubicBezTo>
                    <a:pt x="302" y="561"/>
                    <a:pt x="292" y="559"/>
                    <a:pt x="281" y="559"/>
                  </a:cubicBezTo>
                  <a:cubicBezTo>
                    <a:pt x="268" y="559"/>
                    <a:pt x="254" y="562"/>
                    <a:pt x="242" y="568"/>
                  </a:cubicBezTo>
                  <a:lnTo>
                    <a:pt x="270" y="622"/>
                  </a:lnTo>
                  <a:lnTo>
                    <a:pt x="270" y="622"/>
                  </a:lnTo>
                  <a:cubicBezTo>
                    <a:pt x="266" y="623"/>
                    <a:pt x="263" y="624"/>
                    <a:pt x="259" y="626"/>
                  </a:cubicBezTo>
                  <a:cubicBezTo>
                    <a:pt x="254" y="629"/>
                    <a:pt x="250" y="633"/>
                    <a:pt x="247" y="638"/>
                  </a:cubicBezTo>
                  <a:cubicBezTo>
                    <a:pt x="244" y="643"/>
                    <a:pt x="243" y="649"/>
                    <a:pt x="243" y="655"/>
                  </a:cubicBezTo>
                  <a:cubicBezTo>
                    <a:pt x="243" y="657"/>
                    <a:pt x="243" y="659"/>
                    <a:pt x="243" y="660"/>
                  </a:cubicBezTo>
                  <a:cubicBezTo>
                    <a:pt x="198" y="678"/>
                    <a:pt x="172" y="726"/>
                    <a:pt x="155" y="772"/>
                  </a:cubicBezTo>
                  <a:lnTo>
                    <a:pt x="155" y="772"/>
                  </a:lnTo>
                  <a:cubicBezTo>
                    <a:pt x="128" y="848"/>
                    <a:pt x="113" y="928"/>
                    <a:pt x="113" y="1010"/>
                  </a:cubicBezTo>
                  <a:cubicBezTo>
                    <a:pt x="113" y="1022"/>
                    <a:pt x="114" y="1034"/>
                    <a:pt x="114" y="1045"/>
                  </a:cubicBezTo>
                  <a:lnTo>
                    <a:pt x="114" y="1045"/>
                  </a:lnTo>
                  <a:cubicBezTo>
                    <a:pt x="115" y="1092"/>
                    <a:pt x="121" y="1138"/>
                    <a:pt x="135" y="1183"/>
                  </a:cubicBezTo>
                  <a:cubicBezTo>
                    <a:pt x="146" y="1211"/>
                    <a:pt x="173" y="1235"/>
                    <a:pt x="176" y="1266"/>
                  </a:cubicBezTo>
                  <a:cubicBezTo>
                    <a:pt x="100" y="1273"/>
                    <a:pt x="40" y="1337"/>
                    <a:pt x="17" y="1410"/>
                  </a:cubicBezTo>
                  <a:cubicBezTo>
                    <a:pt x="-7" y="1482"/>
                    <a:pt x="-1" y="1560"/>
                    <a:pt x="6" y="1636"/>
                  </a:cubicBezTo>
                  <a:cubicBezTo>
                    <a:pt x="26" y="1853"/>
                    <a:pt x="56" y="2071"/>
                    <a:pt x="126" y="2278"/>
                  </a:cubicBezTo>
                  <a:lnTo>
                    <a:pt x="126" y="2278"/>
                  </a:lnTo>
                  <a:cubicBezTo>
                    <a:pt x="131" y="2297"/>
                    <a:pt x="138" y="2314"/>
                    <a:pt x="148" y="2331"/>
                  </a:cubicBezTo>
                  <a:cubicBezTo>
                    <a:pt x="156" y="2345"/>
                    <a:pt x="165" y="2357"/>
                    <a:pt x="176" y="2369"/>
                  </a:cubicBezTo>
                  <a:cubicBezTo>
                    <a:pt x="206" y="2397"/>
                    <a:pt x="247" y="2406"/>
                    <a:pt x="286" y="2415"/>
                  </a:cubicBezTo>
                  <a:lnTo>
                    <a:pt x="530" y="2468"/>
                  </a:lnTo>
                  <a:lnTo>
                    <a:pt x="530" y="2468"/>
                  </a:lnTo>
                  <a:cubicBezTo>
                    <a:pt x="537" y="2469"/>
                    <a:pt x="543" y="2471"/>
                    <a:pt x="549" y="2474"/>
                  </a:cubicBezTo>
                  <a:cubicBezTo>
                    <a:pt x="551" y="2475"/>
                    <a:pt x="553" y="2477"/>
                    <a:pt x="555" y="2478"/>
                  </a:cubicBezTo>
                  <a:lnTo>
                    <a:pt x="555" y="2478"/>
                  </a:lnTo>
                  <a:cubicBezTo>
                    <a:pt x="556" y="2480"/>
                    <a:pt x="557" y="2482"/>
                    <a:pt x="559" y="2485"/>
                  </a:cubicBezTo>
                  <a:cubicBezTo>
                    <a:pt x="563" y="2492"/>
                    <a:pt x="566" y="2501"/>
                    <a:pt x="566" y="2509"/>
                  </a:cubicBezTo>
                  <a:cubicBezTo>
                    <a:pt x="566" y="2510"/>
                    <a:pt x="566" y="2511"/>
                    <a:pt x="566" y="2511"/>
                  </a:cubicBezTo>
                  <a:lnTo>
                    <a:pt x="566" y="2511"/>
                  </a:lnTo>
                  <a:cubicBezTo>
                    <a:pt x="568" y="2546"/>
                    <a:pt x="570" y="2580"/>
                    <a:pt x="570" y="2615"/>
                  </a:cubicBezTo>
                  <a:cubicBezTo>
                    <a:pt x="570" y="2678"/>
                    <a:pt x="565" y="2740"/>
                    <a:pt x="557" y="2803"/>
                  </a:cubicBezTo>
                  <a:cubicBezTo>
                    <a:pt x="551" y="2845"/>
                    <a:pt x="608" y="2885"/>
                    <a:pt x="674" y="2917"/>
                  </a:cubicBezTo>
                  <a:lnTo>
                    <a:pt x="674" y="2917"/>
                  </a:lnTo>
                  <a:cubicBezTo>
                    <a:pt x="724" y="2941"/>
                    <a:pt x="775" y="2961"/>
                    <a:pt x="827" y="2978"/>
                  </a:cubicBezTo>
                  <a:cubicBezTo>
                    <a:pt x="816" y="3032"/>
                    <a:pt x="797" y="3085"/>
                    <a:pt x="785" y="3139"/>
                  </a:cubicBezTo>
                  <a:cubicBezTo>
                    <a:pt x="771" y="3205"/>
                    <a:pt x="769" y="3274"/>
                    <a:pt x="756" y="3341"/>
                  </a:cubicBezTo>
                  <a:cubicBezTo>
                    <a:pt x="724" y="3516"/>
                    <a:pt x="626" y="3670"/>
                    <a:pt x="536" y="3823"/>
                  </a:cubicBezTo>
                  <a:lnTo>
                    <a:pt x="536" y="3823"/>
                  </a:lnTo>
                  <a:cubicBezTo>
                    <a:pt x="500" y="3884"/>
                    <a:pt x="461" y="3942"/>
                    <a:pt x="419" y="3999"/>
                  </a:cubicBezTo>
                  <a:cubicBezTo>
                    <a:pt x="373" y="4061"/>
                    <a:pt x="354" y="4147"/>
                    <a:pt x="328" y="4219"/>
                  </a:cubicBezTo>
                  <a:lnTo>
                    <a:pt x="328" y="4219"/>
                  </a:lnTo>
                  <a:cubicBezTo>
                    <a:pt x="321" y="4242"/>
                    <a:pt x="312" y="4264"/>
                    <a:pt x="300" y="4285"/>
                  </a:cubicBezTo>
                  <a:cubicBezTo>
                    <a:pt x="295" y="4293"/>
                    <a:pt x="290" y="4301"/>
                    <a:pt x="285" y="4309"/>
                  </a:cubicBezTo>
                  <a:lnTo>
                    <a:pt x="285" y="4309"/>
                  </a:lnTo>
                  <a:cubicBezTo>
                    <a:pt x="276" y="4320"/>
                    <a:pt x="265" y="4330"/>
                    <a:pt x="253" y="4337"/>
                  </a:cubicBezTo>
                  <a:cubicBezTo>
                    <a:pt x="237" y="4346"/>
                    <a:pt x="219" y="4351"/>
                    <a:pt x="201" y="4351"/>
                  </a:cubicBezTo>
                  <a:cubicBezTo>
                    <a:pt x="200" y="4351"/>
                    <a:pt x="199" y="4351"/>
                    <a:pt x="199" y="4351"/>
                  </a:cubicBezTo>
                  <a:lnTo>
                    <a:pt x="199" y="4351"/>
                  </a:lnTo>
                  <a:cubicBezTo>
                    <a:pt x="196" y="4350"/>
                    <a:pt x="193" y="4350"/>
                    <a:pt x="190" y="4350"/>
                  </a:cubicBezTo>
                  <a:cubicBezTo>
                    <a:pt x="185" y="4350"/>
                    <a:pt x="180" y="4351"/>
                    <a:pt x="176" y="4353"/>
                  </a:cubicBezTo>
                  <a:cubicBezTo>
                    <a:pt x="153" y="4370"/>
                    <a:pt x="208" y="4408"/>
                    <a:pt x="188" y="4427"/>
                  </a:cubicBezTo>
                  <a:lnTo>
                    <a:pt x="188" y="4427"/>
                  </a:lnTo>
                  <a:cubicBezTo>
                    <a:pt x="187" y="4428"/>
                    <a:pt x="186" y="4429"/>
                    <a:pt x="185" y="4429"/>
                  </a:cubicBezTo>
                  <a:cubicBezTo>
                    <a:pt x="180" y="4432"/>
                    <a:pt x="173" y="4434"/>
                    <a:pt x="166" y="4434"/>
                  </a:cubicBezTo>
                  <a:lnTo>
                    <a:pt x="166" y="4434"/>
                  </a:lnTo>
                  <a:lnTo>
                    <a:pt x="166" y="4434"/>
                  </a:lnTo>
                  <a:cubicBezTo>
                    <a:pt x="161" y="4435"/>
                    <a:pt x="156" y="4437"/>
                    <a:pt x="151" y="4440"/>
                  </a:cubicBezTo>
                  <a:cubicBezTo>
                    <a:pt x="143" y="4445"/>
                    <a:pt x="135" y="4452"/>
                    <a:pt x="131" y="4460"/>
                  </a:cubicBezTo>
                  <a:cubicBezTo>
                    <a:pt x="126" y="4468"/>
                    <a:pt x="124" y="4477"/>
                    <a:pt x="124" y="4487"/>
                  </a:cubicBezTo>
                  <a:cubicBezTo>
                    <a:pt x="124" y="4493"/>
                    <a:pt x="125" y="4500"/>
                    <a:pt x="128" y="4507"/>
                  </a:cubicBezTo>
                  <a:lnTo>
                    <a:pt x="128" y="4507"/>
                  </a:lnTo>
                  <a:cubicBezTo>
                    <a:pt x="108" y="4508"/>
                    <a:pt x="89" y="4514"/>
                    <a:pt x="72" y="4524"/>
                  </a:cubicBezTo>
                  <a:cubicBezTo>
                    <a:pt x="65" y="4528"/>
                    <a:pt x="59" y="4532"/>
                    <a:pt x="52" y="4538"/>
                  </a:cubicBezTo>
                  <a:lnTo>
                    <a:pt x="52" y="4538"/>
                  </a:lnTo>
                  <a:cubicBezTo>
                    <a:pt x="118" y="4606"/>
                    <a:pt x="193" y="4665"/>
                    <a:pt x="274" y="4714"/>
                  </a:cubicBezTo>
                  <a:lnTo>
                    <a:pt x="274" y="4714"/>
                  </a:lnTo>
                  <a:cubicBezTo>
                    <a:pt x="276" y="4715"/>
                    <a:pt x="277" y="4716"/>
                    <a:pt x="279" y="4717"/>
                  </a:cubicBezTo>
                  <a:cubicBezTo>
                    <a:pt x="351" y="4758"/>
                    <a:pt x="433" y="4780"/>
                    <a:pt x="516" y="4780"/>
                  </a:cubicBezTo>
                  <a:cubicBezTo>
                    <a:pt x="526" y="4780"/>
                    <a:pt x="536" y="4780"/>
                    <a:pt x="546" y="4779"/>
                  </a:cubicBezTo>
                  <a:cubicBezTo>
                    <a:pt x="565" y="4772"/>
                    <a:pt x="562" y="4741"/>
                    <a:pt x="546" y="4727"/>
                  </a:cubicBezTo>
                  <a:lnTo>
                    <a:pt x="546" y="4727"/>
                  </a:lnTo>
                  <a:cubicBezTo>
                    <a:pt x="527" y="4717"/>
                    <a:pt x="507" y="4711"/>
                    <a:pt x="486" y="4708"/>
                  </a:cubicBezTo>
                  <a:lnTo>
                    <a:pt x="486" y="4708"/>
                  </a:lnTo>
                  <a:cubicBezTo>
                    <a:pt x="474" y="4705"/>
                    <a:pt x="463" y="4700"/>
                    <a:pt x="452" y="4694"/>
                  </a:cubicBezTo>
                  <a:cubicBezTo>
                    <a:pt x="431" y="4682"/>
                    <a:pt x="413" y="4664"/>
                    <a:pt x="400" y="4642"/>
                  </a:cubicBezTo>
                  <a:cubicBezTo>
                    <a:pt x="394" y="4631"/>
                    <a:pt x="389" y="4620"/>
                    <a:pt x="386" y="4608"/>
                  </a:cubicBezTo>
                  <a:cubicBezTo>
                    <a:pt x="400" y="4621"/>
                    <a:pt x="423" y="4611"/>
                    <a:pt x="436" y="4597"/>
                  </a:cubicBezTo>
                  <a:cubicBezTo>
                    <a:pt x="448" y="4583"/>
                    <a:pt x="458" y="4564"/>
                    <a:pt x="474" y="4556"/>
                  </a:cubicBezTo>
                  <a:lnTo>
                    <a:pt x="474" y="4556"/>
                  </a:lnTo>
                  <a:cubicBezTo>
                    <a:pt x="487" y="4551"/>
                    <a:pt x="500" y="4549"/>
                    <a:pt x="513" y="4549"/>
                  </a:cubicBezTo>
                  <a:cubicBezTo>
                    <a:pt x="623" y="4536"/>
                    <a:pt x="683" y="4371"/>
                    <a:pt x="729" y="4290"/>
                  </a:cubicBezTo>
                  <a:lnTo>
                    <a:pt x="729" y="4290"/>
                  </a:lnTo>
                  <a:cubicBezTo>
                    <a:pt x="736" y="4277"/>
                    <a:pt x="743" y="4265"/>
                    <a:pt x="751" y="4252"/>
                  </a:cubicBezTo>
                  <a:cubicBezTo>
                    <a:pt x="816" y="4140"/>
                    <a:pt x="887" y="4031"/>
                    <a:pt x="965" y="3927"/>
                  </a:cubicBezTo>
                  <a:lnTo>
                    <a:pt x="984" y="3904"/>
                  </a:lnTo>
                  <a:lnTo>
                    <a:pt x="984" y="3904"/>
                  </a:lnTo>
                  <a:cubicBezTo>
                    <a:pt x="982" y="3912"/>
                    <a:pt x="980" y="3920"/>
                    <a:pt x="975" y="3928"/>
                  </a:cubicBezTo>
                  <a:cubicBezTo>
                    <a:pt x="972" y="3934"/>
                    <a:pt x="968" y="3939"/>
                    <a:pt x="963" y="3944"/>
                  </a:cubicBezTo>
                  <a:cubicBezTo>
                    <a:pt x="951" y="3953"/>
                    <a:pt x="933" y="3963"/>
                    <a:pt x="937" y="3977"/>
                  </a:cubicBezTo>
                  <a:cubicBezTo>
                    <a:pt x="941" y="3990"/>
                    <a:pt x="966" y="3990"/>
                    <a:pt x="975" y="4004"/>
                  </a:cubicBezTo>
                  <a:cubicBezTo>
                    <a:pt x="981" y="4013"/>
                    <a:pt x="975" y="4026"/>
                    <a:pt x="971" y="4036"/>
                  </a:cubicBezTo>
                  <a:lnTo>
                    <a:pt x="971" y="4036"/>
                  </a:lnTo>
                  <a:cubicBezTo>
                    <a:pt x="946" y="4084"/>
                    <a:pt x="924" y="4133"/>
                    <a:pt x="906" y="4184"/>
                  </a:cubicBezTo>
                  <a:lnTo>
                    <a:pt x="906" y="4184"/>
                  </a:lnTo>
                  <a:cubicBezTo>
                    <a:pt x="846" y="4338"/>
                    <a:pt x="799" y="4498"/>
                    <a:pt x="766" y="4661"/>
                  </a:cubicBezTo>
                  <a:lnTo>
                    <a:pt x="766" y="4661"/>
                  </a:lnTo>
                  <a:cubicBezTo>
                    <a:pt x="789" y="4676"/>
                    <a:pt x="810" y="4694"/>
                    <a:pt x="830" y="4713"/>
                  </a:cubicBezTo>
                  <a:lnTo>
                    <a:pt x="830" y="4713"/>
                  </a:lnTo>
                  <a:cubicBezTo>
                    <a:pt x="832" y="4715"/>
                    <a:pt x="835" y="4717"/>
                    <a:pt x="837" y="4721"/>
                  </a:cubicBezTo>
                  <a:cubicBezTo>
                    <a:pt x="838" y="4723"/>
                    <a:pt x="839" y="4726"/>
                    <a:pt x="840" y="4728"/>
                  </a:cubicBezTo>
                  <a:lnTo>
                    <a:pt x="840" y="4728"/>
                  </a:lnTo>
                  <a:lnTo>
                    <a:pt x="840" y="4729"/>
                  </a:lnTo>
                  <a:cubicBezTo>
                    <a:pt x="840" y="4735"/>
                    <a:pt x="838" y="4741"/>
                    <a:pt x="835" y="4746"/>
                  </a:cubicBezTo>
                  <a:cubicBezTo>
                    <a:pt x="834" y="4748"/>
                    <a:pt x="832" y="4751"/>
                    <a:pt x="830" y="4753"/>
                  </a:cubicBezTo>
                  <a:lnTo>
                    <a:pt x="830" y="4753"/>
                  </a:lnTo>
                  <a:cubicBezTo>
                    <a:pt x="820" y="4766"/>
                    <a:pt x="809" y="4780"/>
                    <a:pt x="801" y="4796"/>
                  </a:cubicBezTo>
                  <a:cubicBezTo>
                    <a:pt x="787" y="4819"/>
                    <a:pt x="776" y="4845"/>
                    <a:pt x="767" y="4870"/>
                  </a:cubicBezTo>
                  <a:cubicBezTo>
                    <a:pt x="822" y="4898"/>
                    <a:pt x="889" y="4897"/>
                    <a:pt x="947" y="4916"/>
                  </a:cubicBezTo>
                  <a:lnTo>
                    <a:pt x="947" y="4916"/>
                  </a:lnTo>
                  <a:cubicBezTo>
                    <a:pt x="1008" y="4935"/>
                    <a:pt x="1072" y="4945"/>
                    <a:pt x="1136" y="4945"/>
                  </a:cubicBezTo>
                  <a:cubicBezTo>
                    <a:pt x="1234" y="4945"/>
                    <a:pt x="1330" y="4922"/>
                    <a:pt x="1417" y="4878"/>
                  </a:cubicBezTo>
                  <a:cubicBezTo>
                    <a:pt x="1427" y="4855"/>
                    <a:pt x="1409" y="4829"/>
                    <a:pt x="1386" y="4820"/>
                  </a:cubicBezTo>
                  <a:lnTo>
                    <a:pt x="1386" y="4820"/>
                  </a:lnTo>
                  <a:cubicBezTo>
                    <a:pt x="1367" y="4815"/>
                    <a:pt x="1348" y="4813"/>
                    <a:pt x="1328" y="4813"/>
                  </a:cubicBezTo>
                  <a:cubicBezTo>
                    <a:pt x="1323" y="4813"/>
                    <a:pt x="1318" y="4813"/>
                    <a:pt x="1313" y="4813"/>
                  </a:cubicBezTo>
                  <a:lnTo>
                    <a:pt x="1313" y="4813"/>
                  </a:lnTo>
                  <a:cubicBezTo>
                    <a:pt x="1272" y="4811"/>
                    <a:pt x="1232" y="4799"/>
                    <a:pt x="1196" y="4779"/>
                  </a:cubicBezTo>
                  <a:cubicBezTo>
                    <a:pt x="1161" y="4758"/>
                    <a:pt x="1131" y="4731"/>
                    <a:pt x="1110" y="4697"/>
                  </a:cubicBezTo>
                  <a:lnTo>
                    <a:pt x="1141" y="4664"/>
                  </a:lnTo>
                  <a:cubicBezTo>
                    <a:pt x="1115" y="4645"/>
                    <a:pt x="1118" y="4604"/>
                    <a:pt x="1124" y="4572"/>
                  </a:cubicBezTo>
                  <a:cubicBezTo>
                    <a:pt x="1194" y="4217"/>
                    <a:pt x="1365" y="3917"/>
                    <a:pt x="1526" y="3599"/>
                  </a:cubicBezTo>
                  <a:lnTo>
                    <a:pt x="1526" y="3599"/>
                  </a:lnTo>
                  <a:cubicBezTo>
                    <a:pt x="1539" y="3575"/>
                    <a:pt x="1549" y="3550"/>
                    <a:pt x="1556" y="3524"/>
                  </a:cubicBezTo>
                  <a:lnTo>
                    <a:pt x="1556" y="3524"/>
                  </a:lnTo>
                  <a:cubicBezTo>
                    <a:pt x="1558" y="3511"/>
                    <a:pt x="1559" y="3497"/>
                    <a:pt x="1559" y="3483"/>
                  </a:cubicBezTo>
                  <a:cubicBezTo>
                    <a:pt x="1559" y="3454"/>
                    <a:pt x="1554" y="3424"/>
                    <a:pt x="1546" y="3396"/>
                  </a:cubicBezTo>
                  <a:lnTo>
                    <a:pt x="1546" y="3396"/>
                  </a:lnTo>
                  <a:cubicBezTo>
                    <a:pt x="1501" y="3204"/>
                    <a:pt x="1444" y="3016"/>
                    <a:pt x="1374" y="2832"/>
                  </a:cubicBezTo>
                  <a:lnTo>
                    <a:pt x="1374" y="2832"/>
                  </a:lnTo>
                  <a:cubicBezTo>
                    <a:pt x="1370" y="2826"/>
                    <a:pt x="1368" y="2819"/>
                    <a:pt x="1368" y="2811"/>
                  </a:cubicBezTo>
                  <a:cubicBezTo>
                    <a:pt x="1368" y="2808"/>
                    <a:pt x="1369" y="2804"/>
                    <a:pt x="1370" y="2801"/>
                  </a:cubicBezTo>
                  <a:cubicBezTo>
                    <a:pt x="1377" y="2780"/>
                    <a:pt x="1406" y="2792"/>
                    <a:pt x="1407" y="2770"/>
                  </a:cubicBezTo>
                  <a:cubicBezTo>
                    <a:pt x="1409" y="2573"/>
                    <a:pt x="1408" y="2376"/>
                    <a:pt x="1402" y="2179"/>
                  </a:cubicBezTo>
                  <a:lnTo>
                    <a:pt x="1402" y="2179"/>
                  </a:lnTo>
                  <a:cubicBezTo>
                    <a:pt x="1438" y="2257"/>
                    <a:pt x="1466" y="2338"/>
                    <a:pt x="1486" y="2422"/>
                  </a:cubicBezTo>
                  <a:lnTo>
                    <a:pt x="1486" y="2422"/>
                  </a:lnTo>
                  <a:cubicBezTo>
                    <a:pt x="1486" y="2424"/>
                    <a:pt x="1487" y="2425"/>
                    <a:pt x="1488" y="2427"/>
                  </a:cubicBezTo>
                  <a:cubicBezTo>
                    <a:pt x="1488" y="2428"/>
                    <a:pt x="1490" y="2429"/>
                    <a:pt x="1491" y="2430"/>
                  </a:cubicBezTo>
                  <a:cubicBezTo>
                    <a:pt x="1498" y="2435"/>
                    <a:pt x="1506" y="2424"/>
                    <a:pt x="1514" y="2420"/>
                  </a:cubicBezTo>
                  <a:cubicBezTo>
                    <a:pt x="1555" y="2397"/>
                    <a:pt x="1537" y="2485"/>
                    <a:pt x="1533" y="2499"/>
                  </a:cubicBezTo>
                  <a:cubicBezTo>
                    <a:pt x="1514" y="2553"/>
                    <a:pt x="1478" y="2605"/>
                    <a:pt x="1452" y="2656"/>
                  </a:cubicBezTo>
                  <a:lnTo>
                    <a:pt x="1452" y="2656"/>
                  </a:lnTo>
                  <a:cubicBezTo>
                    <a:pt x="1451" y="2657"/>
                    <a:pt x="1451" y="2658"/>
                    <a:pt x="1450" y="2659"/>
                  </a:cubicBezTo>
                  <a:cubicBezTo>
                    <a:pt x="1447" y="2665"/>
                    <a:pt x="1445" y="2672"/>
                    <a:pt x="1445" y="2680"/>
                  </a:cubicBezTo>
                  <a:cubicBezTo>
                    <a:pt x="1445" y="2682"/>
                    <a:pt x="1445" y="2684"/>
                    <a:pt x="1445" y="2686"/>
                  </a:cubicBezTo>
                  <a:cubicBezTo>
                    <a:pt x="1452" y="2705"/>
                    <a:pt x="1480" y="2705"/>
                    <a:pt x="1500" y="2698"/>
                  </a:cubicBezTo>
                  <a:lnTo>
                    <a:pt x="1500" y="2698"/>
                  </a:lnTo>
                  <a:cubicBezTo>
                    <a:pt x="1523" y="2689"/>
                    <a:pt x="1546" y="2678"/>
                    <a:pt x="1567" y="2666"/>
                  </a:cubicBezTo>
                  <a:cubicBezTo>
                    <a:pt x="1620" y="2635"/>
                    <a:pt x="1666" y="2595"/>
                    <a:pt x="1701" y="2545"/>
                  </a:cubicBezTo>
                  <a:lnTo>
                    <a:pt x="1701" y="2545"/>
                  </a:lnTo>
                  <a:cubicBezTo>
                    <a:pt x="1705" y="2541"/>
                    <a:pt x="1707" y="2537"/>
                    <a:pt x="1710" y="2533"/>
                  </a:cubicBezTo>
                  <a:cubicBezTo>
                    <a:pt x="1716" y="2523"/>
                    <a:pt x="1719" y="2512"/>
                    <a:pt x="1720" y="2501"/>
                  </a:cubicBezTo>
                  <a:cubicBezTo>
                    <a:pt x="1720" y="2474"/>
                    <a:pt x="1697" y="2453"/>
                    <a:pt x="1679" y="2434"/>
                  </a:cubicBezTo>
                  <a:cubicBezTo>
                    <a:pt x="1660" y="2414"/>
                    <a:pt x="1645" y="2385"/>
                    <a:pt x="1660" y="2362"/>
                  </a:cubicBezTo>
                  <a:lnTo>
                    <a:pt x="1660" y="2362"/>
                  </a:lnTo>
                  <a:cubicBezTo>
                    <a:pt x="1664" y="2358"/>
                    <a:pt x="1666" y="2354"/>
                    <a:pt x="1669" y="2350"/>
                  </a:cubicBezTo>
                  <a:cubicBezTo>
                    <a:pt x="1670" y="2349"/>
                    <a:pt x="1670" y="2348"/>
                    <a:pt x="1671" y="2347"/>
                  </a:cubicBezTo>
                  <a:lnTo>
                    <a:pt x="1671" y="2347"/>
                  </a:lnTo>
                  <a:cubicBezTo>
                    <a:pt x="1671" y="2343"/>
                    <a:pt x="1672" y="2340"/>
                    <a:pt x="1672" y="2337"/>
                  </a:cubicBezTo>
                  <a:cubicBezTo>
                    <a:pt x="1672" y="2334"/>
                    <a:pt x="1671" y="2331"/>
                    <a:pt x="1671" y="2327"/>
                  </a:cubicBezTo>
                  <a:lnTo>
                    <a:pt x="1643" y="2143"/>
                  </a:lnTo>
                  <a:lnTo>
                    <a:pt x="1643" y="2143"/>
                  </a:lnTo>
                  <a:cubicBezTo>
                    <a:pt x="1662" y="2151"/>
                    <a:pt x="1683" y="2155"/>
                    <a:pt x="1703" y="2155"/>
                  </a:cubicBezTo>
                  <a:cubicBezTo>
                    <a:pt x="1732" y="2155"/>
                    <a:pt x="1760" y="2147"/>
                    <a:pt x="1785" y="2133"/>
                  </a:cubicBezTo>
                  <a:cubicBezTo>
                    <a:pt x="1796" y="2127"/>
                    <a:pt x="1805" y="2120"/>
                    <a:pt x="1814" y="2112"/>
                  </a:cubicBezTo>
                  <a:lnTo>
                    <a:pt x="1814" y="2112"/>
                  </a:lnTo>
                  <a:cubicBezTo>
                    <a:pt x="1827" y="2099"/>
                    <a:pt x="1839" y="2085"/>
                    <a:pt x="1848" y="2069"/>
                  </a:cubicBezTo>
                  <a:cubicBezTo>
                    <a:pt x="1865" y="2040"/>
                    <a:pt x="1874" y="2007"/>
                    <a:pt x="1874" y="1973"/>
                  </a:cubicBezTo>
                  <a:cubicBezTo>
                    <a:pt x="1874" y="1964"/>
                    <a:pt x="1873" y="1954"/>
                    <a:pt x="1871" y="1945"/>
                  </a:cubicBezTo>
                  <a:lnTo>
                    <a:pt x="1871" y="1945"/>
                  </a:lnTo>
                  <a:cubicBezTo>
                    <a:pt x="1870" y="1915"/>
                    <a:pt x="1864" y="1885"/>
                    <a:pt x="1853" y="1857"/>
                  </a:cubicBezTo>
                  <a:cubicBezTo>
                    <a:pt x="1953" y="1762"/>
                    <a:pt x="2058" y="1651"/>
                    <a:pt x="2067" y="1513"/>
                  </a:cubicBezTo>
                  <a:cubicBezTo>
                    <a:pt x="2125" y="1508"/>
                    <a:pt x="2192" y="1498"/>
                    <a:pt x="2221" y="1448"/>
                  </a:cubicBezTo>
                  <a:lnTo>
                    <a:pt x="2221" y="1448"/>
                  </a:lnTo>
                  <a:cubicBezTo>
                    <a:pt x="2230" y="1431"/>
                    <a:pt x="2236" y="1412"/>
                    <a:pt x="2237" y="1393"/>
                  </a:cubicBezTo>
                  <a:lnTo>
                    <a:pt x="2237" y="1393"/>
                  </a:lnTo>
                  <a:cubicBezTo>
                    <a:pt x="2239" y="1379"/>
                    <a:pt x="2240" y="1366"/>
                    <a:pt x="2240" y="1352"/>
                  </a:cubicBezTo>
                  <a:cubicBezTo>
                    <a:pt x="2240" y="1296"/>
                    <a:pt x="2225" y="1241"/>
                    <a:pt x="2197" y="1192"/>
                  </a:cubicBezTo>
                  <a:cubicBezTo>
                    <a:pt x="2195" y="1188"/>
                    <a:pt x="2192" y="1184"/>
                    <a:pt x="2189" y="1179"/>
                  </a:cubicBezTo>
                  <a:lnTo>
                    <a:pt x="2265" y="1076"/>
                  </a:lnTo>
                  <a:lnTo>
                    <a:pt x="2265" y="1076"/>
                  </a:lnTo>
                  <a:cubicBezTo>
                    <a:pt x="2270" y="1070"/>
                    <a:pt x="2275" y="1064"/>
                    <a:pt x="2279" y="1057"/>
                  </a:cubicBezTo>
                  <a:cubicBezTo>
                    <a:pt x="2285" y="1045"/>
                    <a:pt x="2290" y="1032"/>
                    <a:pt x="2293" y="10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9"/>
            <p:cNvSpPr/>
            <p:nvPr/>
          </p:nvSpPr>
          <p:spPr>
            <a:xfrm>
              <a:off x="9545225" y="1769565"/>
              <a:ext cx="859320" cy="1500120"/>
            </a:xfrm>
            <a:custGeom>
              <a:avLst/>
              <a:gdLst/>
              <a:ahLst/>
              <a:cxnLst/>
              <a:rect l="l" t="t" r="r" b="b"/>
              <a:pathLst>
                <a:path w="2387" h="4167" extrusionOk="0">
                  <a:moveTo>
                    <a:pt x="2282" y="2588"/>
                  </a:moveTo>
                  <a:lnTo>
                    <a:pt x="2030" y="2571"/>
                  </a:lnTo>
                  <a:lnTo>
                    <a:pt x="2043" y="2380"/>
                  </a:lnTo>
                  <a:lnTo>
                    <a:pt x="2043" y="2380"/>
                  </a:lnTo>
                  <a:cubicBezTo>
                    <a:pt x="2043" y="2379"/>
                    <a:pt x="2043" y="2379"/>
                    <a:pt x="2043" y="2379"/>
                  </a:cubicBezTo>
                  <a:cubicBezTo>
                    <a:pt x="2043" y="2372"/>
                    <a:pt x="2041" y="2366"/>
                    <a:pt x="2038" y="2361"/>
                  </a:cubicBezTo>
                  <a:cubicBezTo>
                    <a:pt x="2035" y="2356"/>
                    <a:pt x="2031" y="2351"/>
                    <a:pt x="2025" y="2348"/>
                  </a:cubicBezTo>
                  <a:cubicBezTo>
                    <a:pt x="2020" y="2345"/>
                    <a:pt x="2015" y="2344"/>
                    <a:pt x="2009" y="2343"/>
                  </a:cubicBezTo>
                  <a:lnTo>
                    <a:pt x="1922" y="2338"/>
                  </a:lnTo>
                  <a:lnTo>
                    <a:pt x="1922" y="2338"/>
                  </a:lnTo>
                  <a:cubicBezTo>
                    <a:pt x="1918" y="2325"/>
                    <a:pt x="1914" y="2313"/>
                    <a:pt x="1907" y="2302"/>
                  </a:cubicBezTo>
                  <a:cubicBezTo>
                    <a:pt x="1895" y="2281"/>
                    <a:pt x="1878" y="2264"/>
                    <a:pt x="1858" y="2251"/>
                  </a:cubicBezTo>
                  <a:cubicBezTo>
                    <a:pt x="1833" y="2236"/>
                    <a:pt x="1800" y="2223"/>
                    <a:pt x="1799" y="2195"/>
                  </a:cubicBezTo>
                  <a:cubicBezTo>
                    <a:pt x="1797" y="2176"/>
                    <a:pt x="1813" y="2158"/>
                    <a:pt x="1818" y="2139"/>
                  </a:cubicBezTo>
                  <a:cubicBezTo>
                    <a:pt x="1833" y="2094"/>
                    <a:pt x="1793" y="2051"/>
                    <a:pt x="1759" y="2018"/>
                  </a:cubicBezTo>
                  <a:cubicBezTo>
                    <a:pt x="1647" y="1911"/>
                    <a:pt x="1549" y="1788"/>
                    <a:pt x="1489" y="1646"/>
                  </a:cubicBezTo>
                  <a:cubicBezTo>
                    <a:pt x="1397" y="1426"/>
                    <a:pt x="1400" y="1179"/>
                    <a:pt x="1344" y="947"/>
                  </a:cubicBezTo>
                  <a:cubicBezTo>
                    <a:pt x="1348" y="919"/>
                    <a:pt x="1352" y="890"/>
                    <a:pt x="1356" y="863"/>
                  </a:cubicBezTo>
                  <a:lnTo>
                    <a:pt x="1356" y="863"/>
                  </a:lnTo>
                  <a:cubicBezTo>
                    <a:pt x="1361" y="846"/>
                    <a:pt x="1363" y="828"/>
                    <a:pt x="1363" y="811"/>
                  </a:cubicBezTo>
                  <a:cubicBezTo>
                    <a:pt x="1363" y="803"/>
                    <a:pt x="1362" y="794"/>
                    <a:pt x="1361" y="786"/>
                  </a:cubicBezTo>
                  <a:cubicBezTo>
                    <a:pt x="1358" y="769"/>
                    <a:pt x="1350" y="751"/>
                    <a:pt x="1358" y="735"/>
                  </a:cubicBezTo>
                  <a:cubicBezTo>
                    <a:pt x="1366" y="719"/>
                    <a:pt x="1383" y="714"/>
                    <a:pt x="1389" y="700"/>
                  </a:cubicBezTo>
                  <a:cubicBezTo>
                    <a:pt x="1397" y="681"/>
                    <a:pt x="1382" y="662"/>
                    <a:pt x="1368" y="647"/>
                  </a:cubicBezTo>
                  <a:lnTo>
                    <a:pt x="1368" y="647"/>
                  </a:lnTo>
                  <a:cubicBezTo>
                    <a:pt x="1371" y="644"/>
                    <a:pt x="1374" y="642"/>
                    <a:pt x="1377" y="640"/>
                  </a:cubicBezTo>
                  <a:cubicBezTo>
                    <a:pt x="1387" y="634"/>
                    <a:pt x="1398" y="631"/>
                    <a:pt x="1409" y="629"/>
                  </a:cubicBezTo>
                  <a:lnTo>
                    <a:pt x="1409" y="629"/>
                  </a:lnTo>
                  <a:cubicBezTo>
                    <a:pt x="1415" y="631"/>
                    <a:pt x="1420" y="632"/>
                    <a:pt x="1426" y="632"/>
                  </a:cubicBezTo>
                  <a:cubicBezTo>
                    <a:pt x="1436" y="632"/>
                    <a:pt x="1446" y="629"/>
                    <a:pt x="1455" y="624"/>
                  </a:cubicBezTo>
                  <a:cubicBezTo>
                    <a:pt x="1460" y="621"/>
                    <a:pt x="1465" y="617"/>
                    <a:pt x="1469" y="612"/>
                  </a:cubicBezTo>
                  <a:cubicBezTo>
                    <a:pt x="1486" y="593"/>
                    <a:pt x="1488" y="563"/>
                    <a:pt x="1495" y="538"/>
                  </a:cubicBezTo>
                  <a:cubicBezTo>
                    <a:pt x="1501" y="512"/>
                    <a:pt x="1525" y="487"/>
                    <a:pt x="1550" y="493"/>
                  </a:cubicBezTo>
                  <a:lnTo>
                    <a:pt x="1547" y="340"/>
                  </a:lnTo>
                  <a:cubicBezTo>
                    <a:pt x="1556" y="334"/>
                    <a:pt x="1571" y="349"/>
                    <a:pt x="1580" y="341"/>
                  </a:cubicBezTo>
                  <a:lnTo>
                    <a:pt x="1580" y="341"/>
                  </a:lnTo>
                  <a:cubicBezTo>
                    <a:pt x="1580" y="340"/>
                    <a:pt x="1581" y="340"/>
                    <a:pt x="1581" y="339"/>
                  </a:cubicBezTo>
                  <a:cubicBezTo>
                    <a:pt x="1582" y="337"/>
                    <a:pt x="1583" y="335"/>
                    <a:pt x="1583" y="333"/>
                  </a:cubicBezTo>
                  <a:lnTo>
                    <a:pt x="1583" y="333"/>
                  </a:lnTo>
                  <a:cubicBezTo>
                    <a:pt x="1588" y="310"/>
                    <a:pt x="1591" y="287"/>
                    <a:pt x="1591" y="264"/>
                  </a:cubicBezTo>
                  <a:cubicBezTo>
                    <a:pt x="1591" y="209"/>
                    <a:pt x="1577" y="155"/>
                    <a:pt x="1549" y="108"/>
                  </a:cubicBezTo>
                  <a:cubicBezTo>
                    <a:pt x="1534" y="82"/>
                    <a:pt x="1516" y="58"/>
                    <a:pt x="1494" y="38"/>
                  </a:cubicBezTo>
                  <a:cubicBezTo>
                    <a:pt x="1441" y="-12"/>
                    <a:pt x="1353" y="-1"/>
                    <a:pt x="1280" y="6"/>
                  </a:cubicBezTo>
                  <a:lnTo>
                    <a:pt x="1280" y="6"/>
                  </a:lnTo>
                  <a:cubicBezTo>
                    <a:pt x="1245" y="6"/>
                    <a:pt x="1210" y="16"/>
                    <a:pt x="1179" y="34"/>
                  </a:cubicBezTo>
                  <a:cubicBezTo>
                    <a:pt x="1175" y="36"/>
                    <a:pt x="1171" y="38"/>
                    <a:pt x="1167" y="41"/>
                  </a:cubicBezTo>
                  <a:cubicBezTo>
                    <a:pt x="1125" y="74"/>
                    <a:pt x="1107" y="128"/>
                    <a:pt x="1085" y="176"/>
                  </a:cubicBezTo>
                  <a:lnTo>
                    <a:pt x="1085" y="176"/>
                  </a:lnTo>
                  <a:cubicBezTo>
                    <a:pt x="1077" y="194"/>
                    <a:pt x="1068" y="212"/>
                    <a:pt x="1058" y="229"/>
                  </a:cubicBezTo>
                  <a:cubicBezTo>
                    <a:pt x="1001" y="327"/>
                    <a:pt x="920" y="408"/>
                    <a:pt x="823" y="464"/>
                  </a:cubicBezTo>
                  <a:cubicBezTo>
                    <a:pt x="801" y="477"/>
                    <a:pt x="778" y="488"/>
                    <a:pt x="755" y="498"/>
                  </a:cubicBezTo>
                  <a:lnTo>
                    <a:pt x="755" y="498"/>
                  </a:lnTo>
                  <a:cubicBezTo>
                    <a:pt x="760" y="504"/>
                    <a:pt x="766" y="509"/>
                    <a:pt x="773" y="513"/>
                  </a:cubicBezTo>
                  <a:cubicBezTo>
                    <a:pt x="778" y="516"/>
                    <a:pt x="783" y="518"/>
                    <a:pt x="789" y="519"/>
                  </a:cubicBezTo>
                  <a:cubicBezTo>
                    <a:pt x="573" y="646"/>
                    <a:pt x="429" y="868"/>
                    <a:pt x="334" y="1101"/>
                  </a:cubicBezTo>
                  <a:cubicBezTo>
                    <a:pt x="239" y="1333"/>
                    <a:pt x="187" y="1579"/>
                    <a:pt x="106" y="1817"/>
                  </a:cubicBezTo>
                  <a:cubicBezTo>
                    <a:pt x="81" y="1891"/>
                    <a:pt x="52" y="1965"/>
                    <a:pt x="0" y="2023"/>
                  </a:cubicBezTo>
                  <a:lnTo>
                    <a:pt x="0" y="2023"/>
                  </a:lnTo>
                  <a:cubicBezTo>
                    <a:pt x="50" y="2081"/>
                    <a:pt x="109" y="2131"/>
                    <a:pt x="175" y="2169"/>
                  </a:cubicBezTo>
                  <a:cubicBezTo>
                    <a:pt x="201" y="2184"/>
                    <a:pt x="227" y="2197"/>
                    <a:pt x="254" y="2208"/>
                  </a:cubicBezTo>
                  <a:cubicBezTo>
                    <a:pt x="281" y="2219"/>
                    <a:pt x="312" y="2234"/>
                    <a:pt x="316" y="2262"/>
                  </a:cubicBezTo>
                  <a:cubicBezTo>
                    <a:pt x="319" y="2281"/>
                    <a:pt x="309" y="2302"/>
                    <a:pt x="319" y="2319"/>
                  </a:cubicBezTo>
                  <a:cubicBezTo>
                    <a:pt x="331" y="2338"/>
                    <a:pt x="364" y="2337"/>
                    <a:pt x="378" y="2356"/>
                  </a:cubicBezTo>
                  <a:lnTo>
                    <a:pt x="378" y="2356"/>
                  </a:lnTo>
                  <a:cubicBezTo>
                    <a:pt x="383" y="2365"/>
                    <a:pt x="386" y="2375"/>
                    <a:pt x="386" y="2386"/>
                  </a:cubicBezTo>
                  <a:cubicBezTo>
                    <a:pt x="386" y="2389"/>
                    <a:pt x="385" y="2392"/>
                    <a:pt x="385" y="2395"/>
                  </a:cubicBezTo>
                  <a:lnTo>
                    <a:pt x="385" y="2395"/>
                  </a:lnTo>
                  <a:cubicBezTo>
                    <a:pt x="385" y="2397"/>
                    <a:pt x="385" y="2398"/>
                    <a:pt x="385" y="2400"/>
                  </a:cubicBezTo>
                  <a:cubicBezTo>
                    <a:pt x="385" y="2454"/>
                    <a:pt x="399" y="2507"/>
                    <a:pt x="426" y="2554"/>
                  </a:cubicBezTo>
                  <a:cubicBezTo>
                    <a:pt x="435" y="2570"/>
                    <a:pt x="445" y="2584"/>
                    <a:pt x="457" y="2598"/>
                  </a:cubicBezTo>
                  <a:cubicBezTo>
                    <a:pt x="430" y="2824"/>
                    <a:pt x="397" y="3049"/>
                    <a:pt x="358" y="3273"/>
                  </a:cubicBezTo>
                  <a:cubicBezTo>
                    <a:pt x="322" y="3483"/>
                    <a:pt x="259" y="3683"/>
                    <a:pt x="249" y="3898"/>
                  </a:cubicBezTo>
                  <a:lnTo>
                    <a:pt x="249" y="3898"/>
                  </a:lnTo>
                  <a:cubicBezTo>
                    <a:pt x="249" y="3902"/>
                    <a:pt x="249" y="3906"/>
                    <a:pt x="249" y="3911"/>
                  </a:cubicBezTo>
                  <a:cubicBezTo>
                    <a:pt x="249" y="3924"/>
                    <a:pt x="251" y="3936"/>
                    <a:pt x="255" y="3948"/>
                  </a:cubicBezTo>
                  <a:lnTo>
                    <a:pt x="255" y="3948"/>
                  </a:lnTo>
                  <a:cubicBezTo>
                    <a:pt x="256" y="3950"/>
                    <a:pt x="257" y="3952"/>
                    <a:pt x="258" y="3954"/>
                  </a:cubicBezTo>
                  <a:cubicBezTo>
                    <a:pt x="265" y="3966"/>
                    <a:pt x="274" y="3976"/>
                    <a:pt x="285" y="3985"/>
                  </a:cubicBezTo>
                  <a:lnTo>
                    <a:pt x="285" y="3985"/>
                  </a:lnTo>
                  <a:cubicBezTo>
                    <a:pt x="316" y="4011"/>
                    <a:pt x="350" y="4033"/>
                    <a:pt x="385" y="4054"/>
                  </a:cubicBezTo>
                  <a:cubicBezTo>
                    <a:pt x="459" y="4096"/>
                    <a:pt x="541" y="4127"/>
                    <a:pt x="626" y="4142"/>
                  </a:cubicBezTo>
                  <a:lnTo>
                    <a:pt x="626" y="4142"/>
                  </a:lnTo>
                  <a:cubicBezTo>
                    <a:pt x="721" y="4158"/>
                    <a:pt x="817" y="4167"/>
                    <a:pt x="914" y="4167"/>
                  </a:cubicBezTo>
                  <a:cubicBezTo>
                    <a:pt x="944" y="4167"/>
                    <a:pt x="974" y="4166"/>
                    <a:pt x="1004" y="4164"/>
                  </a:cubicBezTo>
                  <a:cubicBezTo>
                    <a:pt x="1131" y="4161"/>
                    <a:pt x="1259" y="4152"/>
                    <a:pt x="1386" y="4137"/>
                  </a:cubicBezTo>
                  <a:cubicBezTo>
                    <a:pt x="1535" y="4121"/>
                    <a:pt x="1511" y="3938"/>
                    <a:pt x="1507" y="3823"/>
                  </a:cubicBezTo>
                  <a:lnTo>
                    <a:pt x="1507" y="3823"/>
                  </a:lnTo>
                  <a:cubicBezTo>
                    <a:pt x="1500" y="3693"/>
                    <a:pt x="1484" y="3563"/>
                    <a:pt x="1459" y="3436"/>
                  </a:cubicBezTo>
                  <a:lnTo>
                    <a:pt x="2223" y="3486"/>
                  </a:lnTo>
                  <a:lnTo>
                    <a:pt x="2223" y="3486"/>
                  </a:lnTo>
                  <a:cubicBezTo>
                    <a:pt x="2226" y="3487"/>
                    <a:pt x="2228" y="3487"/>
                    <a:pt x="2230" y="3487"/>
                  </a:cubicBezTo>
                  <a:cubicBezTo>
                    <a:pt x="2250" y="3487"/>
                    <a:pt x="2269" y="3482"/>
                    <a:pt x="2286" y="3472"/>
                  </a:cubicBezTo>
                  <a:cubicBezTo>
                    <a:pt x="2303" y="3462"/>
                    <a:pt x="2317" y="3448"/>
                    <a:pt x="2327" y="3431"/>
                  </a:cubicBezTo>
                  <a:cubicBezTo>
                    <a:pt x="2336" y="3416"/>
                    <a:pt x="2341" y="3399"/>
                    <a:pt x="2342" y="3382"/>
                  </a:cubicBezTo>
                  <a:lnTo>
                    <a:pt x="2387" y="2707"/>
                  </a:lnTo>
                  <a:lnTo>
                    <a:pt x="2387" y="2707"/>
                  </a:lnTo>
                  <a:cubicBezTo>
                    <a:pt x="2387" y="2705"/>
                    <a:pt x="2387" y="2702"/>
                    <a:pt x="2387" y="2700"/>
                  </a:cubicBezTo>
                  <a:cubicBezTo>
                    <a:pt x="2387" y="2680"/>
                    <a:pt x="2382" y="2661"/>
                    <a:pt x="2372" y="2644"/>
                  </a:cubicBezTo>
                  <a:cubicBezTo>
                    <a:pt x="2362" y="2627"/>
                    <a:pt x="2348" y="2613"/>
                    <a:pt x="2331" y="2603"/>
                  </a:cubicBezTo>
                  <a:cubicBezTo>
                    <a:pt x="2316" y="2594"/>
                    <a:pt x="2299" y="2589"/>
                    <a:pt x="2282" y="2588"/>
                  </a:cubicBezTo>
                  <a:moveTo>
                    <a:pt x="1568" y="2349"/>
                  </a:moveTo>
                  <a:lnTo>
                    <a:pt x="1556" y="2540"/>
                  </a:lnTo>
                  <a:lnTo>
                    <a:pt x="1339" y="2526"/>
                  </a:lnTo>
                  <a:cubicBezTo>
                    <a:pt x="1326" y="2369"/>
                    <a:pt x="1317" y="2213"/>
                    <a:pt x="1313" y="2056"/>
                  </a:cubicBezTo>
                  <a:cubicBezTo>
                    <a:pt x="1312" y="2008"/>
                    <a:pt x="1310" y="1961"/>
                    <a:pt x="1309" y="1912"/>
                  </a:cubicBezTo>
                  <a:cubicBezTo>
                    <a:pt x="1353" y="1981"/>
                    <a:pt x="1400" y="2047"/>
                    <a:pt x="1450" y="2112"/>
                  </a:cubicBezTo>
                  <a:cubicBezTo>
                    <a:pt x="1471" y="2139"/>
                    <a:pt x="1498" y="2165"/>
                    <a:pt x="1516" y="2193"/>
                  </a:cubicBezTo>
                  <a:lnTo>
                    <a:pt x="1516" y="2193"/>
                  </a:lnTo>
                  <a:cubicBezTo>
                    <a:pt x="1523" y="2212"/>
                    <a:pt x="1532" y="2230"/>
                    <a:pt x="1541" y="2247"/>
                  </a:cubicBezTo>
                  <a:lnTo>
                    <a:pt x="1541" y="2247"/>
                  </a:lnTo>
                  <a:cubicBezTo>
                    <a:pt x="1545" y="2250"/>
                    <a:pt x="1549" y="2253"/>
                    <a:pt x="1553" y="2256"/>
                  </a:cubicBezTo>
                  <a:cubicBezTo>
                    <a:pt x="1565" y="2263"/>
                    <a:pt x="1578" y="2266"/>
                    <a:pt x="1592" y="2266"/>
                  </a:cubicBezTo>
                  <a:cubicBezTo>
                    <a:pt x="1606" y="2266"/>
                    <a:pt x="1620" y="2263"/>
                    <a:pt x="1631" y="2256"/>
                  </a:cubicBezTo>
                  <a:cubicBezTo>
                    <a:pt x="1632" y="2255"/>
                    <a:pt x="1633" y="2254"/>
                    <a:pt x="1634" y="2254"/>
                  </a:cubicBezTo>
                  <a:lnTo>
                    <a:pt x="1634" y="2254"/>
                  </a:lnTo>
                  <a:cubicBezTo>
                    <a:pt x="1634" y="2257"/>
                    <a:pt x="1634" y="2261"/>
                    <a:pt x="1634" y="2265"/>
                  </a:cubicBezTo>
                  <a:cubicBezTo>
                    <a:pt x="1634" y="2280"/>
                    <a:pt x="1638" y="2295"/>
                    <a:pt x="1646" y="2309"/>
                  </a:cubicBezTo>
                  <a:cubicBezTo>
                    <a:pt x="1648" y="2313"/>
                    <a:pt x="1651" y="2317"/>
                    <a:pt x="1654" y="2320"/>
                  </a:cubicBezTo>
                  <a:lnTo>
                    <a:pt x="1607" y="2317"/>
                  </a:lnTo>
                  <a:lnTo>
                    <a:pt x="1607" y="2317"/>
                  </a:lnTo>
                  <a:cubicBezTo>
                    <a:pt x="1606" y="2317"/>
                    <a:pt x="1605" y="2317"/>
                    <a:pt x="1603" y="2317"/>
                  </a:cubicBezTo>
                  <a:cubicBezTo>
                    <a:pt x="1597" y="2317"/>
                    <a:pt x="1591" y="2319"/>
                    <a:pt x="1586" y="2322"/>
                  </a:cubicBezTo>
                  <a:cubicBezTo>
                    <a:pt x="1580" y="2325"/>
                    <a:pt x="1576" y="2329"/>
                    <a:pt x="1573" y="2335"/>
                  </a:cubicBezTo>
                  <a:cubicBezTo>
                    <a:pt x="1570" y="2339"/>
                    <a:pt x="1569" y="2344"/>
                    <a:pt x="1568" y="2349"/>
                  </a:cubicBezTo>
                  <a:moveTo>
                    <a:pt x="1971" y="2567"/>
                  </a:moveTo>
                  <a:lnTo>
                    <a:pt x="1610" y="2543"/>
                  </a:lnTo>
                  <a:lnTo>
                    <a:pt x="1620" y="2397"/>
                  </a:lnTo>
                  <a:lnTo>
                    <a:pt x="1620" y="2397"/>
                  </a:lnTo>
                  <a:cubicBezTo>
                    <a:pt x="1620" y="2394"/>
                    <a:pt x="1621" y="2391"/>
                    <a:pt x="1622" y="2389"/>
                  </a:cubicBezTo>
                  <a:cubicBezTo>
                    <a:pt x="1624" y="2386"/>
                    <a:pt x="1626" y="2384"/>
                    <a:pt x="1629" y="2382"/>
                  </a:cubicBezTo>
                  <a:cubicBezTo>
                    <a:pt x="1632" y="2380"/>
                    <a:pt x="1636" y="2379"/>
                    <a:pt x="1639" y="2379"/>
                  </a:cubicBezTo>
                  <a:cubicBezTo>
                    <a:pt x="1640" y="2379"/>
                    <a:pt x="1640" y="2379"/>
                    <a:pt x="1641" y="2379"/>
                  </a:cubicBezTo>
                  <a:lnTo>
                    <a:pt x="1709" y="2384"/>
                  </a:lnTo>
                  <a:lnTo>
                    <a:pt x="1709" y="2384"/>
                  </a:lnTo>
                  <a:cubicBezTo>
                    <a:pt x="1707" y="2386"/>
                    <a:pt x="1706" y="2387"/>
                    <a:pt x="1704" y="2390"/>
                  </a:cubicBezTo>
                  <a:cubicBezTo>
                    <a:pt x="1701" y="2395"/>
                    <a:pt x="1700" y="2401"/>
                    <a:pt x="1700" y="2407"/>
                  </a:cubicBezTo>
                  <a:cubicBezTo>
                    <a:pt x="1700" y="2408"/>
                    <a:pt x="1700" y="2409"/>
                    <a:pt x="1700" y="2411"/>
                  </a:cubicBezTo>
                  <a:lnTo>
                    <a:pt x="1700" y="2411"/>
                  </a:lnTo>
                  <a:cubicBezTo>
                    <a:pt x="1701" y="2417"/>
                    <a:pt x="1703" y="2422"/>
                    <a:pt x="1706" y="2427"/>
                  </a:cubicBezTo>
                  <a:cubicBezTo>
                    <a:pt x="1711" y="2435"/>
                    <a:pt x="1718" y="2442"/>
                    <a:pt x="1726" y="2447"/>
                  </a:cubicBezTo>
                  <a:lnTo>
                    <a:pt x="1726" y="2447"/>
                  </a:lnTo>
                  <a:cubicBezTo>
                    <a:pt x="1728" y="2448"/>
                    <a:pt x="1729" y="2449"/>
                    <a:pt x="1731" y="2450"/>
                  </a:cubicBezTo>
                  <a:cubicBezTo>
                    <a:pt x="1746" y="2459"/>
                    <a:pt x="1764" y="2464"/>
                    <a:pt x="1783" y="2464"/>
                  </a:cubicBezTo>
                  <a:cubicBezTo>
                    <a:pt x="1799" y="2464"/>
                    <a:pt x="1816" y="2460"/>
                    <a:pt x="1830" y="2452"/>
                  </a:cubicBezTo>
                  <a:lnTo>
                    <a:pt x="1830" y="2452"/>
                  </a:lnTo>
                  <a:cubicBezTo>
                    <a:pt x="1831" y="2452"/>
                    <a:pt x="1832" y="2451"/>
                    <a:pt x="1832" y="2451"/>
                  </a:cubicBezTo>
                  <a:cubicBezTo>
                    <a:pt x="1836" y="2449"/>
                    <a:pt x="1841" y="2447"/>
                    <a:pt x="1845" y="2446"/>
                  </a:cubicBezTo>
                  <a:lnTo>
                    <a:pt x="1845" y="2446"/>
                  </a:lnTo>
                  <a:cubicBezTo>
                    <a:pt x="1852" y="2446"/>
                    <a:pt x="1858" y="2447"/>
                    <a:pt x="1864" y="2449"/>
                  </a:cubicBezTo>
                  <a:cubicBezTo>
                    <a:pt x="1892" y="2454"/>
                    <a:pt x="1918" y="2426"/>
                    <a:pt x="1925" y="2398"/>
                  </a:cubicBezTo>
                  <a:lnTo>
                    <a:pt x="1962" y="2401"/>
                  </a:lnTo>
                  <a:lnTo>
                    <a:pt x="1962" y="2401"/>
                  </a:lnTo>
                  <a:lnTo>
                    <a:pt x="1962" y="2401"/>
                  </a:lnTo>
                  <a:cubicBezTo>
                    <a:pt x="1965" y="2401"/>
                    <a:pt x="1968" y="2401"/>
                    <a:pt x="1971" y="2403"/>
                  </a:cubicBezTo>
                  <a:cubicBezTo>
                    <a:pt x="1974" y="2404"/>
                    <a:pt x="1976" y="2407"/>
                    <a:pt x="1978" y="2410"/>
                  </a:cubicBezTo>
                  <a:cubicBezTo>
                    <a:pt x="1979" y="2413"/>
                    <a:pt x="1981" y="2417"/>
                    <a:pt x="1981" y="2420"/>
                  </a:cubicBezTo>
                  <a:lnTo>
                    <a:pt x="1981" y="2421"/>
                  </a:lnTo>
                  <a:lnTo>
                    <a:pt x="1971" y="25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9"/>
            <p:cNvSpPr/>
            <p:nvPr/>
          </p:nvSpPr>
          <p:spPr>
            <a:xfrm>
              <a:off x="10833305" y="2401575"/>
              <a:ext cx="1026000" cy="1024200"/>
            </a:xfrm>
            <a:custGeom>
              <a:avLst/>
              <a:gdLst/>
              <a:ahLst/>
              <a:cxnLst/>
              <a:rect l="l" t="t" r="r" b="b"/>
              <a:pathLst>
                <a:path w="2850" h="2845" extrusionOk="0">
                  <a:moveTo>
                    <a:pt x="1663" y="1510"/>
                  </a:moveTo>
                  <a:cubicBezTo>
                    <a:pt x="1666" y="1493"/>
                    <a:pt x="1690" y="1481"/>
                    <a:pt x="1683" y="1465"/>
                  </a:cubicBezTo>
                  <a:cubicBezTo>
                    <a:pt x="1679" y="1454"/>
                    <a:pt x="1664" y="1453"/>
                    <a:pt x="1657" y="1445"/>
                  </a:cubicBezTo>
                  <a:cubicBezTo>
                    <a:pt x="1643" y="1432"/>
                    <a:pt x="1655" y="1409"/>
                    <a:pt x="1666" y="1393"/>
                  </a:cubicBezTo>
                  <a:lnTo>
                    <a:pt x="1666" y="1393"/>
                  </a:lnTo>
                  <a:cubicBezTo>
                    <a:pt x="1674" y="1382"/>
                    <a:pt x="1681" y="1371"/>
                    <a:pt x="1688" y="1359"/>
                  </a:cubicBezTo>
                  <a:cubicBezTo>
                    <a:pt x="1725" y="1295"/>
                    <a:pt x="1746" y="1223"/>
                    <a:pt x="1751" y="1149"/>
                  </a:cubicBezTo>
                  <a:cubicBezTo>
                    <a:pt x="1729" y="1181"/>
                    <a:pt x="1725" y="1211"/>
                    <a:pt x="1712" y="1245"/>
                  </a:cubicBezTo>
                  <a:cubicBezTo>
                    <a:pt x="1699" y="1284"/>
                    <a:pt x="1665" y="1322"/>
                    <a:pt x="1642" y="1357"/>
                  </a:cubicBezTo>
                  <a:lnTo>
                    <a:pt x="1642" y="1357"/>
                  </a:lnTo>
                  <a:cubicBezTo>
                    <a:pt x="1641" y="1360"/>
                    <a:pt x="1639" y="1363"/>
                    <a:pt x="1638" y="1366"/>
                  </a:cubicBezTo>
                  <a:cubicBezTo>
                    <a:pt x="1624" y="1389"/>
                    <a:pt x="1606" y="1409"/>
                    <a:pt x="1584" y="1424"/>
                  </a:cubicBezTo>
                  <a:cubicBezTo>
                    <a:pt x="1577" y="1441"/>
                    <a:pt x="1603" y="1456"/>
                    <a:pt x="1598" y="1472"/>
                  </a:cubicBezTo>
                  <a:cubicBezTo>
                    <a:pt x="1596" y="1481"/>
                    <a:pt x="1585" y="1488"/>
                    <a:pt x="1586" y="1497"/>
                  </a:cubicBezTo>
                  <a:lnTo>
                    <a:pt x="1586" y="1497"/>
                  </a:lnTo>
                  <a:cubicBezTo>
                    <a:pt x="1587" y="1500"/>
                    <a:pt x="1588" y="1502"/>
                    <a:pt x="1590" y="1505"/>
                  </a:cubicBezTo>
                  <a:cubicBezTo>
                    <a:pt x="1590" y="1506"/>
                    <a:pt x="1591" y="1507"/>
                    <a:pt x="1592" y="1508"/>
                  </a:cubicBezTo>
                  <a:cubicBezTo>
                    <a:pt x="1600" y="1524"/>
                    <a:pt x="1590" y="1541"/>
                    <a:pt x="1580" y="1556"/>
                  </a:cubicBezTo>
                  <a:lnTo>
                    <a:pt x="1580" y="1556"/>
                  </a:lnTo>
                  <a:cubicBezTo>
                    <a:pt x="1563" y="1585"/>
                    <a:pt x="1539" y="1611"/>
                    <a:pt x="1511" y="1632"/>
                  </a:cubicBezTo>
                  <a:lnTo>
                    <a:pt x="1511" y="1632"/>
                  </a:lnTo>
                  <a:cubicBezTo>
                    <a:pt x="1510" y="1633"/>
                    <a:pt x="1509" y="1634"/>
                    <a:pt x="1507" y="1635"/>
                  </a:cubicBezTo>
                  <a:cubicBezTo>
                    <a:pt x="1502" y="1638"/>
                    <a:pt x="1496" y="1639"/>
                    <a:pt x="1491" y="1639"/>
                  </a:cubicBezTo>
                  <a:cubicBezTo>
                    <a:pt x="1487" y="1639"/>
                    <a:pt x="1484" y="1639"/>
                    <a:pt x="1481" y="1638"/>
                  </a:cubicBezTo>
                  <a:cubicBezTo>
                    <a:pt x="1474" y="1635"/>
                    <a:pt x="1468" y="1627"/>
                    <a:pt x="1461" y="1630"/>
                  </a:cubicBezTo>
                  <a:cubicBezTo>
                    <a:pt x="1457" y="1631"/>
                    <a:pt x="1454" y="1635"/>
                    <a:pt x="1451" y="1638"/>
                  </a:cubicBezTo>
                  <a:lnTo>
                    <a:pt x="1451" y="1638"/>
                  </a:lnTo>
                  <a:cubicBezTo>
                    <a:pt x="1450" y="1639"/>
                    <a:pt x="1448" y="1639"/>
                    <a:pt x="1446" y="1641"/>
                  </a:cubicBezTo>
                  <a:cubicBezTo>
                    <a:pt x="1442" y="1643"/>
                    <a:pt x="1436" y="1646"/>
                    <a:pt x="1431" y="1646"/>
                  </a:cubicBezTo>
                  <a:cubicBezTo>
                    <a:pt x="1426" y="1646"/>
                    <a:pt x="1421" y="1643"/>
                    <a:pt x="1416" y="1641"/>
                  </a:cubicBezTo>
                  <a:cubicBezTo>
                    <a:pt x="1411" y="1638"/>
                    <a:pt x="1408" y="1635"/>
                    <a:pt x="1405" y="1630"/>
                  </a:cubicBezTo>
                  <a:lnTo>
                    <a:pt x="1405" y="1630"/>
                  </a:lnTo>
                  <a:lnTo>
                    <a:pt x="1405" y="1630"/>
                  </a:lnTo>
                  <a:cubicBezTo>
                    <a:pt x="1403" y="1626"/>
                    <a:pt x="1402" y="1621"/>
                    <a:pt x="1401" y="1616"/>
                  </a:cubicBezTo>
                  <a:lnTo>
                    <a:pt x="1401" y="1616"/>
                  </a:lnTo>
                  <a:cubicBezTo>
                    <a:pt x="1396" y="1597"/>
                    <a:pt x="1389" y="1579"/>
                    <a:pt x="1379" y="1561"/>
                  </a:cubicBezTo>
                  <a:cubicBezTo>
                    <a:pt x="1378" y="1561"/>
                    <a:pt x="1378" y="1560"/>
                    <a:pt x="1377" y="1559"/>
                  </a:cubicBezTo>
                  <a:lnTo>
                    <a:pt x="1377" y="1559"/>
                  </a:lnTo>
                  <a:cubicBezTo>
                    <a:pt x="1377" y="1558"/>
                    <a:pt x="1376" y="1558"/>
                    <a:pt x="1376" y="1557"/>
                  </a:cubicBezTo>
                  <a:cubicBezTo>
                    <a:pt x="1374" y="1553"/>
                    <a:pt x="1373" y="1551"/>
                    <a:pt x="1373" y="1548"/>
                  </a:cubicBezTo>
                  <a:lnTo>
                    <a:pt x="1373" y="1548"/>
                  </a:lnTo>
                  <a:lnTo>
                    <a:pt x="1373" y="1548"/>
                  </a:lnTo>
                  <a:cubicBezTo>
                    <a:pt x="1373" y="1544"/>
                    <a:pt x="1374" y="1540"/>
                    <a:pt x="1375" y="1537"/>
                  </a:cubicBezTo>
                  <a:lnTo>
                    <a:pt x="1386" y="1510"/>
                  </a:lnTo>
                  <a:lnTo>
                    <a:pt x="1386" y="1510"/>
                  </a:lnTo>
                  <a:cubicBezTo>
                    <a:pt x="1386" y="1508"/>
                    <a:pt x="1386" y="1507"/>
                    <a:pt x="1387" y="1506"/>
                  </a:cubicBezTo>
                  <a:cubicBezTo>
                    <a:pt x="1388" y="1504"/>
                    <a:pt x="1389" y="1503"/>
                    <a:pt x="1391" y="1501"/>
                  </a:cubicBezTo>
                  <a:lnTo>
                    <a:pt x="1391" y="1501"/>
                  </a:lnTo>
                  <a:cubicBezTo>
                    <a:pt x="1394" y="1500"/>
                    <a:pt x="1397" y="1499"/>
                    <a:pt x="1400" y="1499"/>
                  </a:cubicBezTo>
                  <a:lnTo>
                    <a:pt x="1400" y="1499"/>
                  </a:lnTo>
                  <a:lnTo>
                    <a:pt x="1400" y="1499"/>
                  </a:lnTo>
                  <a:cubicBezTo>
                    <a:pt x="1411" y="1499"/>
                    <a:pt x="1421" y="1496"/>
                    <a:pt x="1430" y="1491"/>
                  </a:cubicBezTo>
                  <a:cubicBezTo>
                    <a:pt x="1437" y="1487"/>
                    <a:pt x="1443" y="1481"/>
                    <a:pt x="1448" y="1475"/>
                  </a:cubicBezTo>
                  <a:cubicBezTo>
                    <a:pt x="1444" y="1457"/>
                    <a:pt x="1424" y="1450"/>
                    <a:pt x="1408" y="1442"/>
                  </a:cubicBezTo>
                  <a:lnTo>
                    <a:pt x="1408" y="1442"/>
                  </a:lnTo>
                  <a:cubicBezTo>
                    <a:pt x="1405" y="1441"/>
                    <a:pt x="1403" y="1439"/>
                    <a:pt x="1400" y="1438"/>
                  </a:cubicBezTo>
                  <a:cubicBezTo>
                    <a:pt x="1384" y="1428"/>
                    <a:pt x="1369" y="1416"/>
                    <a:pt x="1358" y="1401"/>
                  </a:cubicBezTo>
                  <a:cubicBezTo>
                    <a:pt x="1341" y="1379"/>
                    <a:pt x="1330" y="1351"/>
                    <a:pt x="1310" y="1332"/>
                  </a:cubicBezTo>
                  <a:lnTo>
                    <a:pt x="1310" y="1332"/>
                  </a:lnTo>
                  <a:cubicBezTo>
                    <a:pt x="1298" y="1322"/>
                    <a:pt x="1286" y="1314"/>
                    <a:pt x="1273" y="1307"/>
                  </a:cubicBezTo>
                  <a:cubicBezTo>
                    <a:pt x="1268" y="1304"/>
                    <a:pt x="1262" y="1301"/>
                    <a:pt x="1256" y="1298"/>
                  </a:cubicBezTo>
                  <a:lnTo>
                    <a:pt x="1256" y="1298"/>
                  </a:lnTo>
                  <a:cubicBezTo>
                    <a:pt x="1224" y="1277"/>
                    <a:pt x="1196" y="1250"/>
                    <a:pt x="1174" y="1219"/>
                  </a:cubicBezTo>
                  <a:cubicBezTo>
                    <a:pt x="1138" y="1388"/>
                    <a:pt x="1161" y="1547"/>
                    <a:pt x="1189" y="1715"/>
                  </a:cubicBezTo>
                  <a:lnTo>
                    <a:pt x="1189" y="1715"/>
                  </a:lnTo>
                  <a:cubicBezTo>
                    <a:pt x="1178" y="1717"/>
                    <a:pt x="1167" y="1718"/>
                    <a:pt x="1156" y="1718"/>
                  </a:cubicBezTo>
                  <a:cubicBezTo>
                    <a:pt x="1145" y="1718"/>
                    <a:pt x="1134" y="1717"/>
                    <a:pt x="1123" y="1715"/>
                  </a:cubicBezTo>
                  <a:cubicBezTo>
                    <a:pt x="1164" y="1827"/>
                    <a:pt x="1269" y="1910"/>
                    <a:pt x="1296" y="2026"/>
                  </a:cubicBezTo>
                  <a:cubicBezTo>
                    <a:pt x="1306" y="2073"/>
                    <a:pt x="1303" y="2122"/>
                    <a:pt x="1308" y="2170"/>
                  </a:cubicBezTo>
                  <a:lnTo>
                    <a:pt x="1308" y="2170"/>
                  </a:lnTo>
                  <a:cubicBezTo>
                    <a:pt x="1314" y="2238"/>
                    <a:pt x="1335" y="2303"/>
                    <a:pt x="1369" y="2362"/>
                  </a:cubicBezTo>
                  <a:cubicBezTo>
                    <a:pt x="1379" y="2380"/>
                    <a:pt x="1391" y="2398"/>
                    <a:pt x="1403" y="2414"/>
                  </a:cubicBezTo>
                  <a:lnTo>
                    <a:pt x="1403" y="2414"/>
                  </a:lnTo>
                  <a:cubicBezTo>
                    <a:pt x="1406" y="2417"/>
                    <a:pt x="1408" y="2420"/>
                    <a:pt x="1410" y="2423"/>
                  </a:cubicBezTo>
                  <a:cubicBezTo>
                    <a:pt x="1414" y="2429"/>
                    <a:pt x="1416" y="2435"/>
                    <a:pt x="1416" y="2442"/>
                  </a:cubicBezTo>
                  <a:lnTo>
                    <a:pt x="1416" y="2442"/>
                  </a:lnTo>
                  <a:cubicBezTo>
                    <a:pt x="1415" y="2446"/>
                    <a:pt x="1413" y="2450"/>
                    <a:pt x="1411" y="2455"/>
                  </a:cubicBezTo>
                  <a:cubicBezTo>
                    <a:pt x="1410" y="2456"/>
                    <a:pt x="1410" y="2458"/>
                    <a:pt x="1409" y="2459"/>
                  </a:cubicBezTo>
                  <a:cubicBezTo>
                    <a:pt x="1399" y="2474"/>
                    <a:pt x="1386" y="2486"/>
                    <a:pt x="1378" y="2501"/>
                  </a:cubicBezTo>
                  <a:lnTo>
                    <a:pt x="1378" y="2501"/>
                  </a:lnTo>
                  <a:cubicBezTo>
                    <a:pt x="1377" y="2502"/>
                    <a:pt x="1377" y="2503"/>
                    <a:pt x="1376" y="2503"/>
                  </a:cubicBezTo>
                  <a:cubicBezTo>
                    <a:pt x="1372" y="2511"/>
                    <a:pt x="1370" y="2519"/>
                    <a:pt x="1370" y="2527"/>
                  </a:cubicBezTo>
                  <a:cubicBezTo>
                    <a:pt x="1370" y="2535"/>
                    <a:pt x="1372" y="2544"/>
                    <a:pt x="1376" y="2551"/>
                  </a:cubicBezTo>
                  <a:lnTo>
                    <a:pt x="1376" y="2551"/>
                  </a:lnTo>
                  <a:cubicBezTo>
                    <a:pt x="1382" y="2557"/>
                    <a:pt x="1389" y="2562"/>
                    <a:pt x="1396" y="2566"/>
                  </a:cubicBezTo>
                  <a:cubicBezTo>
                    <a:pt x="1402" y="2569"/>
                    <a:pt x="1408" y="2572"/>
                    <a:pt x="1414" y="2574"/>
                  </a:cubicBezTo>
                  <a:cubicBezTo>
                    <a:pt x="1428" y="2581"/>
                    <a:pt x="1440" y="2596"/>
                    <a:pt x="1434" y="2610"/>
                  </a:cubicBezTo>
                  <a:cubicBezTo>
                    <a:pt x="1431" y="2619"/>
                    <a:pt x="1421" y="2627"/>
                    <a:pt x="1426" y="2635"/>
                  </a:cubicBezTo>
                  <a:lnTo>
                    <a:pt x="1511" y="2648"/>
                  </a:lnTo>
                  <a:cubicBezTo>
                    <a:pt x="1459" y="2686"/>
                    <a:pt x="1388" y="2687"/>
                    <a:pt x="1324" y="2677"/>
                  </a:cubicBezTo>
                  <a:cubicBezTo>
                    <a:pt x="1260" y="2666"/>
                    <a:pt x="1197" y="2646"/>
                    <a:pt x="1133" y="2648"/>
                  </a:cubicBezTo>
                  <a:lnTo>
                    <a:pt x="1147" y="2580"/>
                  </a:lnTo>
                  <a:lnTo>
                    <a:pt x="1147" y="2580"/>
                  </a:lnTo>
                  <a:cubicBezTo>
                    <a:pt x="1150" y="2564"/>
                    <a:pt x="1152" y="2548"/>
                    <a:pt x="1153" y="2532"/>
                  </a:cubicBezTo>
                  <a:lnTo>
                    <a:pt x="1153" y="2532"/>
                  </a:lnTo>
                  <a:cubicBezTo>
                    <a:pt x="1151" y="2508"/>
                    <a:pt x="1145" y="2485"/>
                    <a:pt x="1135" y="2463"/>
                  </a:cubicBezTo>
                  <a:cubicBezTo>
                    <a:pt x="1116" y="2415"/>
                    <a:pt x="1092" y="2368"/>
                    <a:pt x="1084" y="2315"/>
                  </a:cubicBezTo>
                  <a:cubicBezTo>
                    <a:pt x="1079" y="2281"/>
                    <a:pt x="1081" y="2244"/>
                    <a:pt x="1059" y="2218"/>
                  </a:cubicBezTo>
                  <a:cubicBezTo>
                    <a:pt x="1048" y="2204"/>
                    <a:pt x="1030" y="2193"/>
                    <a:pt x="1025" y="2176"/>
                  </a:cubicBezTo>
                  <a:lnTo>
                    <a:pt x="1025" y="2176"/>
                  </a:lnTo>
                  <a:cubicBezTo>
                    <a:pt x="1024" y="2171"/>
                    <a:pt x="1024" y="2166"/>
                    <a:pt x="1024" y="2161"/>
                  </a:cubicBezTo>
                  <a:cubicBezTo>
                    <a:pt x="1024" y="2150"/>
                    <a:pt x="1026" y="2138"/>
                    <a:pt x="1030" y="2127"/>
                  </a:cubicBezTo>
                  <a:cubicBezTo>
                    <a:pt x="1043" y="2070"/>
                    <a:pt x="1026" y="2004"/>
                    <a:pt x="970" y="1990"/>
                  </a:cubicBezTo>
                  <a:lnTo>
                    <a:pt x="970" y="1990"/>
                  </a:lnTo>
                  <a:cubicBezTo>
                    <a:pt x="967" y="2018"/>
                    <a:pt x="962" y="2045"/>
                    <a:pt x="955" y="2073"/>
                  </a:cubicBezTo>
                  <a:lnTo>
                    <a:pt x="914" y="2251"/>
                  </a:lnTo>
                  <a:lnTo>
                    <a:pt x="914" y="2251"/>
                  </a:lnTo>
                  <a:cubicBezTo>
                    <a:pt x="912" y="2265"/>
                    <a:pt x="907" y="2279"/>
                    <a:pt x="902" y="2293"/>
                  </a:cubicBezTo>
                  <a:lnTo>
                    <a:pt x="902" y="2293"/>
                  </a:lnTo>
                  <a:cubicBezTo>
                    <a:pt x="901" y="2294"/>
                    <a:pt x="900" y="2295"/>
                    <a:pt x="899" y="2297"/>
                  </a:cubicBezTo>
                  <a:cubicBezTo>
                    <a:pt x="890" y="2313"/>
                    <a:pt x="879" y="2328"/>
                    <a:pt x="867" y="2343"/>
                  </a:cubicBezTo>
                  <a:cubicBezTo>
                    <a:pt x="815" y="2414"/>
                    <a:pt x="801" y="2506"/>
                    <a:pt x="751" y="2579"/>
                  </a:cubicBezTo>
                  <a:cubicBezTo>
                    <a:pt x="737" y="2598"/>
                    <a:pt x="721" y="2622"/>
                    <a:pt x="731" y="2642"/>
                  </a:cubicBezTo>
                  <a:cubicBezTo>
                    <a:pt x="735" y="2649"/>
                    <a:pt x="743" y="2657"/>
                    <a:pt x="738" y="2664"/>
                  </a:cubicBezTo>
                  <a:lnTo>
                    <a:pt x="738" y="2664"/>
                  </a:lnTo>
                  <a:cubicBezTo>
                    <a:pt x="737" y="2666"/>
                    <a:pt x="736" y="2667"/>
                    <a:pt x="734" y="2668"/>
                  </a:cubicBezTo>
                  <a:cubicBezTo>
                    <a:pt x="733" y="2668"/>
                    <a:pt x="732" y="2669"/>
                    <a:pt x="731" y="2669"/>
                  </a:cubicBezTo>
                  <a:lnTo>
                    <a:pt x="731" y="2669"/>
                  </a:lnTo>
                  <a:cubicBezTo>
                    <a:pt x="713" y="2676"/>
                    <a:pt x="695" y="2679"/>
                    <a:pt x="676" y="2679"/>
                  </a:cubicBezTo>
                  <a:cubicBezTo>
                    <a:pt x="657" y="2679"/>
                    <a:pt x="639" y="2676"/>
                    <a:pt x="621" y="2669"/>
                  </a:cubicBezTo>
                  <a:lnTo>
                    <a:pt x="621" y="2669"/>
                  </a:lnTo>
                  <a:cubicBezTo>
                    <a:pt x="619" y="2668"/>
                    <a:pt x="616" y="2667"/>
                    <a:pt x="613" y="2667"/>
                  </a:cubicBezTo>
                  <a:cubicBezTo>
                    <a:pt x="612" y="2667"/>
                    <a:pt x="612" y="2667"/>
                    <a:pt x="611" y="2668"/>
                  </a:cubicBezTo>
                  <a:cubicBezTo>
                    <a:pt x="604" y="2669"/>
                    <a:pt x="602" y="2678"/>
                    <a:pt x="604" y="2684"/>
                  </a:cubicBezTo>
                  <a:lnTo>
                    <a:pt x="604" y="2684"/>
                  </a:lnTo>
                  <a:cubicBezTo>
                    <a:pt x="606" y="2691"/>
                    <a:pt x="608" y="2697"/>
                    <a:pt x="609" y="2704"/>
                  </a:cubicBezTo>
                  <a:cubicBezTo>
                    <a:pt x="609" y="2718"/>
                    <a:pt x="592" y="2727"/>
                    <a:pt x="587" y="2742"/>
                  </a:cubicBezTo>
                  <a:lnTo>
                    <a:pt x="587" y="2742"/>
                  </a:lnTo>
                  <a:cubicBezTo>
                    <a:pt x="586" y="2745"/>
                    <a:pt x="585" y="2749"/>
                    <a:pt x="585" y="2753"/>
                  </a:cubicBezTo>
                  <a:cubicBezTo>
                    <a:pt x="585" y="2760"/>
                    <a:pt x="586" y="2767"/>
                    <a:pt x="590" y="2773"/>
                  </a:cubicBezTo>
                  <a:cubicBezTo>
                    <a:pt x="593" y="2779"/>
                    <a:pt x="599" y="2784"/>
                    <a:pt x="605" y="2787"/>
                  </a:cubicBezTo>
                  <a:cubicBezTo>
                    <a:pt x="606" y="2788"/>
                    <a:pt x="606" y="2788"/>
                    <a:pt x="607" y="2788"/>
                  </a:cubicBezTo>
                  <a:lnTo>
                    <a:pt x="607" y="2788"/>
                  </a:lnTo>
                  <a:cubicBezTo>
                    <a:pt x="623" y="2796"/>
                    <a:pt x="641" y="2801"/>
                    <a:pt x="659" y="2804"/>
                  </a:cubicBezTo>
                  <a:lnTo>
                    <a:pt x="659" y="2804"/>
                  </a:lnTo>
                  <a:cubicBezTo>
                    <a:pt x="663" y="2804"/>
                    <a:pt x="666" y="2805"/>
                    <a:pt x="669" y="2807"/>
                  </a:cubicBezTo>
                  <a:cubicBezTo>
                    <a:pt x="673" y="2809"/>
                    <a:pt x="676" y="2812"/>
                    <a:pt x="678" y="2815"/>
                  </a:cubicBezTo>
                  <a:lnTo>
                    <a:pt x="678" y="2815"/>
                  </a:lnTo>
                  <a:cubicBezTo>
                    <a:pt x="679" y="2817"/>
                    <a:pt x="680" y="2820"/>
                    <a:pt x="680" y="2822"/>
                  </a:cubicBezTo>
                  <a:cubicBezTo>
                    <a:pt x="680" y="2825"/>
                    <a:pt x="679" y="2829"/>
                    <a:pt x="677" y="2832"/>
                  </a:cubicBezTo>
                  <a:cubicBezTo>
                    <a:pt x="675" y="2835"/>
                    <a:pt x="673" y="2837"/>
                    <a:pt x="670" y="2839"/>
                  </a:cubicBezTo>
                  <a:lnTo>
                    <a:pt x="670" y="2839"/>
                  </a:lnTo>
                  <a:lnTo>
                    <a:pt x="670" y="2839"/>
                  </a:lnTo>
                  <a:cubicBezTo>
                    <a:pt x="662" y="2843"/>
                    <a:pt x="654" y="2845"/>
                    <a:pt x="646" y="2845"/>
                  </a:cubicBezTo>
                  <a:cubicBezTo>
                    <a:pt x="645" y="2845"/>
                    <a:pt x="644" y="2845"/>
                    <a:pt x="643" y="2845"/>
                  </a:cubicBezTo>
                  <a:lnTo>
                    <a:pt x="643" y="2845"/>
                  </a:lnTo>
                  <a:cubicBezTo>
                    <a:pt x="639" y="2845"/>
                    <a:pt x="635" y="2845"/>
                    <a:pt x="631" y="2845"/>
                  </a:cubicBezTo>
                  <a:cubicBezTo>
                    <a:pt x="549" y="2845"/>
                    <a:pt x="467" y="2823"/>
                    <a:pt x="396" y="2782"/>
                  </a:cubicBezTo>
                  <a:cubicBezTo>
                    <a:pt x="377" y="2771"/>
                    <a:pt x="360" y="2759"/>
                    <a:pt x="343" y="2746"/>
                  </a:cubicBezTo>
                  <a:cubicBezTo>
                    <a:pt x="326" y="2733"/>
                    <a:pt x="309" y="2715"/>
                    <a:pt x="313" y="2695"/>
                  </a:cubicBezTo>
                  <a:lnTo>
                    <a:pt x="388" y="2679"/>
                  </a:lnTo>
                  <a:cubicBezTo>
                    <a:pt x="381" y="2670"/>
                    <a:pt x="375" y="2654"/>
                    <a:pt x="385" y="2650"/>
                  </a:cubicBezTo>
                  <a:cubicBezTo>
                    <a:pt x="390" y="2648"/>
                    <a:pt x="396" y="2650"/>
                    <a:pt x="401" y="2650"/>
                  </a:cubicBezTo>
                  <a:cubicBezTo>
                    <a:pt x="416" y="2651"/>
                    <a:pt x="430" y="2638"/>
                    <a:pt x="423" y="2625"/>
                  </a:cubicBezTo>
                  <a:lnTo>
                    <a:pt x="423" y="2625"/>
                  </a:lnTo>
                  <a:cubicBezTo>
                    <a:pt x="448" y="2561"/>
                    <a:pt x="479" y="2498"/>
                    <a:pt x="513" y="2438"/>
                  </a:cubicBezTo>
                  <a:cubicBezTo>
                    <a:pt x="555" y="2365"/>
                    <a:pt x="604" y="2296"/>
                    <a:pt x="658" y="2232"/>
                  </a:cubicBezTo>
                  <a:cubicBezTo>
                    <a:pt x="667" y="2222"/>
                    <a:pt x="676" y="2208"/>
                    <a:pt x="672" y="2196"/>
                  </a:cubicBezTo>
                  <a:cubicBezTo>
                    <a:pt x="668" y="2183"/>
                    <a:pt x="646" y="2170"/>
                    <a:pt x="655" y="2158"/>
                  </a:cubicBezTo>
                  <a:cubicBezTo>
                    <a:pt x="663" y="2146"/>
                    <a:pt x="680" y="2155"/>
                    <a:pt x="686" y="2144"/>
                  </a:cubicBezTo>
                  <a:lnTo>
                    <a:pt x="686" y="2144"/>
                  </a:lnTo>
                  <a:cubicBezTo>
                    <a:pt x="687" y="2142"/>
                    <a:pt x="688" y="2139"/>
                    <a:pt x="688" y="2136"/>
                  </a:cubicBezTo>
                  <a:cubicBezTo>
                    <a:pt x="688" y="2135"/>
                    <a:pt x="688" y="2134"/>
                    <a:pt x="688" y="2133"/>
                  </a:cubicBezTo>
                  <a:cubicBezTo>
                    <a:pt x="680" y="1999"/>
                    <a:pt x="589" y="1874"/>
                    <a:pt x="609" y="1741"/>
                  </a:cubicBezTo>
                  <a:cubicBezTo>
                    <a:pt x="606" y="1738"/>
                    <a:pt x="605" y="1736"/>
                    <a:pt x="605" y="1741"/>
                  </a:cubicBezTo>
                  <a:lnTo>
                    <a:pt x="556" y="1728"/>
                  </a:lnTo>
                  <a:lnTo>
                    <a:pt x="556" y="1728"/>
                  </a:lnTo>
                  <a:cubicBezTo>
                    <a:pt x="553" y="1714"/>
                    <a:pt x="552" y="1699"/>
                    <a:pt x="552" y="1685"/>
                  </a:cubicBezTo>
                  <a:cubicBezTo>
                    <a:pt x="552" y="1658"/>
                    <a:pt x="556" y="1632"/>
                    <a:pt x="564" y="1606"/>
                  </a:cubicBezTo>
                  <a:cubicBezTo>
                    <a:pt x="596" y="1467"/>
                    <a:pt x="626" y="1340"/>
                    <a:pt x="658" y="1201"/>
                  </a:cubicBezTo>
                  <a:cubicBezTo>
                    <a:pt x="633" y="1262"/>
                    <a:pt x="618" y="1320"/>
                    <a:pt x="569" y="1364"/>
                  </a:cubicBezTo>
                  <a:lnTo>
                    <a:pt x="569" y="1364"/>
                  </a:lnTo>
                  <a:cubicBezTo>
                    <a:pt x="539" y="1393"/>
                    <a:pt x="506" y="1419"/>
                    <a:pt x="470" y="1440"/>
                  </a:cubicBezTo>
                  <a:cubicBezTo>
                    <a:pt x="464" y="1443"/>
                    <a:pt x="459" y="1446"/>
                    <a:pt x="454" y="1448"/>
                  </a:cubicBezTo>
                  <a:lnTo>
                    <a:pt x="454" y="1448"/>
                  </a:lnTo>
                  <a:cubicBezTo>
                    <a:pt x="430" y="1461"/>
                    <a:pt x="404" y="1467"/>
                    <a:pt x="377" y="1467"/>
                  </a:cubicBezTo>
                  <a:cubicBezTo>
                    <a:pt x="356" y="1467"/>
                    <a:pt x="336" y="1463"/>
                    <a:pt x="316" y="1456"/>
                  </a:cubicBezTo>
                  <a:lnTo>
                    <a:pt x="316" y="1456"/>
                  </a:lnTo>
                  <a:cubicBezTo>
                    <a:pt x="312" y="1453"/>
                    <a:pt x="308" y="1452"/>
                    <a:pt x="303" y="1451"/>
                  </a:cubicBezTo>
                  <a:cubicBezTo>
                    <a:pt x="287" y="1451"/>
                    <a:pt x="281" y="1470"/>
                    <a:pt x="274" y="1485"/>
                  </a:cubicBezTo>
                  <a:lnTo>
                    <a:pt x="274" y="1485"/>
                  </a:lnTo>
                  <a:cubicBezTo>
                    <a:pt x="273" y="1486"/>
                    <a:pt x="273" y="1487"/>
                    <a:pt x="272" y="1488"/>
                  </a:cubicBezTo>
                  <a:cubicBezTo>
                    <a:pt x="266" y="1498"/>
                    <a:pt x="258" y="1507"/>
                    <a:pt x="247" y="1513"/>
                  </a:cubicBezTo>
                  <a:cubicBezTo>
                    <a:pt x="238" y="1518"/>
                    <a:pt x="228" y="1521"/>
                    <a:pt x="218" y="1522"/>
                  </a:cubicBezTo>
                  <a:lnTo>
                    <a:pt x="218" y="1522"/>
                  </a:lnTo>
                  <a:cubicBezTo>
                    <a:pt x="217" y="1522"/>
                    <a:pt x="215" y="1522"/>
                    <a:pt x="214" y="1522"/>
                  </a:cubicBezTo>
                  <a:cubicBezTo>
                    <a:pt x="208" y="1522"/>
                    <a:pt x="202" y="1523"/>
                    <a:pt x="196" y="1525"/>
                  </a:cubicBezTo>
                  <a:lnTo>
                    <a:pt x="196" y="1525"/>
                  </a:lnTo>
                  <a:lnTo>
                    <a:pt x="196" y="1525"/>
                  </a:lnTo>
                  <a:cubicBezTo>
                    <a:pt x="191" y="1527"/>
                    <a:pt x="187" y="1531"/>
                    <a:pt x="184" y="1535"/>
                  </a:cubicBezTo>
                  <a:lnTo>
                    <a:pt x="116" y="1614"/>
                  </a:lnTo>
                  <a:lnTo>
                    <a:pt x="116" y="1614"/>
                  </a:lnTo>
                  <a:cubicBezTo>
                    <a:pt x="116" y="1613"/>
                    <a:pt x="116" y="1611"/>
                    <a:pt x="116" y="1609"/>
                  </a:cubicBezTo>
                  <a:cubicBezTo>
                    <a:pt x="116" y="1587"/>
                    <a:pt x="121" y="1565"/>
                    <a:pt x="132" y="1546"/>
                  </a:cubicBezTo>
                  <a:cubicBezTo>
                    <a:pt x="138" y="1536"/>
                    <a:pt x="146" y="1527"/>
                    <a:pt x="154" y="1519"/>
                  </a:cubicBezTo>
                  <a:cubicBezTo>
                    <a:pt x="127" y="1547"/>
                    <a:pt x="98" y="1570"/>
                    <a:pt x="73" y="1600"/>
                  </a:cubicBezTo>
                  <a:cubicBezTo>
                    <a:pt x="71" y="1602"/>
                    <a:pt x="68" y="1605"/>
                    <a:pt x="65" y="1603"/>
                  </a:cubicBezTo>
                  <a:lnTo>
                    <a:pt x="65" y="1603"/>
                  </a:lnTo>
                  <a:cubicBezTo>
                    <a:pt x="64" y="1603"/>
                    <a:pt x="64" y="1602"/>
                    <a:pt x="64" y="1602"/>
                  </a:cubicBezTo>
                  <a:cubicBezTo>
                    <a:pt x="63" y="1601"/>
                    <a:pt x="63" y="1600"/>
                    <a:pt x="63" y="1599"/>
                  </a:cubicBezTo>
                  <a:cubicBezTo>
                    <a:pt x="63" y="1598"/>
                    <a:pt x="63" y="1598"/>
                    <a:pt x="63" y="1598"/>
                  </a:cubicBezTo>
                  <a:cubicBezTo>
                    <a:pt x="60" y="1562"/>
                    <a:pt x="103" y="1513"/>
                    <a:pt x="123" y="1483"/>
                  </a:cubicBezTo>
                  <a:lnTo>
                    <a:pt x="123" y="1483"/>
                  </a:lnTo>
                  <a:cubicBezTo>
                    <a:pt x="120" y="1485"/>
                    <a:pt x="117" y="1486"/>
                    <a:pt x="114" y="1488"/>
                  </a:cubicBezTo>
                  <a:cubicBezTo>
                    <a:pt x="97" y="1498"/>
                    <a:pt x="83" y="1512"/>
                    <a:pt x="73" y="1529"/>
                  </a:cubicBezTo>
                  <a:cubicBezTo>
                    <a:pt x="71" y="1532"/>
                    <a:pt x="70" y="1535"/>
                    <a:pt x="68" y="1538"/>
                  </a:cubicBezTo>
                  <a:lnTo>
                    <a:pt x="68" y="1538"/>
                  </a:lnTo>
                  <a:cubicBezTo>
                    <a:pt x="67" y="1542"/>
                    <a:pt x="64" y="1546"/>
                    <a:pt x="62" y="1551"/>
                  </a:cubicBezTo>
                  <a:cubicBezTo>
                    <a:pt x="59" y="1555"/>
                    <a:pt x="56" y="1561"/>
                    <a:pt x="52" y="1565"/>
                  </a:cubicBezTo>
                  <a:cubicBezTo>
                    <a:pt x="44" y="1571"/>
                    <a:pt x="28" y="1570"/>
                    <a:pt x="26" y="1560"/>
                  </a:cubicBezTo>
                  <a:lnTo>
                    <a:pt x="26" y="1560"/>
                  </a:lnTo>
                  <a:cubicBezTo>
                    <a:pt x="26" y="1558"/>
                    <a:pt x="26" y="1557"/>
                    <a:pt x="26" y="1556"/>
                  </a:cubicBezTo>
                  <a:cubicBezTo>
                    <a:pt x="26" y="1553"/>
                    <a:pt x="26" y="1549"/>
                    <a:pt x="28" y="1546"/>
                  </a:cubicBezTo>
                  <a:lnTo>
                    <a:pt x="28" y="1546"/>
                  </a:lnTo>
                  <a:cubicBezTo>
                    <a:pt x="32" y="1535"/>
                    <a:pt x="38" y="1523"/>
                    <a:pt x="44" y="1512"/>
                  </a:cubicBezTo>
                  <a:cubicBezTo>
                    <a:pt x="58" y="1488"/>
                    <a:pt x="76" y="1467"/>
                    <a:pt x="98" y="1449"/>
                  </a:cubicBezTo>
                  <a:cubicBezTo>
                    <a:pt x="80" y="1461"/>
                    <a:pt x="62" y="1473"/>
                    <a:pt x="45" y="1487"/>
                  </a:cubicBezTo>
                  <a:cubicBezTo>
                    <a:pt x="33" y="1495"/>
                    <a:pt x="23" y="1517"/>
                    <a:pt x="13" y="1522"/>
                  </a:cubicBezTo>
                  <a:lnTo>
                    <a:pt x="13" y="1522"/>
                  </a:lnTo>
                  <a:cubicBezTo>
                    <a:pt x="12" y="1523"/>
                    <a:pt x="11" y="1523"/>
                    <a:pt x="10" y="1523"/>
                  </a:cubicBezTo>
                  <a:cubicBezTo>
                    <a:pt x="8" y="1523"/>
                    <a:pt x="6" y="1523"/>
                    <a:pt x="5" y="1522"/>
                  </a:cubicBezTo>
                  <a:cubicBezTo>
                    <a:pt x="4" y="1521"/>
                    <a:pt x="3" y="1520"/>
                    <a:pt x="2" y="1518"/>
                  </a:cubicBezTo>
                  <a:cubicBezTo>
                    <a:pt x="2" y="1518"/>
                    <a:pt x="1" y="1518"/>
                    <a:pt x="1" y="1517"/>
                  </a:cubicBezTo>
                  <a:lnTo>
                    <a:pt x="1" y="1517"/>
                  </a:lnTo>
                  <a:cubicBezTo>
                    <a:pt x="1" y="1515"/>
                    <a:pt x="0" y="1513"/>
                    <a:pt x="0" y="1511"/>
                  </a:cubicBezTo>
                  <a:cubicBezTo>
                    <a:pt x="0" y="1508"/>
                    <a:pt x="1" y="1506"/>
                    <a:pt x="1" y="1504"/>
                  </a:cubicBezTo>
                  <a:cubicBezTo>
                    <a:pt x="10" y="1453"/>
                    <a:pt x="61" y="1419"/>
                    <a:pt x="102" y="1394"/>
                  </a:cubicBezTo>
                  <a:cubicBezTo>
                    <a:pt x="102" y="1394"/>
                    <a:pt x="45" y="1382"/>
                    <a:pt x="41" y="1380"/>
                  </a:cubicBezTo>
                  <a:lnTo>
                    <a:pt x="41" y="1380"/>
                  </a:lnTo>
                  <a:cubicBezTo>
                    <a:pt x="40" y="1380"/>
                    <a:pt x="40" y="1379"/>
                    <a:pt x="39" y="1379"/>
                  </a:cubicBezTo>
                  <a:cubicBezTo>
                    <a:pt x="35" y="1376"/>
                    <a:pt x="31" y="1373"/>
                    <a:pt x="29" y="1369"/>
                  </a:cubicBezTo>
                  <a:cubicBezTo>
                    <a:pt x="26" y="1365"/>
                    <a:pt x="26" y="1361"/>
                    <a:pt x="26" y="1356"/>
                  </a:cubicBezTo>
                  <a:cubicBezTo>
                    <a:pt x="26" y="1354"/>
                    <a:pt x="26" y="1352"/>
                    <a:pt x="26" y="1350"/>
                  </a:cubicBezTo>
                  <a:lnTo>
                    <a:pt x="26" y="1350"/>
                  </a:lnTo>
                  <a:cubicBezTo>
                    <a:pt x="27" y="1349"/>
                    <a:pt x="27" y="1348"/>
                    <a:pt x="27" y="1348"/>
                  </a:cubicBezTo>
                  <a:cubicBezTo>
                    <a:pt x="28" y="1346"/>
                    <a:pt x="29" y="1345"/>
                    <a:pt x="30" y="1345"/>
                  </a:cubicBezTo>
                  <a:cubicBezTo>
                    <a:pt x="31" y="1344"/>
                    <a:pt x="32" y="1344"/>
                    <a:pt x="32" y="1344"/>
                  </a:cubicBezTo>
                  <a:lnTo>
                    <a:pt x="32" y="1344"/>
                  </a:lnTo>
                  <a:cubicBezTo>
                    <a:pt x="34" y="1344"/>
                    <a:pt x="36" y="1343"/>
                    <a:pt x="38" y="1345"/>
                  </a:cubicBezTo>
                  <a:cubicBezTo>
                    <a:pt x="39" y="1346"/>
                    <a:pt x="39" y="1346"/>
                    <a:pt x="40" y="1347"/>
                  </a:cubicBezTo>
                  <a:cubicBezTo>
                    <a:pt x="55" y="1355"/>
                    <a:pt x="74" y="1347"/>
                    <a:pt x="90" y="1343"/>
                  </a:cubicBezTo>
                  <a:lnTo>
                    <a:pt x="90" y="1343"/>
                  </a:lnTo>
                  <a:cubicBezTo>
                    <a:pt x="104" y="1340"/>
                    <a:pt x="119" y="1338"/>
                    <a:pt x="133" y="1338"/>
                  </a:cubicBezTo>
                  <a:cubicBezTo>
                    <a:pt x="141" y="1338"/>
                    <a:pt x="149" y="1338"/>
                    <a:pt x="157" y="1339"/>
                  </a:cubicBezTo>
                  <a:cubicBezTo>
                    <a:pt x="178" y="1342"/>
                    <a:pt x="199" y="1359"/>
                    <a:pt x="220" y="1353"/>
                  </a:cubicBezTo>
                  <a:cubicBezTo>
                    <a:pt x="236" y="1349"/>
                    <a:pt x="246" y="1335"/>
                    <a:pt x="259" y="1326"/>
                  </a:cubicBezTo>
                  <a:lnTo>
                    <a:pt x="259" y="1326"/>
                  </a:lnTo>
                  <a:cubicBezTo>
                    <a:pt x="280" y="1315"/>
                    <a:pt x="302" y="1305"/>
                    <a:pt x="325" y="1298"/>
                  </a:cubicBezTo>
                  <a:lnTo>
                    <a:pt x="325" y="1298"/>
                  </a:lnTo>
                  <a:cubicBezTo>
                    <a:pt x="328" y="1297"/>
                    <a:pt x="331" y="1295"/>
                    <a:pt x="334" y="1293"/>
                  </a:cubicBezTo>
                  <a:cubicBezTo>
                    <a:pt x="350" y="1284"/>
                    <a:pt x="365" y="1273"/>
                    <a:pt x="378" y="1260"/>
                  </a:cubicBezTo>
                  <a:lnTo>
                    <a:pt x="378" y="1260"/>
                  </a:lnTo>
                  <a:cubicBezTo>
                    <a:pt x="420" y="1222"/>
                    <a:pt x="459" y="1181"/>
                    <a:pt x="494" y="1136"/>
                  </a:cubicBezTo>
                  <a:cubicBezTo>
                    <a:pt x="530" y="1091"/>
                    <a:pt x="548" y="1035"/>
                    <a:pt x="579" y="987"/>
                  </a:cubicBezTo>
                  <a:lnTo>
                    <a:pt x="579" y="987"/>
                  </a:lnTo>
                  <a:cubicBezTo>
                    <a:pt x="612" y="937"/>
                    <a:pt x="656" y="894"/>
                    <a:pt x="707" y="865"/>
                  </a:cubicBezTo>
                  <a:cubicBezTo>
                    <a:pt x="713" y="861"/>
                    <a:pt x="718" y="859"/>
                    <a:pt x="723" y="856"/>
                  </a:cubicBezTo>
                  <a:lnTo>
                    <a:pt x="723" y="856"/>
                  </a:lnTo>
                  <a:cubicBezTo>
                    <a:pt x="753" y="841"/>
                    <a:pt x="783" y="828"/>
                    <a:pt x="815" y="819"/>
                  </a:cubicBezTo>
                  <a:cubicBezTo>
                    <a:pt x="839" y="813"/>
                    <a:pt x="886" y="816"/>
                    <a:pt x="899" y="794"/>
                  </a:cubicBezTo>
                  <a:lnTo>
                    <a:pt x="899" y="794"/>
                  </a:lnTo>
                  <a:cubicBezTo>
                    <a:pt x="904" y="786"/>
                    <a:pt x="906" y="777"/>
                    <a:pt x="906" y="768"/>
                  </a:cubicBezTo>
                  <a:cubicBezTo>
                    <a:pt x="906" y="761"/>
                    <a:pt x="905" y="755"/>
                    <a:pt x="903" y="749"/>
                  </a:cubicBezTo>
                  <a:lnTo>
                    <a:pt x="903" y="749"/>
                  </a:lnTo>
                  <a:cubicBezTo>
                    <a:pt x="889" y="745"/>
                    <a:pt x="876" y="740"/>
                    <a:pt x="864" y="733"/>
                  </a:cubicBezTo>
                  <a:cubicBezTo>
                    <a:pt x="839" y="719"/>
                    <a:pt x="819" y="698"/>
                    <a:pt x="805" y="674"/>
                  </a:cubicBezTo>
                  <a:lnTo>
                    <a:pt x="805" y="674"/>
                  </a:lnTo>
                  <a:cubicBezTo>
                    <a:pt x="783" y="637"/>
                    <a:pt x="768" y="597"/>
                    <a:pt x="758" y="556"/>
                  </a:cubicBezTo>
                  <a:lnTo>
                    <a:pt x="758" y="556"/>
                  </a:lnTo>
                  <a:cubicBezTo>
                    <a:pt x="757" y="553"/>
                    <a:pt x="756" y="550"/>
                    <a:pt x="755" y="548"/>
                  </a:cubicBezTo>
                  <a:cubicBezTo>
                    <a:pt x="754" y="546"/>
                    <a:pt x="752" y="543"/>
                    <a:pt x="749" y="541"/>
                  </a:cubicBezTo>
                  <a:lnTo>
                    <a:pt x="749" y="541"/>
                  </a:lnTo>
                  <a:cubicBezTo>
                    <a:pt x="748" y="541"/>
                    <a:pt x="746" y="540"/>
                    <a:pt x="744" y="540"/>
                  </a:cubicBezTo>
                  <a:cubicBezTo>
                    <a:pt x="741" y="540"/>
                    <a:pt x="738" y="541"/>
                    <a:pt x="736" y="543"/>
                  </a:cubicBezTo>
                  <a:cubicBezTo>
                    <a:pt x="734" y="544"/>
                    <a:pt x="731" y="545"/>
                    <a:pt x="730" y="548"/>
                  </a:cubicBezTo>
                  <a:cubicBezTo>
                    <a:pt x="729" y="549"/>
                    <a:pt x="729" y="550"/>
                    <a:pt x="729" y="551"/>
                  </a:cubicBezTo>
                  <a:lnTo>
                    <a:pt x="729" y="551"/>
                  </a:lnTo>
                  <a:cubicBezTo>
                    <a:pt x="728" y="555"/>
                    <a:pt x="727" y="558"/>
                    <a:pt x="727" y="563"/>
                  </a:cubicBezTo>
                  <a:cubicBezTo>
                    <a:pt x="727" y="567"/>
                    <a:pt x="728" y="572"/>
                    <a:pt x="729" y="576"/>
                  </a:cubicBezTo>
                  <a:lnTo>
                    <a:pt x="729" y="576"/>
                  </a:lnTo>
                  <a:cubicBezTo>
                    <a:pt x="727" y="569"/>
                    <a:pt x="725" y="563"/>
                    <a:pt x="725" y="556"/>
                  </a:cubicBezTo>
                  <a:cubicBezTo>
                    <a:pt x="725" y="546"/>
                    <a:pt x="728" y="536"/>
                    <a:pt x="733" y="527"/>
                  </a:cubicBezTo>
                  <a:cubicBezTo>
                    <a:pt x="737" y="520"/>
                    <a:pt x="742" y="514"/>
                    <a:pt x="748" y="510"/>
                  </a:cubicBezTo>
                  <a:lnTo>
                    <a:pt x="748" y="510"/>
                  </a:lnTo>
                  <a:cubicBezTo>
                    <a:pt x="747" y="508"/>
                    <a:pt x="746" y="507"/>
                    <a:pt x="745" y="505"/>
                  </a:cubicBezTo>
                  <a:cubicBezTo>
                    <a:pt x="736" y="488"/>
                    <a:pt x="730" y="469"/>
                    <a:pt x="729" y="450"/>
                  </a:cubicBezTo>
                  <a:lnTo>
                    <a:pt x="755" y="470"/>
                  </a:lnTo>
                  <a:lnTo>
                    <a:pt x="755" y="470"/>
                  </a:lnTo>
                  <a:cubicBezTo>
                    <a:pt x="757" y="434"/>
                    <a:pt x="767" y="399"/>
                    <a:pt x="785" y="368"/>
                  </a:cubicBezTo>
                  <a:cubicBezTo>
                    <a:pt x="804" y="335"/>
                    <a:pt x="832" y="306"/>
                    <a:pt x="866" y="287"/>
                  </a:cubicBezTo>
                  <a:cubicBezTo>
                    <a:pt x="898" y="268"/>
                    <a:pt x="934" y="259"/>
                    <a:pt x="971" y="258"/>
                  </a:cubicBezTo>
                  <a:cubicBezTo>
                    <a:pt x="1004" y="258"/>
                    <a:pt x="1037" y="263"/>
                    <a:pt x="1070" y="260"/>
                  </a:cubicBezTo>
                  <a:lnTo>
                    <a:pt x="1070" y="260"/>
                  </a:lnTo>
                  <a:cubicBezTo>
                    <a:pt x="1105" y="255"/>
                    <a:pt x="1138" y="244"/>
                    <a:pt x="1168" y="229"/>
                  </a:cubicBezTo>
                  <a:cubicBezTo>
                    <a:pt x="1175" y="226"/>
                    <a:pt x="1183" y="223"/>
                    <a:pt x="1189" y="227"/>
                  </a:cubicBezTo>
                  <a:cubicBezTo>
                    <a:pt x="1199" y="234"/>
                    <a:pt x="1190" y="250"/>
                    <a:pt x="1182" y="258"/>
                  </a:cubicBezTo>
                  <a:lnTo>
                    <a:pt x="1143" y="294"/>
                  </a:lnTo>
                  <a:lnTo>
                    <a:pt x="1143" y="294"/>
                  </a:lnTo>
                  <a:cubicBezTo>
                    <a:pt x="1151" y="298"/>
                    <a:pt x="1160" y="300"/>
                    <a:pt x="1168" y="300"/>
                  </a:cubicBezTo>
                  <a:cubicBezTo>
                    <a:pt x="1172" y="300"/>
                    <a:pt x="1175" y="299"/>
                    <a:pt x="1179" y="299"/>
                  </a:cubicBezTo>
                  <a:cubicBezTo>
                    <a:pt x="1191" y="299"/>
                    <a:pt x="1205" y="304"/>
                    <a:pt x="1206" y="316"/>
                  </a:cubicBezTo>
                  <a:lnTo>
                    <a:pt x="1206" y="316"/>
                  </a:lnTo>
                  <a:cubicBezTo>
                    <a:pt x="1194" y="329"/>
                    <a:pt x="1178" y="340"/>
                    <a:pt x="1163" y="350"/>
                  </a:cubicBezTo>
                  <a:cubicBezTo>
                    <a:pt x="1160" y="351"/>
                    <a:pt x="1158" y="353"/>
                    <a:pt x="1155" y="354"/>
                  </a:cubicBezTo>
                  <a:lnTo>
                    <a:pt x="1155" y="354"/>
                  </a:lnTo>
                  <a:cubicBezTo>
                    <a:pt x="1164" y="358"/>
                    <a:pt x="1174" y="360"/>
                    <a:pt x="1185" y="360"/>
                  </a:cubicBezTo>
                  <a:cubicBezTo>
                    <a:pt x="1188" y="360"/>
                    <a:pt x="1192" y="360"/>
                    <a:pt x="1196" y="359"/>
                  </a:cubicBezTo>
                  <a:cubicBezTo>
                    <a:pt x="1210" y="359"/>
                    <a:pt x="1227" y="368"/>
                    <a:pt x="1226" y="382"/>
                  </a:cubicBezTo>
                  <a:cubicBezTo>
                    <a:pt x="1225" y="399"/>
                    <a:pt x="1201" y="402"/>
                    <a:pt x="1188" y="412"/>
                  </a:cubicBezTo>
                  <a:lnTo>
                    <a:pt x="1188" y="412"/>
                  </a:lnTo>
                  <a:cubicBezTo>
                    <a:pt x="1192" y="436"/>
                    <a:pt x="1195" y="459"/>
                    <a:pt x="1195" y="483"/>
                  </a:cubicBezTo>
                  <a:cubicBezTo>
                    <a:pt x="1195" y="489"/>
                    <a:pt x="1194" y="494"/>
                    <a:pt x="1194" y="500"/>
                  </a:cubicBezTo>
                  <a:lnTo>
                    <a:pt x="1194" y="500"/>
                  </a:lnTo>
                  <a:cubicBezTo>
                    <a:pt x="1199" y="538"/>
                    <a:pt x="1206" y="575"/>
                    <a:pt x="1217" y="612"/>
                  </a:cubicBezTo>
                  <a:lnTo>
                    <a:pt x="1217" y="612"/>
                  </a:lnTo>
                  <a:cubicBezTo>
                    <a:pt x="1221" y="629"/>
                    <a:pt x="1224" y="646"/>
                    <a:pt x="1224" y="663"/>
                  </a:cubicBezTo>
                  <a:cubicBezTo>
                    <a:pt x="1224" y="684"/>
                    <a:pt x="1220" y="706"/>
                    <a:pt x="1213" y="726"/>
                  </a:cubicBezTo>
                  <a:cubicBezTo>
                    <a:pt x="1198" y="761"/>
                    <a:pt x="1160" y="789"/>
                    <a:pt x="1123" y="782"/>
                  </a:cubicBezTo>
                  <a:cubicBezTo>
                    <a:pt x="1125" y="782"/>
                    <a:pt x="1127" y="841"/>
                    <a:pt x="1129" y="847"/>
                  </a:cubicBezTo>
                  <a:lnTo>
                    <a:pt x="1129" y="847"/>
                  </a:lnTo>
                  <a:cubicBezTo>
                    <a:pt x="1135" y="844"/>
                    <a:pt x="1142" y="842"/>
                    <a:pt x="1150" y="842"/>
                  </a:cubicBezTo>
                  <a:cubicBezTo>
                    <a:pt x="1155" y="842"/>
                    <a:pt x="1160" y="843"/>
                    <a:pt x="1165" y="845"/>
                  </a:cubicBezTo>
                  <a:cubicBezTo>
                    <a:pt x="1210" y="864"/>
                    <a:pt x="1240" y="909"/>
                    <a:pt x="1262" y="951"/>
                  </a:cubicBezTo>
                  <a:cubicBezTo>
                    <a:pt x="1326" y="1073"/>
                    <a:pt x="1439" y="1163"/>
                    <a:pt x="1514" y="1278"/>
                  </a:cubicBezTo>
                  <a:cubicBezTo>
                    <a:pt x="1528" y="1240"/>
                    <a:pt x="1646" y="1056"/>
                    <a:pt x="1575" y="1045"/>
                  </a:cubicBezTo>
                  <a:lnTo>
                    <a:pt x="1678" y="816"/>
                  </a:lnTo>
                  <a:cubicBezTo>
                    <a:pt x="1694" y="781"/>
                    <a:pt x="1712" y="743"/>
                    <a:pt x="1744" y="722"/>
                  </a:cubicBezTo>
                  <a:lnTo>
                    <a:pt x="1744" y="722"/>
                  </a:lnTo>
                  <a:cubicBezTo>
                    <a:pt x="1761" y="713"/>
                    <a:pt x="1779" y="706"/>
                    <a:pt x="1797" y="702"/>
                  </a:cubicBezTo>
                  <a:cubicBezTo>
                    <a:pt x="1832" y="692"/>
                    <a:pt x="1866" y="680"/>
                    <a:pt x="1900" y="670"/>
                  </a:cubicBezTo>
                  <a:cubicBezTo>
                    <a:pt x="1924" y="664"/>
                    <a:pt x="1956" y="665"/>
                    <a:pt x="1974" y="647"/>
                  </a:cubicBezTo>
                  <a:lnTo>
                    <a:pt x="1974" y="647"/>
                  </a:lnTo>
                  <a:cubicBezTo>
                    <a:pt x="1975" y="646"/>
                    <a:pt x="1975" y="646"/>
                    <a:pt x="1975" y="646"/>
                  </a:cubicBezTo>
                  <a:cubicBezTo>
                    <a:pt x="1981" y="635"/>
                    <a:pt x="1984" y="623"/>
                    <a:pt x="1984" y="611"/>
                  </a:cubicBezTo>
                  <a:cubicBezTo>
                    <a:pt x="1984" y="600"/>
                    <a:pt x="1982" y="588"/>
                    <a:pt x="1976" y="578"/>
                  </a:cubicBezTo>
                  <a:lnTo>
                    <a:pt x="1976" y="578"/>
                  </a:lnTo>
                  <a:cubicBezTo>
                    <a:pt x="1975" y="577"/>
                    <a:pt x="1974" y="576"/>
                    <a:pt x="1973" y="576"/>
                  </a:cubicBezTo>
                  <a:cubicBezTo>
                    <a:pt x="1971" y="575"/>
                    <a:pt x="1970" y="574"/>
                    <a:pt x="1968" y="574"/>
                  </a:cubicBezTo>
                  <a:cubicBezTo>
                    <a:pt x="1966" y="574"/>
                    <a:pt x="1964" y="575"/>
                    <a:pt x="1962" y="576"/>
                  </a:cubicBezTo>
                  <a:cubicBezTo>
                    <a:pt x="1961" y="576"/>
                    <a:pt x="1960" y="577"/>
                    <a:pt x="1959" y="578"/>
                  </a:cubicBezTo>
                  <a:lnTo>
                    <a:pt x="1968" y="545"/>
                  </a:lnTo>
                  <a:lnTo>
                    <a:pt x="1968" y="545"/>
                  </a:lnTo>
                  <a:cubicBezTo>
                    <a:pt x="1961" y="556"/>
                    <a:pt x="1952" y="565"/>
                    <a:pt x="1941" y="572"/>
                  </a:cubicBezTo>
                  <a:cubicBezTo>
                    <a:pt x="1940" y="572"/>
                    <a:pt x="1940" y="572"/>
                    <a:pt x="1939" y="573"/>
                  </a:cubicBezTo>
                  <a:lnTo>
                    <a:pt x="1939" y="573"/>
                  </a:lnTo>
                  <a:cubicBezTo>
                    <a:pt x="1940" y="567"/>
                    <a:pt x="1941" y="562"/>
                    <a:pt x="1941" y="556"/>
                  </a:cubicBezTo>
                  <a:cubicBezTo>
                    <a:pt x="1941" y="544"/>
                    <a:pt x="1938" y="532"/>
                    <a:pt x="1932" y="522"/>
                  </a:cubicBezTo>
                  <a:cubicBezTo>
                    <a:pt x="1932" y="521"/>
                    <a:pt x="1932" y="521"/>
                    <a:pt x="1931" y="521"/>
                  </a:cubicBezTo>
                  <a:lnTo>
                    <a:pt x="1931" y="521"/>
                  </a:lnTo>
                  <a:cubicBezTo>
                    <a:pt x="1922" y="506"/>
                    <a:pt x="1912" y="491"/>
                    <a:pt x="1900" y="477"/>
                  </a:cubicBezTo>
                  <a:lnTo>
                    <a:pt x="1900" y="477"/>
                  </a:lnTo>
                  <a:cubicBezTo>
                    <a:pt x="1894" y="468"/>
                    <a:pt x="1888" y="459"/>
                    <a:pt x="1882" y="449"/>
                  </a:cubicBezTo>
                  <a:cubicBezTo>
                    <a:pt x="1867" y="423"/>
                    <a:pt x="1856" y="394"/>
                    <a:pt x="1852" y="363"/>
                  </a:cubicBezTo>
                  <a:lnTo>
                    <a:pt x="1852" y="363"/>
                  </a:lnTo>
                  <a:cubicBezTo>
                    <a:pt x="1847" y="363"/>
                    <a:pt x="1843" y="365"/>
                    <a:pt x="1840" y="367"/>
                  </a:cubicBezTo>
                  <a:cubicBezTo>
                    <a:pt x="1836" y="369"/>
                    <a:pt x="1833" y="372"/>
                    <a:pt x="1830" y="377"/>
                  </a:cubicBezTo>
                  <a:cubicBezTo>
                    <a:pt x="1829" y="378"/>
                    <a:pt x="1829" y="378"/>
                    <a:pt x="1829" y="379"/>
                  </a:cubicBezTo>
                  <a:lnTo>
                    <a:pt x="1843" y="343"/>
                  </a:lnTo>
                  <a:lnTo>
                    <a:pt x="1843" y="343"/>
                  </a:lnTo>
                  <a:cubicBezTo>
                    <a:pt x="1835" y="341"/>
                    <a:pt x="1827" y="339"/>
                    <a:pt x="1820" y="335"/>
                  </a:cubicBezTo>
                  <a:lnTo>
                    <a:pt x="1819" y="334"/>
                  </a:lnTo>
                  <a:lnTo>
                    <a:pt x="1854" y="334"/>
                  </a:lnTo>
                  <a:lnTo>
                    <a:pt x="1840" y="293"/>
                  </a:lnTo>
                  <a:lnTo>
                    <a:pt x="1856" y="306"/>
                  </a:lnTo>
                  <a:cubicBezTo>
                    <a:pt x="1828" y="284"/>
                    <a:pt x="1865" y="211"/>
                    <a:pt x="1876" y="187"/>
                  </a:cubicBezTo>
                  <a:lnTo>
                    <a:pt x="1876" y="187"/>
                  </a:lnTo>
                  <a:cubicBezTo>
                    <a:pt x="1878" y="181"/>
                    <a:pt x="1881" y="176"/>
                    <a:pt x="1884" y="171"/>
                  </a:cubicBezTo>
                  <a:cubicBezTo>
                    <a:pt x="1904" y="137"/>
                    <a:pt x="1931" y="108"/>
                    <a:pt x="1965" y="87"/>
                  </a:cubicBezTo>
                  <a:cubicBezTo>
                    <a:pt x="1990" y="71"/>
                    <a:pt x="2018" y="73"/>
                    <a:pt x="2043" y="62"/>
                  </a:cubicBezTo>
                  <a:lnTo>
                    <a:pt x="2043" y="62"/>
                  </a:lnTo>
                  <a:cubicBezTo>
                    <a:pt x="2044" y="61"/>
                    <a:pt x="2046" y="60"/>
                    <a:pt x="2047" y="60"/>
                  </a:cubicBezTo>
                  <a:cubicBezTo>
                    <a:pt x="2070" y="46"/>
                    <a:pt x="2090" y="27"/>
                    <a:pt x="2103" y="3"/>
                  </a:cubicBezTo>
                  <a:cubicBezTo>
                    <a:pt x="2104" y="2"/>
                    <a:pt x="2105" y="1"/>
                    <a:pt x="2105" y="0"/>
                  </a:cubicBezTo>
                  <a:lnTo>
                    <a:pt x="2105" y="0"/>
                  </a:lnTo>
                  <a:cubicBezTo>
                    <a:pt x="2108" y="7"/>
                    <a:pt x="2109" y="14"/>
                    <a:pt x="2109" y="21"/>
                  </a:cubicBezTo>
                  <a:cubicBezTo>
                    <a:pt x="2109" y="32"/>
                    <a:pt x="2105" y="43"/>
                    <a:pt x="2100" y="53"/>
                  </a:cubicBezTo>
                  <a:cubicBezTo>
                    <a:pt x="2099" y="54"/>
                    <a:pt x="2099" y="56"/>
                    <a:pt x="2098" y="57"/>
                  </a:cubicBezTo>
                  <a:lnTo>
                    <a:pt x="2153" y="10"/>
                  </a:lnTo>
                  <a:lnTo>
                    <a:pt x="2138" y="61"/>
                  </a:lnTo>
                  <a:lnTo>
                    <a:pt x="2138" y="61"/>
                  </a:lnTo>
                  <a:cubicBezTo>
                    <a:pt x="2143" y="57"/>
                    <a:pt x="2147" y="54"/>
                    <a:pt x="2153" y="51"/>
                  </a:cubicBezTo>
                  <a:cubicBezTo>
                    <a:pt x="2168" y="42"/>
                    <a:pt x="2186" y="37"/>
                    <a:pt x="2204" y="37"/>
                  </a:cubicBezTo>
                  <a:cubicBezTo>
                    <a:pt x="2215" y="37"/>
                    <a:pt x="2225" y="39"/>
                    <a:pt x="2235" y="42"/>
                  </a:cubicBezTo>
                  <a:lnTo>
                    <a:pt x="2235" y="42"/>
                  </a:lnTo>
                  <a:cubicBezTo>
                    <a:pt x="2234" y="42"/>
                    <a:pt x="2233" y="43"/>
                    <a:pt x="2233" y="43"/>
                  </a:cubicBezTo>
                  <a:cubicBezTo>
                    <a:pt x="2220" y="50"/>
                    <a:pt x="2209" y="61"/>
                    <a:pt x="2203" y="73"/>
                  </a:cubicBezTo>
                  <a:cubicBezTo>
                    <a:pt x="2202" y="74"/>
                    <a:pt x="2202" y="75"/>
                    <a:pt x="2202" y="75"/>
                  </a:cubicBezTo>
                  <a:cubicBezTo>
                    <a:pt x="2218" y="56"/>
                    <a:pt x="2247" y="60"/>
                    <a:pt x="2272" y="65"/>
                  </a:cubicBezTo>
                  <a:cubicBezTo>
                    <a:pt x="2296" y="69"/>
                    <a:pt x="2327" y="70"/>
                    <a:pt x="2339" y="48"/>
                  </a:cubicBezTo>
                  <a:cubicBezTo>
                    <a:pt x="2341" y="79"/>
                    <a:pt x="2311" y="102"/>
                    <a:pt x="2285" y="119"/>
                  </a:cubicBezTo>
                  <a:cubicBezTo>
                    <a:pt x="2301" y="116"/>
                    <a:pt x="2361" y="136"/>
                    <a:pt x="2339" y="158"/>
                  </a:cubicBezTo>
                  <a:cubicBezTo>
                    <a:pt x="2335" y="162"/>
                    <a:pt x="2311" y="161"/>
                    <a:pt x="2303" y="165"/>
                  </a:cubicBezTo>
                  <a:lnTo>
                    <a:pt x="2303" y="165"/>
                  </a:lnTo>
                  <a:cubicBezTo>
                    <a:pt x="2302" y="166"/>
                    <a:pt x="2301" y="166"/>
                    <a:pt x="2300" y="167"/>
                  </a:cubicBezTo>
                  <a:cubicBezTo>
                    <a:pt x="2292" y="171"/>
                    <a:pt x="2286" y="178"/>
                    <a:pt x="2281" y="186"/>
                  </a:cubicBezTo>
                  <a:cubicBezTo>
                    <a:pt x="2279" y="189"/>
                    <a:pt x="2277" y="193"/>
                    <a:pt x="2276" y="197"/>
                  </a:cubicBezTo>
                  <a:lnTo>
                    <a:pt x="2276" y="197"/>
                  </a:lnTo>
                  <a:cubicBezTo>
                    <a:pt x="2276" y="201"/>
                    <a:pt x="2275" y="205"/>
                    <a:pt x="2275" y="209"/>
                  </a:cubicBezTo>
                  <a:cubicBezTo>
                    <a:pt x="2275" y="213"/>
                    <a:pt x="2276" y="217"/>
                    <a:pt x="2276" y="220"/>
                  </a:cubicBezTo>
                  <a:cubicBezTo>
                    <a:pt x="2284" y="270"/>
                    <a:pt x="2300" y="317"/>
                    <a:pt x="2311" y="366"/>
                  </a:cubicBezTo>
                  <a:cubicBezTo>
                    <a:pt x="2328" y="443"/>
                    <a:pt x="2327" y="516"/>
                    <a:pt x="2277" y="579"/>
                  </a:cubicBezTo>
                  <a:lnTo>
                    <a:pt x="2277" y="579"/>
                  </a:lnTo>
                  <a:cubicBezTo>
                    <a:pt x="2269" y="591"/>
                    <a:pt x="2258" y="602"/>
                    <a:pt x="2245" y="609"/>
                  </a:cubicBezTo>
                  <a:cubicBezTo>
                    <a:pt x="2229" y="618"/>
                    <a:pt x="2212" y="623"/>
                    <a:pt x="2194" y="623"/>
                  </a:cubicBezTo>
                  <a:cubicBezTo>
                    <a:pt x="2191" y="623"/>
                    <a:pt x="2189" y="623"/>
                    <a:pt x="2186" y="622"/>
                  </a:cubicBezTo>
                  <a:cubicBezTo>
                    <a:pt x="2183" y="670"/>
                    <a:pt x="2195" y="676"/>
                    <a:pt x="2238" y="666"/>
                  </a:cubicBezTo>
                  <a:lnTo>
                    <a:pt x="2238" y="666"/>
                  </a:lnTo>
                  <a:cubicBezTo>
                    <a:pt x="2254" y="664"/>
                    <a:pt x="2270" y="663"/>
                    <a:pt x="2286" y="663"/>
                  </a:cubicBezTo>
                  <a:cubicBezTo>
                    <a:pt x="2310" y="663"/>
                    <a:pt x="2335" y="666"/>
                    <a:pt x="2359" y="671"/>
                  </a:cubicBezTo>
                  <a:cubicBezTo>
                    <a:pt x="2402" y="678"/>
                    <a:pt x="2445" y="683"/>
                    <a:pt x="2489" y="686"/>
                  </a:cubicBezTo>
                  <a:cubicBezTo>
                    <a:pt x="2511" y="687"/>
                    <a:pt x="2533" y="688"/>
                    <a:pt x="2555" y="689"/>
                  </a:cubicBezTo>
                  <a:cubicBezTo>
                    <a:pt x="2569" y="689"/>
                    <a:pt x="2603" y="695"/>
                    <a:pt x="2615" y="687"/>
                  </a:cubicBezTo>
                  <a:cubicBezTo>
                    <a:pt x="2636" y="674"/>
                    <a:pt x="2647" y="601"/>
                    <a:pt x="2655" y="578"/>
                  </a:cubicBezTo>
                  <a:lnTo>
                    <a:pt x="2696" y="459"/>
                  </a:lnTo>
                  <a:lnTo>
                    <a:pt x="2696" y="459"/>
                  </a:lnTo>
                  <a:cubicBezTo>
                    <a:pt x="2700" y="451"/>
                    <a:pt x="2702" y="443"/>
                    <a:pt x="2702" y="434"/>
                  </a:cubicBezTo>
                  <a:cubicBezTo>
                    <a:pt x="2702" y="428"/>
                    <a:pt x="2701" y="422"/>
                    <a:pt x="2699" y="417"/>
                  </a:cubicBezTo>
                  <a:lnTo>
                    <a:pt x="2699" y="417"/>
                  </a:lnTo>
                  <a:cubicBezTo>
                    <a:pt x="2693" y="408"/>
                    <a:pt x="2687" y="400"/>
                    <a:pt x="2679" y="393"/>
                  </a:cubicBezTo>
                  <a:lnTo>
                    <a:pt x="2679" y="393"/>
                  </a:lnTo>
                  <a:cubicBezTo>
                    <a:pt x="2679" y="393"/>
                    <a:pt x="2678" y="392"/>
                    <a:pt x="2678" y="391"/>
                  </a:cubicBezTo>
                  <a:cubicBezTo>
                    <a:pt x="2667" y="373"/>
                    <a:pt x="2662" y="352"/>
                    <a:pt x="2662" y="330"/>
                  </a:cubicBezTo>
                  <a:cubicBezTo>
                    <a:pt x="2662" y="329"/>
                    <a:pt x="2662" y="328"/>
                    <a:pt x="2662" y="327"/>
                  </a:cubicBezTo>
                  <a:lnTo>
                    <a:pt x="2662" y="327"/>
                  </a:lnTo>
                  <a:cubicBezTo>
                    <a:pt x="2658" y="296"/>
                    <a:pt x="2650" y="266"/>
                    <a:pt x="2636" y="237"/>
                  </a:cubicBezTo>
                  <a:lnTo>
                    <a:pt x="2636" y="237"/>
                  </a:lnTo>
                  <a:cubicBezTo>
                    <a:pt x="2639" y="236"/>
                    <a:pt x="2642" y="235"/>
                    <a:pt x="2645" y="235"/>
                  </a:cubicBezTo>
                  <a:cubicBezTo>
                    <a:pt x="2650" y="235"/>
                    <a:pt x="2654" y="237"/>
                    <a:pt x="2658" y="239"/>
                  </a:cubicBezTo>
                  <a:cubicBezTo>
                    <a:pt x="2662" y="241"/>
                    <a:pt x="2665" y="244"/>
                    <a:pt x="2668" y="248"/>
                  </a:cubicBezTo>
                  <a:lnTo>
                    <a:pt x="2668" y="249"/>
                  </a:lnTo>
                  <a:cubicBezTo>
                    <a:pt x="2675" y="259"/>
                    <a:pt x="2678" y="271"/>
                    <a:pt x="2685" y="282"/>
                  </a:cubicBezTo>
                  <a:lnTo>
                    <a:pt x="2685" y="282"/>
                  </a:lnTo>
                  <a:cubicBezTo>
                    <a:pt x="2690" y="288"/>
                    <a:pt x="2696" y="294"/>
                    <a:pt x="2702" y="300"/>
                  </a:cubicBezTo>
                  <a:lnTo>
                    <a:pt x="2702" y="300"/>
                  </a:lnTo>
                  <a:cubicBezTo>
                    <a:pt x="2703" y="300"/>
                    <a:pt x="2703" y="300"/>
                    <a:pt x="2704" y="301"/>
                  </a:cubicBezTo>
                  <a:cubicBezTo>
                    <a:pt x="2705" y="301"/>
                    <a:pt x="2706" y="302"/>
                    <a:pt x="2707" y="302"/>
                  </a:cubicBezTo>
                  <a:cubicBezTo>
                    <a:pt x="2710" y="302"/>
                    <a:pt x="2711" y="299"/>
                    <a:pt x="2712" y="297"/>
                  </a:cubicBezTo>
                  <a:lnTo>
                    <a:pt x="2712" y="297"/>
                  </a:lnTo>
                  <a:cubicBezTo>
                    <a:pt x="2716" y="279"/>
                    <a:pt x="2718" y="260"/>
                    <a:pt x="2719" y="242"/>
                  </a:cubicBezTo>
                  <a:lnTo>
                    <a:pt x="2719" y="242"/>
                  </a:lnTo>
                  <a:cubicBezTo>
                    <a:pt x="2721" y="221"/>
                    <a:pt x="2725" y="200"/>
                    <a:pt x="2730" y="180"/>
                  </a:cubicBezTo>
                  <a:lnTo>
                    <a:pt x="2730" y="180"/>
                  </a:lnTo>
                  <a:cubicBezTo>
                    <a:pt x="2731" y="174"/>
                    <a:pt x="2733" y="168"/>
                    <a:pt x="2736" y="163"/>
                  </a:cubicBezTo>
                  <a:cubicBezTo>
                    <a:pt x="2739" y="159"/>
                    <a:pt x="2741" y="156"/>
                    <a:pt x="2744" y="153"/>
                  </a:cubicBezTo>
                  <a:lnTo>
                    <a:pt x="2744" y="153"/>
                  </a:lnTo>
                  <a:cubicBezTo>
                    <a:pt x="2745" y="152"/>
                    <a:pt x="2745" y="152"/>
                    <a:pt x="2746" y="152"/>
                  </a:cubicBezTo>
                  <a:cubicBezTo>
                    <a:pt x="2747" y="151"/>
                    <a:pt x="2748" y="151"/>
                    <a:pt x="2749" y="151"/>
                  </a:cubicBezTo>
                  <a:cubicBezTo>
                    <a:pt x="2754" y="151"/>
                    <a:pt x="2755" y="156"/>
                    <a:pt x="2756" y="161"/>
                  </a:cubicBezTo>
                  <a:lnTo>
                    <a:pt x="2756" y="161"/>
                  </a:lnTo>
                  <a:cubicBezTo>
                    <a:pt x="2755" y="174"/>
                    <a:pt x="2753" y="188"/>
                    <a:pt x="2749" y="202"/>
                  </a:cubicBezTo>
                  <a:cubicBezTo>
                    <a:pt x="2747" y="216"/>
                    <a:pt x="2744" y="231"/>
                    <a:pt x="2743" y="246"/>
                  </a:cubicBezTo>
                  <a:cubicBezTo>
                    <a:pt x="2741" y="260"/>
                    <a:pt x="2746" y="276"/>
                    <a:pt x="2743" y="291"/>
                  </a:cubicBezTo>
                  <a:cubicBezTo>
                    <a:pt x="2749" y="259"/>
                    <a:pt x="2756" y="229"/>
                    <a:pt x="2762" y="198"/>
                  </a:cubicBezTo>
                  <a:lnTo>
                    <a:pt x="2762" y="198"/>
                  </a:lnTo>
                  <a:cubicBezTo>
                    <a:pt x="2764" y="183"/>
                    <a:pt x="2769" y="169"/>
                    <a:pt x="2776" y="156"/>
                  </a:cubicBezTo>
                  <a:lnTo>
                    <a:pt x="2776" y="156"/>
                  </a:lnTo>
                  <a:lnTo>
                    <a:pt x="2777" y="155"/>
                  </a:lnTo>
                  <a:cubicBezTo>
                    <a:pt x="2777" y="154"/>
                    <a:pt x="2779" y="151"/>
                    <a:pt x="2780" y="151"/>
                  </a:cubicBezTo>
                  <a:cubicBezTo>
                    <a:pt x="2781" y="150"/>
                    <a:pt x="2782" y="151"/>
                    <a:pt x="2782" y="151"/>
                  </a:cubicBezTo>
                  <a:cubicBezTo>
                    <a:pt x="2787" y="151"/>
                    <a:pt x="2790" y="155"/>
                    <a:pt x="2791" y="159"/>
                  </a:cubicBezTo>
                  <a:lnTo>
                    <a:pt x="2791" y="159"/>
                  </a:lnTo>
                  <a:cubicBezTo>
                    <a:pt x="2792" y="163"/>
                    <a:pt x="2792" y="167"/>
                    <a:pt x="2792" y="171"/>
                  </a:cubicBezTo>
                  <a:cubicBezTo>
                    <a:pt x="2792" y="175"/>
                    <a:pt x="2792" y="179"/>
                    <a:pt x="2791" y="183"/>
                  </a:cubicBezTo>
                  <a:cubicBezTo>
                    <a:pt x="2786" y="221"/>
                    <a:pt x="2773" y="260"/>
                    <a:pt x="2779" y="297"/>
                  </a:cubicBezTo>
                  <a:lnTo>
                    <a:pt x="2779" y="297"/>
                  </a:lnTo>
                  <a:cubicBezTo>
                    <a:pt x="2785" y="281"/>
                    <a:pt x="2789" y="265"/>
                    <a:pt x="2792" y="248"/>
                  </a:cubicBezTo>
                  <a:cubicBezTo>
                    <a:pt x="2796" y="229"/>
                    <a:pt x="2799" y="209"/>
                    <a:pt x="2803" y="189"/>
                  </a:cubicBezTo>
                  <a:cubicBezTo>
                    <a:pt x="2806" y="179"/>
                    <a:pt x="2812" y="154"/>
                    <a:pt x="2819" y="173"/>
                  </a:cubicBezTo>
                  <a:lnTo>
                    <a:pt x="2819" y="173"/>
                  </a:lnTo>
                  <a:cubicBezTo>
                    <a:pt x="2822" y="182"/>
                    <a:pt x="2824" y="192"/>
                    <a:pt x="2824" y="202"/>
                  </a:cubicBezTo>
                  <a:cubicBezTo>
                    <a:pt x="2824" y="204"/>
                    <a:pt x="2824" y="206"/>
                    <a:pt x="2824" y="208"/>
                  </a:cubicBezTo>
                  <a:lnTo>
                    <a:pt x="2824" y="208"/>
                  </a:lnTo>
                  <a:cubicBezTo>
                    <a:pt x="2821" y="243"/>
                    <a:pt x="2817" y="278"/>
                    <a:pt x="2811" y="313"/>
                  </a:cubicBezTo>
                  <a:lnTo>
                    <a:pt x="2811" y="313"/>
                  </a:lnTo>
                  <a:cubicBezTo>
                    <a:pt x="2817" y="276"/>
                    <a:pt x="2825" y="239"/>
                    <a:pt x="2835" y="203"/>
                  </a:cubicBezTo>
                  <a:cubicBezTo>
                    <a:pt x="2835" y="200"/>
                    <a:pt x="2837" y="196"/>
                    <a:pt x="2840" y="196"/>
                  </a:cubicBezTo>
                  <a:cubicBezTo>
                    <a:pt x="2843" y="195"/>
                    <a:pt x="2846" y="198"/>
                    <a:pt x="2847" y="201"/>
                  </a:cubicBezTo>
                  <a:lnTo>
                    <a:pt x="2847" y="201"/>
                  </a:lnTo>
                  <a:cubicBezTo>
                    <a:pt x="2849" y="206"/>
                    <a:pt x="2850" y="212"/>
                    <a:pt x="2850" y="217"/>
                  </a:cubicBezTo>
                  <a:cubicBezTo>
                    <a:pt x="2850" y="220"/>
                    <a:pt x="2850" y="223"/>
                    <a:pt x="2849" y="226"/>
                  </a:cubicBezTo>
                  <a:lnTo>
                    <a:pt x="2838" y="340"/>
                  </a:lnTo>
                  <a:cubicBezTo>
                    <a:pt x="2835" y="372"/>
                    <a:pt x="2829" y="402"/>
                    <a:pt x="2803" y="423"/>
                  </a:cubicBezTo>
                  <a:lnTo>
                    <a:pt x="2803" y="423"/>
                  </a:lnTo>
                  <a:cubicBezTo>
                    <a:pt x="2801" y="425"/>
                    <a:pt x="2799" y="426"/>
                    <a:pt x="2798" y="429"/>
                  </a:cubicBezTo>
                  <a:lnTo>
                    <a:pt x="2798" y="429"/>
                  </a:lnTo>
                  <a:cubicBezTo>
                    <a:pt x="2797" y="431"/>
                    <a:pt x="2796" y="434"/>
                    <a:pt x="2796" y="437"/>
                  </a:cubicBezTo>
                  <a:lnTo>
                    <a:pt x="2785" y="552"/>
                  </a:lnTo>
                  <a:cubicBezTo>
                    <a:pt x="2778" y="628"/>
                    <a:pt x="2772" y="713"/>
                    <a:pt x="2740" y="784"/>
                  </a:cubicBezTo>
                  <a:lnTo>
                    <a:pt x="2740" y="784"/>
                  </a:lnTo>
                  <a:cubicBezTo>
                    <a:pt x="2739" y="788"/>
                    <a:pt x="2737" y="791"/>
                    <a:pt x="2735" y="795"/>
                  </a:cubicBezTo>
                  <a:cubicBezTo>
                    <a:pt x="2731" y="802"/>
                    <a:pt x="2726" y="808"/>
                    <a:pt x="2719" y="813"/>
                  </a:cubicBezTo>
                  <a:lnTo>
                    <a:pt x="2719" y="813"/>
                  </a:lnTo>
                  <a:cubicBezTo>
                    <a:pt x="2710" y="818"/>
                    <a:pt x="2700" y="820"/>
                    <a:pt x="2690" y="820"/>
                  </a:cubicBezTo>
                  <a:cubicBezTo>
                    <a:pt x="2689" y="820"/>
                    <a:pt x="2688" y="820"/>
                    <a:pt x="2687" y="820"/>
                  </a:cubicBezTo>
                  <a:lnTo>
                    <a:pt x="2687" y="820"/>
                  </a:lnTo>
                  <a:cubicBezTo>
                    <a:pt x="2658" y="823"/>
                    <a:pt x="2628" y="825"/>
                    <a:pt x="2598" y="825"/>
                  </a:cubicBezTo>
                  <a:cubicBezTo>
                    <a:pt x="2596" y="825"/>
                    <a:pt x="2595" y="825"/>
                    <a:pt x="2593" y="825"/>
                  </a:cubicBezTo>
                  <a:lnTo>
                    <a:pt x="2593" y="825"/>
                  </a:lnTo>
                  <a:cubicBezTo>
                    <a:pt x="2588" y="869"/>
                    <a:pt x="2580" y="912"/>
                    <a:pt x="2569" y="956"/>
                  </a:cubicBezTo>
                  <a:lnTo>
                    <a:pt x="2569" y="956"/>
                  </a:lnTo>
                  <a:cubicBezTo>
                    <a:pt x="2569" y="958"/>
                    <a:pt x="2568" y="961"/>
                    <a:pt x="2567" y="963"/>
                  </a:cubicBezTo>
                  <a:cubicBezTo>
                    <a:pt x="2566" y="965"/>
                    <a:pt x="2563" y="967"/>
                    <a:pt x="2561" y="969"/>
                  </a:cubicBezTo>
                  <a:cubicBezTo>
                    <a:pt x="2558" y="970"/>
                    <a:pt x="2556" y="971"/>
                    <a:pt x="2553" y="971"/>
                  </a:cubicBezTo>
                  <a:cubicBezTo>
                    <a:pt x="2552" y="971"/>
                    <a:pt x="2551" y="970"/>
                    <a:pt x="2549" y="970"/>
                  </a:cubicBezTo>
                  <a:lnTo>
                    <a:pt x="2549" y="970"/>
                  </a:lnTo>
                  <a:cubicBezTo>
                    <a:pt x="2478" y="968"/>
                    <a:pt x="2407" y="958"/>
                    <a:pt x="2339" y="940"/>
                  </a:cubicBezTo>
                  <a:lnTo>
                    <a:pt x="2339" y="940"/>
                  </a:lnTo>
                  <a:cubicBezTo>
                    <a:pt x="2337" y="939"/>
                    <a:pt x="2334" y="938"/>
                    <a:pt x="2332" y="938"/>
                  </a:cubicBezTo>
                  <a:cubicBezTo>
                    <a:pt x="2330" y="938"/>
                    <a:pt x="2327" y="939"/>
                    <a:pt x="2325" y="940"/>
                  </a:cubicBezTo>
                  <a:lnTo>
                    <a:pt x="2325" y="940"/>
                  </a:lnTo>
                  <a:cubicBezTo>
                    <a:pt x="2324" y="941"/>
                    <a:pt x="2323" y="943"/>
                    <a:pt x="2322" y="944"/>
                  </a:cubicBezTo>
                  <a:cubicBezTo>
                    <a:pt x="2321" y="946"/>
                    <a:pt x="2320" y="948"/>
                    <a:pt x="2320" y="950"/>
                  </a:cubicBezTo>
                  <a:lnTo>
                    <a:pt x="2270" y="1119"/>
                  </a:lnTo>
                  <a:lnTo>
                    <a:pt x="2270" y="1119"/>
                  </a:lnTo>
                  <a:cubicBezTo>
                    <a:pt x="2254" y="1168"/>
                    <a:pt x="2242" y="1219"/>
                    <a:pt x="2234" y="1270"/>
                  </a:cubicBezTo>
                  <a:lnTo>
                    <a:pt x="2234" y="1270"/>
                  </a:lnTo>
                  <a:cubicBezTo>
                    <a:pt x="2231" y="1292"/>
                    <a:pt x="2230" y="1314"/>
                    <a:pt x="2230" y="1336"/>
                  </a:cubicBezTo>
                  <a:cubicBezTo>
                    <a:pt x="2230" y="1346"/>
                    <a:pt x="2230" y="1356"/>
                    <a:pt x="2231" y="1366"/>
                  </a:cubicBezTo>
                  <a:cubicBezTo>
                    <a:pt x="2233" y="1400"/>
                    <a:pt x="2234" y="1430"/>
                    <a:pt x="2209" y="1455"/>
                  </a:cubicBezTo>
                  <a:cubicBezTo>
                    <a:pt x="2180" y="1486"/>
                    <a:pt x="2169" y="1486"/>
                    <a:pt x="2189" y="1535"/>
                  </a:cubicBezTo>
                  <a:lnTo>
                    <a:pt x="2324" y="1865"/>
                  </a:lnTo>
                  <a:cubicBezTo>
                    <a:pt x="2334" y="1888"/>
                    <a:pt x="2343" y="1915"/>
                    <a:pt x="2331" y="1937"/>
                  </a:cubicBezTo>
                  <a:lnTo>
                    <a:pt x="2331" y="1937"/>
                  </a:lnTo>
                  <a:cubicBezTo>
                    <a:pt x="2324" y="1948"/>
                    <a:pt x="2315" y="1956"/>
                    <a:pt x="2304" y="1962"/>
                  </a:cubicBezTo>
                  <a:cubicBezTo>
                    <a:pt x="2300" y="1964"/>
                    <a:pt x="2297" y="1966"/>
                    <a:pt x="2293" y="1968"/>
                  </a:cubicBezTo>
                  <a:lnTo>
                    <a:pt x="2293" y="1968"/>
                  </a:lnTo>
                  <a:cubicBezTo>
                    <a:pt x="2289" y="1969"/>
                    <a:pt x="2286" y="1971"/>
                    <a:pt x="2282" y="1973"/>
                  </a:cubicBezTo>
                  <a:cubicBezTo>
                    <a:pt x="2271" y="1979"/>
                    <a:pt x="2262" y="1988"/>
                    <a:pt x="2255" y="1998"/>
                  </a:cubicBezTo>
                  <a:cubicBezTo>
                    <a:pt x="2238" y="2027"/>
                    <a:pt x="2276" y="2087"/>
                    <a:pt x="2290" y="2111"/>
                  </a:cubicBezTo>
                  <a:lnTo>
                    <a:pt x="2290" y="2111"/>
                  </a:lnTo>
                  <a:cubicBezTo>
                    <a:pt x="2295" y="2118"/>
                    <a:pt x="2299" y="2126"/>
                    <a:pt x="2304" y="2134"/>
                  </a:cubicBezTo>
                  <a:cubicBezTo>
                    <a:pt x="2309" y="2143"/>
                    <a:pt x="2314" y="2152"/>
                    <a:pt x="2319" y="2161"/>
                  </a:cubicBezTo>
                  <a:lnTo>
                    <a:pt x="2319" y="2161"/>
                  </a:lnTo>
                  <a:cubicBezTo>
                    <a:pt x="2326" y="2182"/>
                    <a:pt x="2331" y="2203"/>
                    <a:pt x="2333" y="2225"/>
                  </a:cubicBezTo>
                  <a:cubicBezTo>
                    <a:pt x="2349" y="2332"/>
                    <a:pt x="2381" y="2433"/>
                    <a:pt x="2403" y="2538"/>
                  </a:cubicBezTo>
                  <a:lnTo>
                    <a:pt x="2403" y="2538"/>
                  </a:lnTo>
                  <a:cubicBezTo>
                    <a:pt x="2405" y="2552"/>
                    <a:pt x="2410" y="2566"/>
                    <a:pt x="2417" y="2578"/>
                  </a:cubicBezTo>
                  <a:cubicBezTo>
                    <a:pt x="2425" y="2592"/>
                    <a:pt x="2436" y="2604"/>
                    <a:pt x="2449" y="2613"/>
                  </a:cubicBezTo>
                  <a:cubicBezTo>
                    <a:pt x="2482" y="2632"/>
                    <a:pt x="2525" y="2622"/>
                    <a:pt x="2558" y="2639"/>
                  </a:cubicBezTo>
                  <a:lnTo>
                    <a:pt x="2558" y="2639"/>
                  </a:lnTo>
                  <a:cubicBezTo>
                    <a:pt x="2554" y="2641"/>
                    <a:pt x="2550" y="2644"/>
                    <a:pt x="2545" y="2646"/>
                  </a:cubicBezTo>
                  <a:cubicBezTo>
                    <a:pt x="2477" y="2686"/>
                    <a:pt x="2399" y="2707"/>
                    <a:pt x="2319" y="2707"/>
                  </a:cubicBezTo>
                  <a:cubicBezTo>
                    <a:pt x="2312" y="2707"/>
                    <a:pt x="2304" y="2707"/>
                    <a:pt x="2296" y="2706"/>
                  </a:cubicBezTo>
                  <a:cubicBezTo>
                    <a:pt x="2314" y="2640"/>
                    <a:pt x="2282" y="2571"/>
                    <a:pt x="2249" y="2512"/>
                  </a:cubicBezTo>
                  <a:cubicBezTo>
                    <a:pt x="2215" y="2452"/>
                    <a:pt x="2177" y="2390"/>
                    <a:pt x="2178" y="2321"/>
                  </a:cubicBezTo>
                  <a:lnTo>
                    <a:pt x="2178" y="2321"/>
                  </a:lnTo>
                  <a:cubicBezTo>
                    <a:pt x="2179" y="2307"/>
                    <a:pt x="2180" y="2292"/>
                    <a:pt x="2180" y="2277"/>
                  </a:cubicBezTo>
                  <a:cubicBezTo>
                    <a:pt x="2180" y="2272"/>
                    <a:pt x="2180" y="2267"/>
                    <a:pt x="2180" y="2262"/>
                  </a:cubicBezTo>
                  <a:lnTo>
                    <a:pt x="2180" y="2262"/>
                  </a:lnTo>
                  <a:cubicBezTo>
                    <a:pt x="2177" y="2245"/>
                    <a:pt x="2172" y="2228"/>
                    <a:pt x="2165" y="2212"/>
                  </a:cubicBezTo>
                  <a:lnTo>
                    <a:pt x="2165" y="2212"/>
                  </a:lnTo>
                  <a:cubicBezTo>
                    <a:pt x="2151" y="2179"/>
                    <a:pt x="2136" y="2147"/>
                    <a:pt x="2118" y="2116"/>
                  </a:cubicBezTo>
                  <a:cubicBezTo>
                    <a:pt x="2111" y="2105"/>
                    <a:pt x="2104" y="2093"/>
                    <a:pt x="2097" y="2082"/>
                  </a:cubicBezTo>
                  <a:lnTo>
                    <a:pt x="2097" y="2082"/>
                  </a:lnTo>
                  <a:lnTo>
                    <a:pt x="2096" y="2081"/>
                  </a:lnTo>
                  <a:cubicBezTo>
                    <a:pt x="2087" y="2065"/>
                    <a:pt x="2074" y="2050"/>
                    <a:pt x="2059" y="2039"/>
                  </a:cubicBezTo>
                  <a:lnTo>
                    <a:pt x="2059" y="2039"/>
                  </a:lnTo>
                  <a:cubicBezTo>
                    <a:pt x="2057" y="2038"/>
                    <a:pt x="2056" y="2037"/>
                    <a:pt x="2054" y="2036"/>
                  </a:cubicBezTo>
                  <a:cubicBezTo>
                    <a:pt x="2046" y="2031"/>
                    <a:pt x="2037" y="2029"/>
                    <a:pt x="2028" y="2029"/>
                  </a:cubicBezTo>
                  <a:cubicBezTo>
                    <a:pt x="2019" y="2029"/>
                    <a:pt x="2011" y="2031"/>
                    <a:pt x="2004" y="2035"/>
                  </a:cubicBezTo>
                  <a:cubicBezTo>
                    <a:pt x="2011" y="2115"/>
                    <a:pt x="2011" y="2213"/>
                    <a:pt x="1974" y="2287"/>
                  </a:cubicBezTo>
                  <a:cubicBezTo>
                    <a:pt x="1934" y="2369"/>
                    <a:pt x="1872" y="2432"/>
                    <a:pt x="1809" y="2497"/>
                  </a:cubicBezTo>
                  <a:lnTo>
                    <a:pt x="1809" y="2497"/>
                  </a:lnTo>
                  <a:cubicBezTo>
                    <a:pt x="1800" y="2504"/>
                    <a:pt x="1792" y="2513"/>
                    <a:pt x="1786" y="2524"/>
                  </a:cubicBezTo>
                  <a:cubicBezTo>
                    <a:pt x="1781" y="2533"/>
                    <a:pt x="1777" y="2543"/>
                    <a:pt x="1775" y="2554"/>
                  </a:cubicBezTo>
                  <a:lnTo>
                    <a:pt x="1775" y="2554"/>
                  </a:lnTo>
                  <a:cubicBezTo>
                    <a:pt x="1775" y="2568"/>
                    <a:pt x="1779" y="2582"/>
                    <a:pt x="1786" y="2594"/>
                  </a:cubicBezTo>
                  <a:cubicBezTo>
                    <a:pt x="1788" y="2598"/>
                    <a:pt x="1791" y="2602"/>
                    <a:pt x="1794" y="2605"/>
                  </a:cubicBezTo>
                  <a:lnTo>
                    <a:pt x="1794" y="2605"/>
                  </a:lnTo>
                  <a:cubicBezTo>
                    <a:pt x="1819" y="2641"/>
                    <a:pt x="1851" y="2671"/>
                    <a:pt x="1888" y="2694"/>
                  </a:cubicBezTo>
                  <a:lnTo>
                    <a:pt x="1609" y="2648"/>
                  </a:lnTo>
                  <a:lnTo>
                    <a:pt x="1609" y="2648"/>
                  </a:lnTo>
                  <a:cubicBezTo>
                    <a:pt x="1608" y="2648"/>
                    <a:pt x="1608" y="2648"/>
                    <a:pt x="1607" y="2648"/>
                  </a:cubicBezTo>
                  <a:cubicBezTo>
                    <a:pt x="1604" y="2648"/>
                    <a:pt x="1601" y="2647"/>
                    <a:pt x="1599" y="2646"/>
                  </a:cubicBezTo>
                  <a:cubicBezTo>
                    <a:pt x="1596" y="2644"/>
                    <a:pt x="1595" y="2642"/>
                    <a:pt x="1594" y="2640"/>
                  </a:cubicBezTo>
                  <a:cubicBezTo>
                    <a:pt x="1592" y="2638"/>
                    <a:pt x="1592" y="2634"/>
                    <a:pt x="1592" y="2632"/>
                  </a:cubicBezTo>
                  <a:cubicBezTo>
                    <a:pt x="1592" y="2629"/>
                    <a:pt x="1592" y="2627"/>
                    <a:pt x="1594" y="2625"/>
                  </a:cubicBezTo>
                  <a:cubicBezTo>
                    <a:pt x="1594" y="2624"/>
                    <a:pt x="1594" y="2624"/>
                    <a:pt x="1594" y="2624"/>
                  </a:cubicBezTo>
                  <a:lnTo>
                    <a:pt x="1619" y="2549"/>
                  </a:lnTo>
                  <a:lnTo>
                    <a:pt x="1619" y="2549"/>
                  </a:lnTo>
                  <a:cubicBezTo>
                    <a:pt x="1621" y="2541"/>
                    <a:pt x="1624" y="2534"/>
                    <a:pt x="1628" y="2527"/>
                  </a:cubicBezTo>
                  <a:cubicBezTo>
                    <a:pt x="1630" y="2523"/>
                    <a:pt x="1632" y="2520"/>
                    <a:pt x="1635" y="2516"/>
                  </a:cubicBezTo>
                  <a:cubicBezTo>
                    <a:pt x="1665" y="2484"/>
                    <a:pt x="1681" y="2473"/>
                    <a:pt x="1701" y="2430"/>
                  </a:cubicBezTo>
                  <a:lnTo>
                    <a:pt x="1767" y="2292"/>
                  </a:lnTo>
                  <a:cubicBezTo>
                    <a:pt x="1797" y="2227"/>
                    <a:pt x="1843" y="2100"/>
                    <a:pt x="1787" y="2036"/>
                  </a:cubicBezTo>
                  <a:cubicBezTo>
                    <a:pt x="1750" y="1993"/>
                    <a:pt x="1669" y="1996"/>
                    <a:pt x="1672" y="1923"/>
                  </a:cubicBezTo>
                  <a:lnTo>
                    <a:pt x="1680" y="1728"/>
                  </a:lnTo>
                  <a:cubicBezTo>
                    <a:pt x="1682" y="1676"/>
                    <a:pt x="1697" y="1615"/>
                    <a:pt x="1684" y="1564"/>
                  </a:cubicBezTo>
                  <a:cubicBezTo>
                    <a:pt x="1679" y="1546"/>
                    <a:pt x="1659" y="1530"/>
                    <a:pt x="1663" y="15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1" name="Google Shape;721;p39"/>
          <p:cNvGrpSpPr/>
          <p:nvPr/>
        </p:nvGrpSpPr>
        <p:grpSpPr>
          <a:xfrm>
            <a:off x="6541759" y="4676948"/>
            <a:ext cx="2602232" cy="488260"/>
            <a:chOff x="6541759" y="4676948"/>
            <a:chExt cx="2602232" cy="488260"/>
          </a:xfrm>
        </p:grpSpPr>
        <p:sp>
          <p:nvSpPr>
            <p:cNvPr id="722" name="Google Shape;722;p39"/>
            <p:cNvSpPr/>
            <p:nvPr/>
          </p:nvSpPr>
          <p:spPr>
            <a:xfrm>
              <a:off x="6865747" y="4676948"/>
              <a:ext cx="1565023" cy="483398"/>
            </a:xfrm>
            <a:custGeom>
              <a:avLst/>
              <a:gdLst/>
              <a:ahLst/>
              <a:cxnLst/>
              <a:rect l="l" t="t" r="r" b="b"/>
              <a:pathLst>
                <a:path w="4144" h="1280" extrusionOk="0">
                  <a:moveTo>
                    <a:pt x="3983" y="1257"/>
                  </a:moveTo>
                  <a:cubicBezTo>
                    <a:pt x="4017" y="1257"/>
                    <a:pt x="3880" y="1167"/>
                    <a:pt x="3790" y="1172"/>
                  </a:cubicBezTo>
                  <a:lnTo>
                    <a:pt x="4144" y="1160"/>
                  </a:lnTo>
                  <a:lnTo>
                    <a:pt x="4144" y="1160"/>
                  </a:lnTo>
                  <a:cubicBezTo>
                    <a:pt x="4049" y="1126"/>
                    <a:pt x="3952" y="1101"/>
                    <a:pt x="3853" y="1086"/>
                  </a:cubicBezTo>
                  <a:cubicBezTo>
                    <a:pt x="3911" y="1077"/>
                    <a:pt x="3969" y="1065"/>
                    <a:pt x="4027" y="1050"/>
                  </a:cubicBezTo>
                  <a:cubicBezTo>
                    <a:pt x="4043" y="1046"/>
                    <a:pt x="4063" y="1039"/>
                    <a:pt x="4067" y="1021"/>
                  </a:cubicBezTo>
                  <a:cubicBezTo>
                    <a:pt x="4073" y="994"/>
                    <a:pt x="4040" y="978"/>
                    <a:pt x="4016" y="975"/>
                  </a:cubicBezTo>
                  <a:lnTo>
                    <a:pt x="4016" y="975"/>
                  </a:lnTo>
                  <a:cubicBezTo>
                    <a:pt x="3996" y="972"/>
                    <a:pt x="3976" y="971"/>
                    <a:pt x="3956" y="971"/>
                  </a:cubicBezTo>
                  <a:cubicBezTo>
                    <a:pt x="3901" y="971"/>
                    <a:pt x="3846" y="981"/>
                    <a:pt x="3795" y="1001"/>
                  </a:cubicBezTo>
                  <a:lnTo>
                    <a:pt x="3795" y="1001"/>
                  </a:lnTo>
                  <a:cubicBezTo>
                    <a:pt x="3832" y="988"/>
                    <a:pt x="3868" y="971"/>
                    <a:pt x="3903" y="951"/>
                  </a:cubicBezTo>
                  <a:cubicBezTo>
                    <a:pt x="3926" y="938"/>
                    <a:pt x="3949" y="922"/>
                    <a:pt x="3971" y="906"/>
                  </a:cubicBezTo>
                  <a:cubicBezTo>
                    <a:pt x="3992" y="890"/>
                    <a:pt x="4011" y="856"/>
                    <a:pt x="3991" y="841"/>
                  </a:cubicBezTo>
                  <a:lnTo>
                    <a:pt x="3991" y="841"/>
                  </a:lnTo>
                  <a:cubicBezTo>
                    <a:pt x="3985" y="838"/>
                    <a:pt x="3979" y="837"/>
                    <a:pt x="3974" y="837"/>
                  </a:cubicBezTo>
                  <a:cubicBezTo>
                    <a:pt x="3970" y="837"/>
                    <a:pt x="3967" y="837"/>
                    <a:pt x="3964" y="838"/>
                  </a:cubicBezTo>
                  <a:lnTo>
                    <a:pt x="3964" y="838"/>
                  </a:lnTo>
                  <a:cubicBezTo>
                    <a:pt x="3887" y="851"/>
                    <a:pt x="3813" y="875"/>
                    <a:pt x="3743" y="911"/>
                  </a:cubicBezTo>
                  <a:lnTo>
                    <a:pt x="3743" y="911"/>
                  </a:lnTo>
                  <a:cubicBezTo>
                    <a:pt x="3748" y="908"/>
                    <a:pt x="3752" y="906"/>
                    <a:pt x="3756" y="903"/>
                  </a:cubicBezTo>
                  <a:cubicBezTo>
                    <a:pt x="3836" y="858"/>
                    <a:pt x="3903" y="792"/>
                    <a:pt x="3948" y="712"/>
                  </a:cubicBezTo>
                  <a:cubicBezTo>
                    <a:pt x="3965" y="683"/>
                    <a:pt x="3979" y="652"/>
                    <a:pt x="3990" y="620"/>
                  </a:cubicBezTo>
                  <a:lnTo>
                    <a:pt x="3990" y="620"/>
                  </a:lnTo>
                  <a:cubicBezTo>
                    <a:pt x="3939" y="683"/>
                    <a:pt x="3877" y="737"/>
                    <a:pt x="3806" y="777"/>
                  </a:cubicBezTo>
                  <a:cubicBezTo>
                    <a:pt x="3738" y="817"/>
                    <a:pt x="3661" y="843"/>
                    <a:pt x="3583" y="856"/>
                  </a:cubicBezTo>
                  <a:cubicBezTo>
                    <a:pt x="3648" y="816"/>
                    <a:pt x="3712" y="773"/>
                    <a:pt x="3774" y="728"/>
                  </a:cubicBezTo>
                  <a:lnTo>
                    <a:pt x="3774" y="728"/>
                  </a:lnTo>
                  <a:lnTo>
                    <a:pt x="3774" y="727"/>
                  </a:lnTo>
                  <a:cubicBezTo>
                    <a:pt x="3782" y="723"/>
                    <a:pt x="3789" y="716"/>
                    <a:pt x="3794" y="708"/>
                  </a:cubicBezTo>
                  <a:cubicBezTo>
                    <a:pt x="3796" y="704"/>
                    <a:pt x="3798" y="700"/>
                    <a:pt x="3799" y="696"/>
                  </a:cubicBezTo>
                  <a:cubicBezTo>
                    <a:pt x="3803" y="666"/>
                    <a:pt x="3765" y="653"/>
                    <a:pt x="3737" y="654"/>
                  </a:cubicBezTo>
                  <a:lnTo>
                    <a:pt x="3737" y="654"/>
                  </a:lnTo>
                  <a:cubicBezTo>
                    <a:pt x="3660" y="658"/>
                    <a:pt x="3586" y="679"/>
                    <a:pt x="3519" y="715"/>
                  </a:cubicBezTo>
                  <a:lnTo>
                    <a:pt x="3519" y="715"/>
                  </a:lnTo>
                  <a:cubicBezTo>
                    <a:pt x="3539" y="706"/>
                    <a:pt x="3559" y="697"/>
                    <a:pt x="3577" y="686"/>
                  </a:cubicBezTo>
                  <a:cubicBezTo>
                    <a:pt x="3654" y="641"/>
                    <a:pt x="3718" y="578"/>
                    <a:pt x="3762" y="501"/>
                  </a:cubicBezTo>
                  <a:cubicBezTo>
                    <a:pt x="3777" y="475"/>
                    <a:pt x="3790" y="448"/>
                    <a:pt x="3800" y="420"/>
                  </a:cubicBezTo>
                  <a:lnTo>
                    <a:pt x="3800" y="420"/>
                  </a:lnTo>
                  <a:cubicBezTo>
                    <a:pt x="3730" y="423"/>
                    <a:pt x="3663" y="443"/>
                    <a:pt x="3603" y="477"/>
                  </a:cubicBezTo>
                  <a:cubicBezTo>
                    <a:pt x="3537" y="515"/>
                    <a:pt x="3483" y="570"/>
                    <a:pt x="3445" y="635"/>
                  </a:cubicBezTo>
                  <a:cubicBezTo>
                    <a:pt x="3443" y="638"/>
                    <a:pt x="3442" y="641"/>
                    <a:pt x="3440" y="644"/>
                  </a:cubicBezTo>
                  <a:cubicBezTo>
                    <a:pt x="3453" y="609"/>
                    <a:pt x="3483" y="586"/>
                    <a:pt x="3499" y="552"/>
                  </a:cubicBezTo>
                  <a:cubicBezTo>
                    <a:pt x="3515" y="519"/>
                    <a:pt x="3503" y="464"/>
                    <a:pt x="3468" y="465"/>
                  </a:cubicBezTo>
                  <a:lnTo>
                    <a:pt x="3468" y="465"/>
                  </a:lnTo>
                  <a:cubicBezTo>
                    <a:pt x="3460" y="466"/>
                    <a:pt x="3453" y="468"/>
                    <a:pt x="3446" y="472"/>
                  </a:cubicBezTo>
                  <a:cubicBezTo>
                    <a:pt x="3443" y="474"/>
                    <a:pt x="3441" y="475"/>
                    <a:pt x="3439" y="477"/>
                  </a:cubicBezTo>
                  <a:lnTo>
                    <a:pt x="3439" y="477"/>
                  </a:lnTo>
                  <a:cubicBezTo>
                    <a:pt x="3412" y="495"/>
                    <a:pt x="3388" y="519"/>
                    <a:pt x="3370" y="546"/>
                  </a:cubicBezTo>
                  <a:lnTo>
                    <a:pt x="3370" y="546"/>
                  </a:lnTo>
                  <a:cubicBezTo>
                    <a:pt x="3399" y="484"/>
                    <a:pt x="3414" y="416"/>
                    <a:pt x="3414" y="347"/>
                  </a:cubicBezTo>
                  <a:cubicBezTo>
                    <a:pt x="3414" y="339"/>
                    <a:pt x="3414" y="332"/>
                    <a:pt x="3414" y="324"/>
                  </a:cubicBezTo>
                  <a:cubicBezTo>
                    <a:pt x="3274" y="385"/>
                    <a:pt x="3176" y="540"/>
                    <a:pt x="3174" y="702"/>
                  </a:cubicBezTo>
                  <a:lnTo>
                    <a:pt x="3174" y="702"/>
                  </a:lnTo>
                  <a:cubicBezTo>
                    <a:pt x="3174" y="695"/>
                    <a:pt x="3174" y="688"/>
                    <a:pt x="3174" y="681"/>
                  </a:cubicBezTo>
                  <a:cubicBezTo>
                    <a:pt x="3174" y="603"/>
                    <a:pt x="3155" y="526"/>
                    <a:pt x="3117" y="458"/>
                  </a:cubicBezTo>
                  <a:cubicBezTo>
                    <a:pt x="3064" y="602"/>
                    <a:pt x="3038" y="780"/>
                    <a:pt x="2893" y="848"/>
                  </a:cubicBezTo>
                  <a:lnTo>
                    <a:pt x="2893" y="848"/>
                  </a:lnTo>
                  <a:cubicBezTo>
                    <a:pt x="2897" y="846"/>
                    <a:pt x="2900" y="845"/>
                    <a:pt x="2903" y="843"/>
                  </a:cubicBezTo>
                  <a:cubicBezTo>
                    <a:pt x="2927" y="829"/>
                    <a:pt x="2947" y="809"/>
                    <a:pt x="2961" y="785"/>
                  </a:cubicBezTo>
                  <a:cubicBezTo>
                    <a:pt x="2965" y="778"/>
                    <a:pt x="2969" y="771"/>
                    <a:pt x="2971" y="763"/>
                  </a:cubicBezTo>
                  <a:lnTo>
                    <a:pt x="2971" y="763"/>
                  </a:lnTo>
                  <a:cubicBezTo>
                    <a:pt x="2905" y="769"/>
                    <a:pt x="2840" y="787"/>
                    <a:pt x="2780" y="816"/>
                  </a:cubicBezTo>
                  <a:lnTo>
                    <a:pt x="2780" y="816"/>
                  </a:lnTo>
                  <a:cubicBezTo>
                    <a:pt x="2788" y="812"/>
                    <a:pt x="2796" y="808"/>
                    <a:pt x="2804" y="803"/>
                  </a:cubicBezTo>
                  <a:cubicBezTo>
                    <a:pt x="2882" y="758"/>
                    <a:pt x="2949" y="695"/>
                    <a:pt x="3000" y="619"/>
                  </a:cubicBezTo>
                  <a:cubicBezTo>
                    <a:pt x="2894" y="607"/>
                    <a:pt x="2796" y="671"/>
                    <a:pt x="2707" y="732"/>
                  </a:cubicBezTo>
                  <a:lnTo>
                    <a:pt x="2707" y="732"/>
                  </a:lnTo>
                  <a:cubicBezTo>
                    <a:pt x="2750" y="702"/>
                    <a:pt x="2786" y="662"/>
                    <a:pt x="2812" y="616"/>
                  </a:cubicBezTo>
                  <a:cubicBezTo>
                    <a:pt x="2829" y="587"/>
                    <a:pt x="2842" y="555"/>
                    <a:pt x="2850" y="522"/>
                  </a:cubicBezTo>
                  <a:cubicBezTo>
                    <a:pt x="2855" y="503"/>
                    <a:pt x="2854" y="474"/>
                    <a:pt x="2835" y="469"/>
                  </a:cubicBezTo>
                  <a:lnTo>
                    <a:pt x="2835" y="469"/>
                  </a:lnTo>
                  <a:cubicBezTo>
                    <a:pt x="2835" y="469"/>
                    <a:pt x="2834" y="469"/>
                    <a:pt x="2833" y="469"/>
                  </a:cubicBezTo>
                  <a:cubicBezTo>
                    <a:pt x="2827" y="469"/>
                    <a:pt x="2821" y="471"/>
                    <a:pt x="2816" y="474"/>
                  </a:cubicBezTo>
                  <a:cubicBezTo>
                    <a:pt x="2814" y="475"/>
                    <a:pt x="2812" y="476"/>
                    <a:pt x="2811" y="478"/>
                  </a:cubicBezTo>
                  <a:lnTo>
                    <a:pt x="2811" y="478"/>
                  </a:lnTo>
                  <a:cubicBezTo>
                    <a:pt x="2756" y="515"/>
                    <a:pt x="2708" y="561"/>
                    <a:pt x="2669" y="614"/>
                  </a:cubicBezTo>
                  <a:lnTo>
                    <a:pt x="2669" y="614"/>
                  </a:lnTo>
                  <a:cubicBezTo>
                    <a:pt x="2693" y="588"/>
                    <a:pt x="2714" y="559"/>
                    <a:pt x="2731" y="528"/>
                  </a:cubicBezTo>
                  <a:cubicBezTo>
                    <a:pt x="2776" y="451"/>
                    <a:pt x="2800" y="364"/>
                    <a:pt x="2800" y="275"/>
                  </a:cubicBezTo>
                  <a:cubicBezTo>
                    <a:pt x="2800" y="268"/>
                    <a:pt x="2799" y="262"/>
                    <a:pt x="2799" y="256"/>
                  </a:cubicBezTo>
                  <a:lnTo>
                    <a:pt x="2799" y="256"/>
                  </a:lnTo>
                  <a:cubicBezTo>
                    <a:pt x="2787" y="284"/>
                    <a:pt x="2773" y="311"/>
                    <a:pt x="2758" y="338"/>
                  </a:cubicBezTo>
                  <a:cubicBezTo>
                    <a:pt x="2690" y="456"/>
                    <a:pt x="2592" y="554"/>
                    <a:pt x="2474" y="622"/>
                  </a:cubicBezTo>
                  <a:cubicBezTo>
                    <a:pt x="2468" y="626"/>
                    <a:pt x="2461" y="629"/>
                    <a:pt x="2455" y="632"/>
                  </a:cubicBezTo>
                  <a:lnTo>
                    <a:pt x="2455" y="632"/>
                  </a:lnTo>
                  <a:cubicBezTo>
                    <a:pt x="2521" y="582"/>
                    <a:pt x="2576" y="520"/>
                    <a:pt x="2617" y="448"/>
                  </a:cubicBezTo>
                  <a:cubicBezTo>
                    <a:pt x="2631" y="424"/>
                    <a:pt x="2643" y="400"/>
                    <a:pt x="2654" y="374"/>
                  </a:cubicBezTo>
                  <a:cubicBezTo>
                    <a:pt x="2665" y="348"/>
                    <a:pt x="2669" y="309"/>
                    <a:pt x="2644" y="299"/>
                  </a:cubicBezTo>
                  <a:lnTo>
                    <a:pt x="2644" y="299"/>
                  </a:lnTo>
                  <a:cubicBezTo>
                    <a:pt x="2640" y="298"/>
                    <a:pt x="2636" y="297"/>
                    <a:pt x="2632" y="297"/>
                  </a:cubicBezTo>
                  <a:cubicBezTo>
                    <a:pt x="2624" y="297"/>
                    <a:pt x="2617" y="299"/>
                    <a:pt x="2610" y="303"/>
                  </a:cubicBezTo>
                  <a:lnTo>
                    <a:pt x="2610" y="303"/>
                  </a:lnTo>
                  <a:cubicBezTo>
                    <a:pt x="2579" y="314"/>
                    <a:pt x="2550" y="329"/>
                    <a:pt x="2521" y="345"/>
                  </a:cubicBezTo>
                  <a:cubicBezTo>
                    <a:pt x="2515" y="348"/>
                    <a:pt x="2510" y="352"/>
                    <a:pt x="2504" y="355"/>
                  </a:cubicBezTo>
                  <a:lnTo>
                    <a:pt x="2504" y="355"/>
                  </a:lnTo>
                  <a:cubicBezTo>
                    <a:pt x="2570" y="284"/>
                    <a:pt x="2629" y="204"/>
                    <a:pt x="2678" y="120"/>
                  </a:cubicBezTo>
                  <a:cubicBezTo>
                    <a:pt x="2686" y="106"/>
                    <a:pt x="2694" y="91"/>
                    <a:pt x="2701" y="77"/>
                  </a:cubicBezTo>
                  <a:lnTo>
                    <a:pt x="2701" y="77"/>
                  </a:lnTo>
                  <a:cubicBezTo>
                    <a:pt x="2702" y="76"/>
                    <a:pt x="2703" y="74"/>
                    <a:pt x="2704" y="73"/>
                  </a:cubicBezTo>
                  <a:cubicBezTo>
                    <a:pt x="2708" y="66"/>
                    <a:pt x="2710" y="58"/>
                    <a:pt x="2710" y="49"/>
                  </a:cubicBezTo>
                  <a:cubicBezTo>
                    <a:pt x="2710" y="46"/>
                    <a:pt x="2710" y="42"/>
                    <a:pt x="2709" y="38"/>
                  </a:cubicBezTo>
                  <a:cubicBezTo>
                    <a:pt x="2700" y="16"/>
                    <a:pt x="2668" y="23"/>
                    <a:pt x="2649" y="35"/>
                  </a:cubicBezTo>
                  <a:lnTo>
                    <a:pt x="2649" y="35"/>
                  </a:lnTo>
                  <a:cubicBezTo>
                    <a:pt x="2528" y="110"/>
                    <a:pt x="2428" y="213"/>
                    <a:pt x="2357" y="335"/>
                  </a:cubicBezTo>
                  <a:cubicBezTo>
                    <a:pt x="2333" y="376"/>
                    <a:pt x="2313" y="419"/>
                    <a:pt x="2296" y="464"/>
                  </a:cubicBezTo>
                  <a:lnTo>
                    <a:pt x="2353" y="202"/>
                  </a:lnTo>
                  <a:cubicBezTo>
                    <a:pt x="2195" y="315"/>
                    <a:pt x="2124" y="527"/>
                    <a:pt x="2080" y="716"/>
                  </a:cubicBezTo>
                  <a:cubicBezTo>
                    <a:pt x="2053" y="665"/>
                    <a:pt x="2059" y="603"/>
                    <a:pt x="2051" y="545"/>
                  </a:cubicBezTo>
                  <a:cubicBezTo>
                    <a:pt x="2043" y="487"/>
                    <a:pt x="2004" y="423"/>
                    <a:pt x="1950" y="429"/>
                  </a:cubicBezTo>
                  <a:cubicBezTo>
                    <a:pt x="1911" y="434"/>
                    <a:pt x="1883" y="474"/>
                    <a:pt x="1871" y="514"/>
                  </a:cubicBezTo>
                  <a:lnTo>
                    <a:pt x="1871" y="514"/>
                  </a:lnTo>
                  <a:cubicBezTo>
                    <a:pt x="1861" y="555"/>
                    <a:pt x="1847" y="595"/>
                    <a:pt x="1829" y="633"/>
                  </a:cubicBezTo>
                  <a:lnTo>
                    <a:pt x="1721" y="284"/>
                  </a:lnTo>
                  <a:lnTo>
                    <a:pt x="1721" y="284"/>
                  </a:lnTo>
                  <a:cubicBezTo>
                    <a:pt x="1682" y="423"/>
                    <a:pt x="1627" y="556"/>
                    <a:pt x="1554" y="681"/>
                  </a:cubicBezTo>
                  <a:cubicBezTo>
                    <a:pt x="1538" y="710"/>
                    <a:pt x="1520" y="738"/>
                    <a:pt x="1502" y="766"/>
                  </a:cubicBezTo>
                  <a:cubicBezTo>
                    <a:pt x="1469" y="749"/>
                    <a:pt x="1496" y="697"/>
                    <a:pt x="1498" y="659"/>
                  </a:cubicBezTo>
                  <a:lnTo>
                    <a:pt x="1498" y="659"/>
                  </a:lnTo>
                  <a:cubicBezTo>
                    <a:pt x="1498" y="644"/>
                    <a:pt x="1494" y="630"/>
                    <a:pt x="1486" y="617"/>
                  </a:cubicBezTo>
                  <a:cubicBezTo>
                    <a:pt x="1478" y="604"/>
                    <a:pt x="1467" y="592"/>
                    <a:pt x="1453" y="584"/>
                  </a:cubicBezTo>
                  <a:cubicBezTo>
                    <a:pt x="1441" y="577"/>
                    <a:pt x="1426" y="573"/>
                    <a:pt x="1411" y="572"/>
                  </a:cubicBezTo>
                  <a:lnTo>
                    <a:pt x="1411" y="572"/>
                  </a:lnTo>
                  <a:cubicBezTo>
                    <a:pt x="1373" y="574"/>
                    <a:pt x="1335" y="585"/>
                    <a:pt x="1301" y="604"/>
                  </a:cubicBezTo>
                  <a:cubicBezTo>
                    <a:pt x="1296" y="607"/>
                    <a:pt x="1292" y="610"/>
                    <a:pt x="1287" y="613"/>
                  </a:cubicBezTo>
                  <a:lnTo>
                    <a:pt x="1287" y="613"/>
                  </a:lnTo>
                  <a:cubicBezTo>
                    <a:pt x="1366" y="537"/>
                    <a:pt x="1437" y="453"/>
                    <a:pt x="1499" y="363"/>
                  </a:cubicBezTo>
                  <a:lnTo>
                    <a:pt x="1499" y="363"/>
                  </a:lnTo>
                  <a:cubicBezTo>
                    <a:pt x="1501" y="360"/>
                    <a:pt x="1504" y="357"/>
                    <a:pt x="1505" y="354"/>
                  </a:cubicBezTo>
                  <a:cubicBezTo>
                    <a:pt x="1511" y="345"/>
                    <a:pt x="1513" y="335"/>
                    <a:pt x="1513" y="325"/>
                  </a:cubicBezTo>
                  <a:cubicBezTo>
                    <a:pt x="1513" y="323"/>
                    <a:pt x="1513" y="321"/>
                    <a:pt x="1513" y="320"/>
                  </a:cubicBezTo>
                  <a:cubicBezTo>
                    <a:pt x="1508" y="296"/>
                    <a:pt x="1478" y="291"/>
                    <a:pt x="1454" y="294"/>
                  </a:cubicBezTo>
                  <a:lnTo>
                    <a:pt x="1454" y="294"/>
                  </a:lnTo>
                  <a:cubicBezTo>
                    <a:pt x="1368" y="300"/>
                    <a:pt x="1284" y="327"/>
                    <a:pt x="1210" y="369"/>
                  </a:cubicBezTo>
                  <a:cubicBezTo>
                    <a:pt x="1192" y="380"/>
                    <a:pt x="1175" y="390"/>
                    <a:pt x="1159" y="402"/>
                  </a:cubicBezTo>
                  <a:cubicBezTo>
                    <a:pt x="1245" y="319"/>
                    <a:pt x="1336" y="227"/>
                    <a:pt x="1355" y="105"/>
                  </a:cubicBezTo>
                  <a:cubicBezTo>
                    <a:pt x="1362" y="65"/>
                    <a:pt x="1353" y="13"/>
                    <a:pt x="1317" y="2"/>
                  </a:cubicBezTo>
                  <a:lnTo>
                    <a:pt x="1317" y="2"/>
                  </a:lnTo>
                  <a:cubicBezTo>
                    <a:pt x="1311" y="0"/>
                    <a:pt x="1305" y="0"/>
                    <a:pt x="1299" y="0"/>
                  </a:cubicBezTo>
                  <a:cubicBezTo>
                    <a:pt x="1288" y="0"/>
                    <a:pt x="1277" y="2"/>
                    <a:pt x="1267" y="6"/>
                  </a:cubicBezTo>
                  <a:cubicBezTo>
                    <a:pt x="1073" y="70"/>
                    <a:pt x="970" y="220"/>
                    <a:pt x="876" y="400"/>
                  </a:cubicBezTo>
                  <a:cubicBezTo>
                    <a:pt x="828" y="312"/>
                    <a:pt x="815" y="221"/>
                    <a:pt x="732" y="153"/>
                  </a:cubicBezTo>
                  <a:lnTo>
                    <a:pt x="738" y="575"/>
                  </a:lnTo>
                  <a:lnTo>
                    <a:pt x="738" y="575"/>
                  </a:lnTo>
                  <a:cubicBezTo>
                    <a:pt x="732" y="563"/>
                    <a:pt x="726" y="551"/>
                    <a:pt x="719" y="539"/>
                  </a:cubicBezTo>
                  <a:cubicBezTo>
                    <a:pt x="660" y="438"/>
                    <a:pt x="584" y="348"/>
                    <a:pt x="493" y="274"/>
                  </a:cubicBezTo>
                  <a:cubicBezTo>
                    <a:pt x="466" y="254"/>
                    <a:pt x="425" y="239"/>
                    <a:pt x="410" y="268"/>
                  </a:cubicBezTo>
                  <a:lnTo>
                    <a:pt x="410" y="268"/>
                  </a:lnTo>
                  <a:cubicBezTo>
                    <a:pt x="409" y="274"/>
                    <a:pt x="408" y="280"/>
                    <a:pt x="408" y="286"/>
                  </a:cubicBezTo>
                  <a:cubicBezTo>
                    <a:pt x="408" y="298"/>
                    <a:pt x="412" y="309"/>
                    <a:pt x="417" y="319"/>
                  </a:cubicBezTo>
                  <a:cubicBezTo>
                    <a:pt x="419" y="322"/>
                    <a:pt x="420" y="325"/>
                    <a:pt x="423" y="328"/>
                  </a:cubicBezTo>
                  <a:lnTo>
                    <a:pt x="639" y="690"/>
                  </a:lnTo>
                  <a:lnTo>
                    <a:pt x="639" y="690"/>
                  </a:lnTo>
                  <a:cubicBezTo>
                    <a:pt x="609" y="666"/>
                    <a:pt x="578" y="645"/>
                    <a:pt x="545" y="626"/>
                  </a:cubicBezTo>
                  <a:cubicBezTo>
                    <a:pt x="509" y="605"/>
                    <a:pt x="471" y="587"/>
                    <a:pt x="431" y="572"/>
                  </a:cubicBezTo>
                  <a:lnTo>
                    <a:pt x="605" y="840"/>
                  </a:lnTo>
                  <a:lnTo>
                    <a:pt x="605" y="840"/>
                  </a:lnTo>
                  <a:cubicBezTo>
                    <a:pt x="598" y="835"/>
                    <a:pt x="591" y="830"/>
                    <a:pt x="584" y="826"/>
                  </a:cubicBezTo>
                  <a:cubicBezTo>
                    <a:pt x="528" y="794"/>
                    <a:pt x="465" y="777"/>
                    <a:pt x="401" y="777"/>
                  </a:cubicBezTo>
                  <a:cubicBezTo>
                    <a:pt x="356" y="777"/>
                    <a:pt x="311" y="786"/>
                    <a:pt x="269" y="802"/>
                  </a:cubicBezTo>
                  <a:lnTo>
                    <a:pt x="511" y="912"/>
                  </a:lnTo>
                  <a:lnTo>
                    <a:pt x="511" y="912"/>
                  </a:lnTo>
                  <a:cubicBezTo>
                    <a:pt x="502" y="911"/>
                    <a:pt x="494" y="911"/>
                    <a:pt x="486" y="911"/>
                  </a:cubicBezTo>
                  <a:cubicBezTo>
                    <a:pt x="402" y="911"/>
                    <a:pt x="319" y="927"/>
                    <a:pt x="242" y="958"/>
                  </a:cubicBezTo>
                  <a:lnTo>
                    <a:pt x="447" y="1063"/>
                  </a:lnTo>
                  <a:cubicBezTo>
                    <a:pt x="372" y="1150"/>
                    <a:pt x="229" y="1101"/>
                    <a:pt x="135" y="1164"/>
                  </a:cubicBezTo>
                  <a:lnTo>
                    <a:pt x="298" y="1213"/>
                  </a:lnTo>
                  <a:lnTo>
                    <a:pt x="0" y="1258"/>
                  </a:lnTo>
                  <a:cubicBezTo>
                    <a:pt x="232" y="1303"/>
                    <a:pt x="3766" y="1264"/>
                    <a:pt x="3983" y="125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9"/>
            <p:cNvSpPr/>
            <p:nvPr/>
          </p:nvSpPr>
          <p:spPr>
            <a:xfrm>
              <a:off x="6541759" y="4798608"/>
              <a:ext cx="2602232" cy="366601"/>
            </a:xfrm>
            <a:custGeom>
              <a:avLst/>
              <a:gdLst/>
              <a:ahLst/>
              <a:cxnLst/>
              <a:rect l="l" t="t" r="r" b="b"/>
              <a:pathLst>
                <a:path w="4117" h="580" extrusionOk="0">
                  <a:moveTo>
                    <a:pt x="4117" y="572"/>
                  </a:moveTo>
                  <a:lnTo>
                    <a:pt x="144" y="572"/>
                  </a:lnTo>
                  <a:cubicBezTo>
                    <a:pt x="107" y="572"/>
                    <a:pt x="33" y="589"/>
                    <a:pt x="0" y="572"/>
                  </a:cubicBezTo>
                  <a:lnTo>
                    <a:pt x="29" y="560"/>
                  </a:lnTo>
                  <a:lnTo>
                    <a:pt x="29" y="560"/>
                  </a:lnTo>
                  <a:cubicBezTo>
                    <a:pt x="26" y="556"/>
                    <a:pt x="24" y="552"/>
                    <a:pt x="21" y="548"/>
                  </a:cubicBezTo>
                  <a:cubicBezTo>
                    <a:pt x="18" y="541"/>
                    <a:pt x="14" y="534"/>
                    <a:pt x="12" y="527"/>
                  </a:cubicBezTo>
                  <a:cubicBezTo>
                    <a:pt x="43" y="513"/>
                    <a:pt x="80" y="548"/>
                    <a:pt x="110" y="534"/>
                  </a:cubicBezTo>
                  <a:lnTo>
                    <a:pt x="110" y="534"/>
                  </a:lnTo>
                  <a:cubicBezTo>
                    <a:pt x="120" y="528"/>
                    <a:pt x="128" y="520"/>
                    <a:pt x="134" y="510"/>
                  </a:cubicBezTo>
                  <a:cubicBezTo>
                    <a:pt x="148" y="491"/>
                    <a:pt x="163" y="468"/>
                    <a:pt x="158" y="444"/>
                  </a:cubicBezTo>
                  <a:cubicBezTo>
                    <a:pt x="156" y="433"/>
                    <a:pt x="149" y="422"/>
                    <a:pt x="146" y="411"/>
                  </a:cubicBezTo>
                  <a:lnTo>
                    <a:pt x="146" y="411"/>
                  </a:lnTo>
                  <a:cubicBezTo>
                    <a:pt x="144" y="408"/>
                    <a:pt x="144" y="404"/>
                    <a:pt x="144" y="401"/>
                  </a:cubicBezTo>
                  <a:cubicBezTo>
                    <a:pt x="144" y="396"/>
                    <a:pt x="145" y="392"/>
                    <a:pt x="147" y="388"/>
                  </a:cubicBezTo>
                  <a:cubicBezTo>
                    <a:pt x="149" y="384"/>
                    <a:pt x="152" y="382"/>
                    <a:pt x="155" y="379"/>
                  </a:cubicBezTo>
                  <a:lnTo>
                    <a:pt x="155" y="379"/>
                  </a:lnTo>
                  <a:cubicBezTo>
                    <a:pt x="159" y="378"/>
                    <a:pt x="163" y="377"/>
                    <a:pt x="167" y="377"/>
                  </a:cubicBezTo>
                  <a:cubicBezTo>
                    <a:pt x="168" y="377"/>
                    <a:pt x="170" y="377"/>
                    <a:pt x="172" y="378"/>
                  </a:cubicBezTo>
                  <a:lnTo>
                    <a:pt x="283" y="384"/>
                  </a:lnTo>
                  <a:lnTo>
                    <a:pt x="240" y="316"/>
                  </a:lnTo>
                  <a:lnTo>
                    <a:pt x="240" y="316"/>
                  </a:lnTo>
                  <a:cubicBezTo>
                    <a:pt x="239" y="315"/>
                    <a:pt x="239" y="314"/>
                    <a:pt x="238" y="313"/>
                  </a:cubicBezTo>
                  <a:cubicBezTo>
                    <a:pt x="236" y="309"/>
                    <a:pt x="235" y="305"/>
                    <a:pt x="234" y="301"/>
                  </a:cubicBezTo>
                  <a:cubicBezTo>
                    <a:pt x="234" y="284"/>
                    <a:pt x="259" y="282"/>
                    <a:pt x="276" y="286"/>
                  </a:cubicBezTo>
                  <a:cubicBezTo>
                    <a:pt x="338" y="302"/>
                    <a:pt x="449" y="353"/>
                    <a:pt x="510" y="338"/>
                  </a:cubicBezTo>
                  <a:lnTo>
                    <a:pt x="510" y="338"/>
                  </a:lnTo>
                  <a:cubicBezTo>
                    <a:pt x="493" y="311"/>
                    <a:pt x="473" y="286"/>
                    <a:pt x="451" y="264"/>
                  </a:cubicBezTo>
                  <a:lnTo>
                    <a:pt x="569" y="314"/>
                  </a:lnTo>
                  <a:lnTo>
                    <a:pt x="569" y="314"/>
                  </a:lnTo>
                  <a:cubicBezTo>
                    <a:pt x="556" y="291"/>
                    <a:pt x="550" y="265"/>
                    <a:pt x="550" y="239"/>
                  </a:cubicBezTo>
                  <a:cubicBezTo>
                    <a:pt x="550" y="219"/>
                    <a:pt x="554" y="199"/>
                    <a:pt x="561" y="181"/>
                  </a:cubicBezTo>
                  <a:lnTo>
                    <a:pt x="561" y="181"/>
                  </a:lnTo>
                  <a:cubicBezTo>
                    <a:pt x="583" y="197"/>
                    <a:pt x="601" y="217"/>
                    <a:pt x="615" y="241"/>
                  </a:cubicBezTo>
                  <a:cubicBezTo>
                    <a:pt x="615" y="242"/>
                    <a:pt x="616" y="243"/>
                    <a:pt x="616" y="243"/>
                  </a:cubicBezTo>
                  <a:lnTo>
                    <a:pt x="616" y="243"/>
                  </a:lnTo>
                  <a:cubicBezTo>
                    <a:pt x="617" y="215"/>
                    <a:pt x="626" y="188"/>
                    <a:pt x="639" y="163"/>
                  </a:cubicBezTo>
                  <a:cubicBezTo>
                    <a:pt x="646" y="152"/>
                    <a:pt x="653" y="142"/>
                    <a:pt x="661" y="133"/>
                  </a:cubicBezTo>
                  <a:lnTo>
                    <a:pt x="661" y="133"/>
                  </a:lnTo>
                  <a:cubicBezTo>
                    <a:pt x="665" y="128"/>
                    <a:pt x="671" y="123"/>
                    <a:pt x="676" y="120"/>
                  </a:cubicBezTo>
                  <a:cubicBezTo>
                    <a:pt x="680" y="118"/>
                    <a:pt x="683" y="116"/>
                    <a:pt x="686" y="115"/>
                  </a:cubicBezTo>
                  <a:cubicBezTo>
                    <a:pt x="710" y="110"/>
                    <a:pt x="730" y="136"/>
                    <a:pt x="729" y="160"/>
                  </a:cubicBezTo>
                  <a:lnTo>
                    <a:pt x="729" y="160"/>
                  </a:lnTo>
                  <a:cubicBezTo>
                    <a:pt x="726" y="174"/>
                    <a:pt x="721" y="188"/>
                    <a:pt x="714" y="200"/>
                  </a:cubicBezTo>
                  <a:cubicBezTo>
                    <a:pt x="710" y="208"/>
                    <a:pt x="704" y="216"/>
                    <a:pt x="697" y="223"/>
                  </a:cubicBezTo>
                  <a:lnTo>
                    <a:pt x="697" y="223"/>
                  </a:lnTo>
                  <a:cubicBezTo>
                    <a:pt x="698" y="223"/>
                    <a:pt x="699" y="223"/>
                    <a:pt x="699" y="222"/>
                  </a:cubicBezTo>
                  <a:cubicBezTo>
                    <a:pt x="711" y="215"/>
                    <a:pt x="723" y="212"/>
                    <a:pt x="736" y="212"/>
                  </a:cubicBezTo>
                  <a:cubicBezTo>
                    <a:pt x="740" y="212"/>
                    <a:pt x="745" y="212"/>
                    <a:pt x="749" y="213"/>
                  </a:cubicBezTo>
                  <a:lnTo>
                    <a:pt x="749" y="213"/>
                  </a:lnTo>
                  <a:cubicBezTo>
                    <a:pt x="744" y="225"/>
                    <a:pt x="742" y="238"/>
                    <a:pt x="742" y="251"/>
                  </a:cubicBezTo>
                  <a:cubicBezTo>
                    <a:pt x="742" y="270"/>
                    <a:pt x="748" y="289"/>
                    <a:pt x="757" y="306"/>
                  </a:cubicBezTo>
                  <a:cubicBezTo>
                    <a:pt x="765" y="320"/>
                    <a:pt x="775" y="331"/>
                    <a:pt x="787" y="340"/>
                  </a:cubicBezTo>
                  <a:lnTo>
                    <a:pt x="827" y="261"/>
                  </a:lnTo>
                  <a:lnTo>
                    <a:pt x="868" y="323"/>
                  </a:lnTo>
                  <a:lnTo>
                    <a:pt x="868" y="323"/>
                  </a:lnTo>
                  <a:cubicBezTo>
                    <a:pt x="869" y="308"/>
                    <a:pt x="874" y="294"/>
                    <a:pt x="881" y="281"/>
                  </a:cubicBezTo>
                  <a:cubicBezTo>
                    <a:pt x="889" y="268"/>
                    <a:pt x="899" y="256"/>
                    <a:pt x="912" y="248"/>
                  </a:cubicBezTo>
                  <a:lnTo>
                    <a:pt x="912" y="248"/>
                  </a:lnTo>
                  <a:cubicBezTo>
                    <a:pt x="921" y="265"/>
                    <a:pt x="926" y="284"/>
                    <a:pt x="926" y="304"/>
                  </a:cubicBezTo>
                  <a:cubicBezTo>
                    <a:pt x="926" y="310"/>
                    <a:pt x="925" y="316"/>
                    <a:pt x="924" y="322"/>
                  </a:cubicBezTo>
                  <a:lnTo>
                    <a:pt x="924" y="322"/>
                  </a:lnTo>
                  <a:cubicBezTo>
                    <a:pt x="929" y="315"/>
                    <a:pt x="936" y="309"/>
                    <a:pt x="944" y="304"/>
                  </a:cubicBezTo>
                  <a:cubicBezTo>
                    <a:pt x="953" y="299"/>
                    <a:pt x="964" y="296"/>
                    <a:pt x="975" y="296"/>
                  </a:cubicBezTo>
                  <a:cubicBezTo>
                    <a:pt x="980" y="296"/>
                    <a:pt x="985" y="297"/>
                    <a:pt x="989" y="298"/>
                  </a:cubicBezTo>
                  <a:cubicBezTo>
                    <a:pt x="1013" y="305"/>
                    <a:pt x="1026" y="339"/>
                    <a:pt x="1008" y="357"/>
                  </a:cubicBezTo>
                  <a:lnTo>
                    <a:pt x="1008" y="357"/>
                  </a:lnTo>
                  <a:cubicBezTo>
                    <a:pt x="1012" y="357"/>
                    <a:pt x="1015" y="357"/>
                    <a:pt x="1019" y="357"/>
                  </a:cubicBezTo>
                  <a:cubicBezTo>
                    <a:pt x="1035" y="357"/>
                    <a:pt x="1051" y="353"/>
                    <a:pt x="1064" y="345"/>
                  </a:cubicBezTo>
                  <a:cubicBezTo>
                    <a:pt x="1078" y="337"/>
                    <a:pt x="1090" y="326"/>
                    <a:pt x="1098" y="312"/>
                  </a:cubicBezTo>
                  <a:cubicBezTo>
                    <a:pt x="1100" y="309"/>
                    <a:pt x="1101" y="306"/>
                    <a:pt x="1102" y="302"/>
                  </a:cubicBezTo>
                  <a:lnTo>
                    <a:pt x="1102" y="302"/>
                  </a:lnTo>
                  <a:cubicBezTo>
                    <a:pt x="1103" y="303"/>
                    <a:pt x="1103" y="303"/>
                    <a:pt x="1103" y="304"/>
                  </a:cubicBezTo>
                  <a:cubicBezTo>
                    <a:pt x="1110" y="315"/>
                    <a:pt x="1120" y="325"/>
                    <a:pt x="1131" y="331"/>
                  </a:cubicBezTo>
                  <a:cubicBezTo>
                    <a:pt x="1143" y="338"/>
                    <a:pt x="1156" y="341"/>
                    <a:pt x="1169" y="341"/>
                  </a:cubicBezTo>
                  <a:cubicBezTo>
                    <a:pt x="1183" y="341"/>
                    <a:pt x="1195" y="337"/>
                    <a:pt x="1206" y="331"/>
                  </a:cubicBezTo>
                  <a:cubicBezTo>
                    <a:pt x="1213" y="327"/>
                    <a:pt x="1219" y="323"/>
                    <a:pt x="1224" y="318"/>
                  </a:cubicBezTo>
                  <a:lnTo>
                    <a:pt x="1284" y="348"/>
                  </a:lnTo>
                  <a:lnTo>
                    <a:pt x="1300" y="245"/>
                  </a:lnTo>
                  <a:lnTo>
                    <a:pt x="1325" y="305"/>
                  </a:lnTo>
                  <a:cubicBezTo>
                    <a:pt x="1343" y="281"/>
                    <a:pt x="1350" y="252"/>
                    <a:pt x="1364" y="226"/>
                  </a:cubicBezTo>
                  <a:cubicBezTo>
                    <a:pt x="1378" y="200"/>
                    <a:pt x="1405" y="177"/>
                    <a:pt x="1433" y="182"/>
                  </a:cubicBezTo>
                  <a:cubicBezTo>
                    <a:pt x="1462" y="187"/>
                    <a:pt x="1475" y="235"/>
                    <a:pt x="1448" y="245"/>
                  </a:cubicBezTo>
                  <a:lnTo>
                    <a:pt x="1448" y="245"/>
                  </a:lnTo>
                  <a:cubicBezTo>
                    <a:pt x="1451" y="243"/>
                    <a:pt x="1455" y="241"/>
                    <a:pt x="1458" y="239"/>
                  </a:cubicBezTo>
                  <a:cubicBezTo>
                    <a:pt x="1480" y="227"/>
                    <a:pt x="1504" y="220"/>
                    <a:pt x="1529" y="220"/>
                  </a:cubicBezTo>
                  <a:cubicBezTo>
                    <a:pt x="1540" y="220"/>
                    <a:pt x="1551" y="222"/>
                    <a:pt x="1561" y="224"/>
                  </a:cubicBezTo>
                  <a:lnTo>
                    <a:pt x="1536" y="321"/>
                  </a:lnTo>
                  <a:lnTo>
                    <a:pt x="1536" y="321"/>
                  </a:lnTo>
                  <a:cubicBezTo>
                    <a:pt x="1583" y="303"/>
                    <a:pt x="1631" y="288"/>
                    <a:pt x="1679" y="276"/>
                  </a:cubicBezTo>
                  <a:lnTo>
                    <a:pt x="1732" y="139"/>
                  </a:lnTo>
                  <a:lnTo>
                    <a:pt x="1732" y="139"/>
                  </a:lnTo>
                  <a:cubicBezTo>
                    <a:pt x="1743" y="174"/>
                    <a:pt x="1751" y="209"/>
                    <a:pt x="1756" y="245"/>
                  </a:cubicBezTo>
                  <a:cubicBezTo>
                    <a:pt x="1784" y="227"/>
                    <a:pt x="1789" y="184"/>
                    <a:pt x="1818" y="169"/>
                  </a:cubicBezTo>
                  <a:lnTo>
                    <a:pt x="1818" y="169"/>
                  </a:lnTo>
                  <a:cubicBezTo>
                    <a:pt x="1825" y="166"/>
                    <a:pt x="1832" y="164"/>
                    <a:pt x="1839" y="164"/>
                  </a:cubicBezTo>
                  <a:cubicBezTo>
                    <a:pt x="1846" y="164"/>
                    <a:pt x="1854" y="166"/>
                    <a:pt x="1860" y="170"/>
                  </a:cubicBezTo>
                  <a:cubicBezTo>
                    <a:pt x="1867" y="174"/>
                    <a:pt x="1872" y="180"/>
                    <a:pt x="1876" y="186"/>
                  </a:cubicBezTo>
                  <a:cubicBezTo>
                    <a:pt x="1880" y="193"/>
                    <a:pt x="1882" y="200"/>
                    <a:pt x="1882" y="207"/>
                  </a:cubicBezTo>
                  <a:cubicBezTo>
                    <a:pt x="1882" y="215"/>
                    <a:pt x="1880" y="222"/>
                    <a:pt x="1876" y="229"/>
                  </a:cubicBezTo>
                  <a:cubicBezTo>
                    <a:pt x="1872" y="236"/>
                    <a:pt x="1867" y="241"/>
                    <a:pt x="1860" y="245"/>
                  </a:cubicBezTo>
                  <a:cubicBezTo>
                    <a:pt x="1857" y="247"/>
                    <a:pt x="1853" y="248"/>
                    <a:pt x="1850" y="249"/>
                  </a:cubicBezTo>
                  <a:lnTo>
                    <a:pt x="1850" y="249"/>
                  </a:lnTo>
                  <a:cubicBezTo>
                    <a:pt x="1853" y="244"/>
                    <a:pt x="1858" y="239"/>
                    <a:pt x="1863" y="236"/>
                  </a:cubicBezTo>
                  <a:cubicBezTo>
                    <a:pt x="1869" y="233"/>
                    <a:pt x="1876" y="231"/>
                    <a:pt x="1882" y="231"/>
                  </a:cubicBezTo>
                  <a:cubicBezTo>
                    <a:pt x="1889" y="231"/>
                    <a:pt x="1896" y="233"/>
                    <a:pt x="1901" y="236"/>
                  </a:cubicBezTo>
                  <a:cubicBezTo>
                    <a:pt x="1907" y="239"/>
                    <a:pt x="1911" y="245"/>
                    <a:pt x="1914" y="250"/>
                  </a:cubicBezTo>
                  <a:cubicBezTo>
                    <a:pt x="1918" y="256"/>
                    <a:pt x="1919" y="262"/>
                    <a:pt x="1919" y="268"/>
                  </a:cubicBezTo>
                  <a:cubicBezTo>
                    <a:pt x="1919" y="275"/>
                    <a:pt x="1918" y="281"/>
                    <a:pt x="1914" y="287"/>
                  </a:cubicBezTo>
                  <a:cubicBezTo>
                    <a:pt x="1911" y="293"/>
                    <a:pt x="1907" y="298"/>
                    <a:pt x="1901" y="301"/>
                  </a:cubicBezTo>
                  <a:cubicBezTo>
                    <a:pt x="1901" y="301"/>
                    <a:pt x="1900" y="301"/>
                    <a:pt x="1899" y="302"/>
                  </a:cubicBezTo>
                  <a:lnTo>
                    <a:pt x="1899" y="302"/>
                  </a:lnTo>
                  <a:cubicBezTo>
                    <a:pt x="1906" y="298"/>
                    <a:pt x="1913" y="296"/>
                    <a:pt x="1921" y="296"/>
                  </a:cubicBezTo>
                  <a:cubicBezTo>
                    <a:pt x="1929" y="296"/>
                    <a:pt x="1937" y="298"/>
                    <a:pt x="1944" y="302"/>
                  </a:cubicBezTo>
                  <a:cubicBezTo>
                    <a:pt x="1951" y="306"/>
                    <a:pt x="1957" y="312"/>
                    <a:pt x="1961" y="319"/>
                  </a:cubicBezTo>
                  <a:cubicBezTo>
                    <a:pt x="1965" y="326"/>
                    <a:pt x="1967" y="333"/>
                    <a:pt x="1967" y="340"/>
                  </a:cubicBezTo>
                  <a:lnTo>
                    <a:pt x="1967" y="340"/>
                  </a:lnTo>
                  <a:cubicBezTo>
                    <a:pt x="1969" y="338"/>
                    <a:pt x="1972" y="337"/>
                    <a:pt x="1974" y="336"/>
                  </a:cubicBezTo>
                  <a:cubicBezTo>
                    <a:pt x="1987" y="328"/>
                    <a:pt x="2002" y="323"/>
                    <a:pt x="2017" y="322"/>
                  </a:cubicBezTo>
                  <a:lnTo>
                    <a:pt x="2017" y="322"/>
                  </a:lnTo>
                  <a:lnTo>
                    <a:pt x="2017" y="322"/>
                  </a:lnTo>
                  <a:cubicBezTo>
                    <a:pt x="2023" y="322"/>
                    <a:pt x="2030" y="324"/>
                    <a:pt x="2035" y="327"/>
                  </a:cubicBezTo>
                  <a:cubicBezTo>
                    <a:pt x="2041" y="330"/>
                    <a:pt x="2045" y="334"/>
                    <a:pt x="2048" y="340"/>
                  </a:cubicBezTo>
                  <a:cubicBezTo>
                    <a:pt x="2051" y="344"/>
                    <a:pt x="2052" y="349"/>
                    <a:pt x="2052" y="354"/>
                  </a:cubicBezTo>
                  <a:cubicBezTo>
                    <a:pt x="2107" y="328"/>
                    <a:pt x="2156" y="333"/>
                    <a:pt x="2213" y="341"/>
                  </a:cubicBezTo>
                  <a:cubicBezTo>
                    <a:pt x="2239" y="345"/>
                    <a:pt x="2404" y="385"/>
                    <a:pt x="2353" y="326"/>
                  </a:cubicBezTo>
                  <a:cubicBezTo>
                    <a:pt x="2431" y="343"/>
                    <a:pt x="2498" y="304"/>
                    <a:pt x="2444" y="224"/>
                  </a:cubicBezTo>
                  <a:cubicBezTo>
                    <a:pt x="2467" y="252"/>
                    <a:pt x="2491" y="280"/>
                    <a:pt x="2514" y="308"/>
                  </a:cubicBezTo>
                  <a:lnTo>
                    <a:pt x="2514" y="308"/>
                  </a:lnTo>
                  <a:cubicBezTo>
                    <a:pt x="2503" y="271"/>
                    <a:pt x="2498" y="232"/>
                    <a:pt x="2496" y="194"/>
                  </a:cubicBezTo>
                  <a:lnTo>
                    <a:pt x="2496" y="194"/>
                  </a:lnTo>
                  <a:cubicBezTo>
                    <a:pt x="2504" y="196"/>
                    <a:pt x="2513" y="198"/>
                    <a:pt x="2520" y="203"/>
                  </a:cubicBezTo>
                  <a:cubicBezTo>
                    <a:pt x="2535" y="212"/>
                    <a:pt x="2546" y="223"/>
                    <a:pt x="2554" y="237"/>
                  </a:cubicBezTo>
                  <a:lnTo>
                    <a:pt x="2554" y="237"/>
                  </a:lnTo>
                  <a:cubicBezTo>
                    <a:pt x="2553" y="229"/>
                    <a:pt x="2553" y="221"/>
                    <a:pt x="2553" y="213"/>
                  </a:cubicBezTo>
                  <a:cubicBezTo>
                    <a:pt x="2553" y="162"/>
                    <a:pt x="2567" y="112"/>
                    <a:pt x="2592" y="67"/>
                  </a:cubicBezTo>
                  <a:cubicBezTo>
                    <a:pt x="2607" y="42"/>
                    <a:pt x="2625" y="20"/>
                    <a:pt x="2646" y="0"/>
                  </a:cubicBezTo>
                  <a:lnTo>
                    <a:pt x="2646" y="0"/>
                  </a:lnTo>
                  <a:cubicBezTo>
                    <a:pt x="2652" y="16"/>
                    <a:pt x="2656" y="34"/>
                    <a:pt x="2656" y="52"/>
                  </a:cubicBezTo>
                  <a:cubicBezTo>
                    <a:pt x="2656" y="75"/>
                    <a:pt x="2650" y="99"/>
                    <a:pt x="2638" y="119"/>
                  </a:cubicBezTo>
                  <a:lnTo>
                    <a:pt x="2700" y="75"/>
                  </a:lnTo>
                  <a:cubicBezTo>
                    <a:pt x="2708" y="69"/>
                    <a:pt x="2719" y="63"/>
                    <a:pt x="2729" y="66"/>
                  </a:cubicBezTo>
                  <a:cubicBezTo>
                    <a:pt x="2744" y="73"/>
                    <a:pt x="2740" y="96"/>
                    <a:pt x="2731" y="110"/>
                  </a:cubicBezTo>
                  <a:lnTo>
                    <a:pt x="2731" y="110"/>
                  </a:lnTo>
                  <a:cubicBezTo>
                    <a:pt x="2716" y="137"/>
                    <a:pt x="2695" y="160"/>
                    <a:pt x="2670" y="178"/>
                  </a:cubicBezTo>
                  <a:lnTo>
                    <a:pt x="2670" y="178"/>
                  </a:lnTo>
                  <a:cubicBezTo>
                    <a:pt x="2672" y="177"/>
                    <a:pt x="2674" y="175"/>
                    <a:pt x="2677" y="174"/>
                  </a:cubicBezTo>
                  <a:cubicBezTo>
                    <a:pt x="2708" y="156"/>
                    <a:pt x="2743" y="146"/>
                    <a:pt x="2780" y="146"/>
                  </a:cubicBezTo>
                  <a:cubicBezTo>
                    <a:pt x="2783" y="146"/>
                    <a:pt x="2786" y="146"/>
                    <a:pt x="2789" y="147"/>
                  </a:cubicBezTo>
                  <a:lnTo>
                    <a:pt x="2789" y="147"/>
                  </a:lnTo>
                  <a:cubicBezTo>
                    <a:pt x="2785" y="159"/>
                    <a:pt x="2780" y="170"/>
                    <a:pt x="2773" y="181"/>
                  </a:cubicBezTo>
                  <a:cubicBezTo>
                    <a:pt x="2758" y="208"/>
                    <a:pt x="2737" y="231"/>
                    <a:pt x="2712" y="250"/>
                  </a:cubicBezTo>
                  <a:cubicBezTo>
                    <a:pt x="2758" y="241"/>
                    <a:pt x="2781" y="332"/>
                    <a:pt x="2826" y="317"/>
                  </a:cubicBezTo>
                  <a:lnTo>
                    <a:pt x="2826" y="317"/>
                  </a:lnTo>
                  <a:cubicBezTo>
                    <a:pt x="2827" y="317"/>
                    <a:pt x="2828" y="316"/>
                    <a:pt x="2830" y="315"/>
                  </a:cubicBezTo>
                  <a:cubicBezTo>
                    <a:pt x="2838" y="310"/>
                    <a:pt x="2845" y="303"/>
                    <a:pt x="2849" y="295"/>
                  </a:cubicBezTo>
                  <a:cubicBezTo>
                    <a:pt x="2852" y="291"/>
                    <a:pt x="2853" y="288"/>
                    <a:pt x="2854" y="283"/>
                  </a:cubicBezTo>
                  <a:lnTo>
                    <a:pt x="2854" y="283"/>
                  </a:lnTo>
                  <a:cubicBezTo>
                    <a:pt x="2869" y="249"/>
                    <a:pt x="2876" y="212"/>
                    <a:pt x="2876" y="174"/>
                  </a:cubicBezTo>
                  <a:cubicBezTo>
                    <a:pt x="2876" y="169"/>
                    <a:pt x="2876" y="164"/>
                    <a:pt x="2876" y="159"/>
                  </a:cubicBezTo>
                  <a:lnTo>
                    <a:pt x="2876" y="159"/>
                  </a:lnTo>
                  <a:cubicBezTo>
                    <a:pt x="2880" y="181"/>
                    <a:pt x="2889" y="202"/>
                    <a:pt x="2900" y="222"/>
                  </a:cubicBezTo>
                  <a:cubicBezTo>
                    <a:pt x="2906" y="231"/>
                    <a:pt x="2911" y="240"/>
                    <a:pt x="2918" y="249"/>
                  </a:cubicBezTo>
                  <a:lnTo>
                    <a:pt x="2944" y="134"/>
                  </a:lnTo>
                  <a:lnTo>
                    <a:pt x="2944" y="134"/>
                  </a:lnTo>
                  <a:cubicBezTo>
                    <a:pt x="2958" y="160"/>
                    <a:pt x="2966" y="188"/>
                    <a:pt x="2968" y="218"/>
                  </a:cubicBezTo>
                  <a:lnTo>
                    <a:pt x="2968" y="218"/>
                  </a:lnTo>
                  <a:cubicBezTo>
                    <a:pt x="2971" y="208"/>
                    <a:pt x="2976" y="199"/>
                    <a:pt x="2980" y="191"/>
                  </a:cubicBezTo>
                  <a:cubicBezTo>
                    <a:pt x="2994" y="169"/>
                    <a:pt x="3011" y="151"/>
                    <a:pt x="3032" y="139"/>
                  </a:cubicBezTo>
                  <a:cubicBezTo>
                    <a:pt x="3044" y="132"/>
                    <a:pt x="3057" y="127"/>
                    <a:pt x="3071" y="124"/>
                  </a:cubicBezTo>
                  <a:lnTo>
                    <a:pt x="3071" y="124"/>
                  </a:lnTo>
                  <a:cubicBezTo>
                    <a:pt x="3069" y="139"/>
                    <a:pt x="3065" y="153"/>
                    <a:pt x="3056" y="167"/>
                  </a:cubicBezTo>
                  <a:cubicBezTo>
                    <a:pt x="3051" y="176"/>
                    <a:pt x="3044" y="185"/>
                    <a:pt x="3036" y="192"/>
                  </a:cubicBezTo>
                  <a:lnTo>
                    <a:pt x="3036" y="192"/>
                  </a:lnTo>
                  <a:lnTo>
                    <a:pt x="3037" y="192"/>
                  </a:lnTo>
                  <a:cubicBezTo>
                    <a:pt x="3068" y="174"/>
                    <a:pt x="3103" y="165"/>
                    <a:pt x="3138" y="165"/>
                  </a:cubicBezTo>
                  <a:cubicBezTo>
                    <a:pt x="3147" y="165"/>
                    <a:pt x="3156" y="165"/>
                    <a:pt x="3165" y="166"/>
                  </a:cubicBezTo>
                  <a:lnTo>
                    <a:pt x="3165" y="166"/>
                  </a:lnTo>
                  <a:cubicBezTo>
                    <a:pt x="3164" y="168"/>
                    <a:pt x="3163" y="169"/>
                    <a:pt x="3162" y="171"/>
                  </a:cubicBezTo>
                  <a:cubicBezTo>
                    <a:pt x="3150" y="192"/>
                    <a:pt x="3132" y="210"/>
                    <a:pt x="3110" y="223"/>
                  </a:cubicBezTo>
                  <a:cubicBezTo>
                    <a:pt x="3108" y="224"/>
                    <a:pt x="3106" y="225"/>
                    <a:pt x="3103" y="226"/>
                  </a:cubicBezTo>
                  <a:lnTo>
                    <a:pt x="3103" y="226"/>
                  </a:lnTo>
                  <a:cubicBezTo>
                    <a:pt x="3115" y="223"/>
                    <a:pt x="3127" y="222"/>
                    <a:pt x="3140" y="222"/>
                  </a:cubicBezTo>
                  <a:cubicBezTo>
                    <a:pt x="3157" y="222"/>
                    <a:pt x="3174" y="225"/>
                    <a:pt x="3190" y="231"/>
                  </a:cubicBezTo>
                  <a:lnTo>
                    <a:pt x="3137" y="322"/>
                  </a:lnTo>
                  <a:lnTo>
                    <a:pt x="3208" y="305"/>
                  </a:lnTo>
                  <a:lnTo>
                    <a:pt x="3208" y="305"/>
                  </a:lnTo>
                  <a:cubicBezTo>
                    <a:pt x="3208" y="309"/>
                    <a:pt x="3209" y="314"/>
                    <a:pt x="3209" y="319"/>
                  </a:cubicBezTo>
                  <a:cubicBezTo>
                    <a:pt x="3209" y="325"/>
                    <a:pt x="3208" y="331"/>
                    <a:pt x="3206" y="337"/>
                  </a:cubicBezTo>
                  <a:cubicBezTo>
                    <a:pt x="3230" y="315"/>
                    <a:pt x="3268" y="334"/>
                    <a:pt x="3298" y="344"/>
                  </a:cubicBezTo>
                  <a:cubicBezTo>
                    <a:pt x="3329" y="355"/>
                    <a:pt x="3377" y="336"/>
                    <a:pt x="3364" y="306"/>
                  </a:cubicBezTo>
                  <a:lnTo>
                    <a:pt x="3404" y="329"/>
                  </a:lnTo>
                  <a:lnTo>
                    <a:pt x="3404" y="329"/>
                  </a:lnTo>
                  <a:cubicBezTo>
                    <a:pt x="3417" y="298"/>
                    <a:pt x="3423" y="266"/>
                    <a:pt x="3423" y="232"/>
                  </a:cubicBezTo>
                  <a:cubicBezTo>
                    <a:pt x="3423" y="218"/>
                    <a:pt x="3422" y="203"/>
                    <a:pt x="3419" y="189"/>
                  </a:cubicBezTo>
                  <a:lnTo>
                    <a:pt x="3419" y="189"/>
                  </a:lnTo>
                  <a:cubicBezTo>
                    <a:pt x="3420" y="191"/>
                    <a:pt x="3421" y="192"/>
                    <a:pt x="3422" y="194"/>
                  </a:cubicBezTo>
                  <a:cubicBezTo>
                    <a:pt x="3435" y="217"/>
                    <a:pt x="3454" y="236"/>
                    <a:pt x="3477" y="249"/>
                  </a:cubicBezTo>
                  <a:lnTo>
                    <a:pt x="3477" y="249"/>
                  </a:lnTo>
                  <a:cubicBezTo>
                    <a:pt x="3485" y="226"/>
                    <a:pt x="3495" y="203"/>
                    <a:pt x="3507" y="182"/>
                  </a:cubicBezTo>
                  <a:cubicBezTo>
                    <a:pt x="3525" y="151"/>
                    <a:pt x="3547" y="123"/>
                    <a:pt x="3573" y="98"/>
                  </a:cubicBezTo>
                  <a:lnTo>
                    <a:pt x="3573" y="98"/>
                  </a:lnTo>
                  <a:cubicBezTo>
                    <a:pt x="3577" y="102"/>
                    <a:pt x="3580" y="106"/>
                    <a:pt x="3583" y="111"/>
                  </a:cubicBezTo>
                  <a:cubicBezTo>
                    <a:pt x="3588" y="119"/>
                    <a:pt x="3590" y="128"/>
                    <a:pt x="3590" y="137"/>
                  </a:cubicBezTo>
                  <a:cubicBezTo>
                    <a:pt x="3590" y="146"/>
                    <a:pt x="3588" y="155"/>
                    <a:pt x="3583" y="163"/>
                  </a:cubicBezTo>
                  <a:cubicBezTo>
                    <a:pt x="3582" y="165"/>
                    <a:pt x="3581" y="167"/>
                    <a:pt x="3580" y="168"/>
                  </a:cubicBezTo>
                  <a:lnTo>
                    <a:pt x="3580" y="168"/>
                  </a:lnTo>
                  <a:cubicBezTo>
                    <a:pt x="3583" y="166"/>
                    <a:pt x="3586" y="164"/>
                    <a:pt x="3589" y="162"/>
                  </a:cubicBezTo>
                  <a:cubicBezTo>
                    <a:pt x="3614" y="148"/>
                    <a:pt x="3641" y="140"/>
                    <a:pt x="3669" y="139"/>
                  </a:cubicBezTo>
                  <a:lnTo>
                    <a:pt x="3669" y="139"/>
                  </a:lnTo>
                  <a:cubicBezTo>
                    <a:pt x="3668" y="158"/>
                    <a:pt x="3662" y="176"/>
                    <a:pt x="3652" y="193"/>
                  </a:cubicBezTo>
                  <a:cubicBezTo>
                    <a:pt x="3647" y="202"/>
                    <a:pt x="3641" y="210"/>
                    <a:pt x="3634" y="217"/>
                  </a:cubicBezTo>
                  <a:lnTo>
                    <a:pt x="3634" y="217"/>
                  </a:lnTo>
                  <a:cubicBezTo>
                    <a:pt x="3651" y="212"/>
                    <a:pt x="3668" y="209"/>
                    <a:pt x="3686" y="209"/>
                  </a:cubicBezTo>
                  <a:cubicBezTo>
                    <a:pt x="3701" y="209"/>
                    <a:pt x="3716" y="211"/>
                    <a:pt x="3731" y="215"/>
                  </a:cubicBezTo>
                  <a:lnTo>
                    <a:pt x="3731" y="215"/>
                  </a:lnTo>
                  <a:cubicBezTo>
                    <a:pt x="3727" y="224"/>
                    <a:pt x="3724" y="232"/>
                    <a:pt x="3719" y="240"/>
                  </a:cubicBezTo>
                  <a:cubicBezTo>
                    <a:pt x="3709" y="259"/>
                    <a:pt x="3693" y="276"/>
                    <a:pt x="3676" y="291"/>
                  </a:cubicBezTo>
                  <a:lnTo>
                    <a:pt x="3782" y="284"/>
                  </a:lnTo>
                  <a:lnTo>
                    <a:pt x="3782" y="284"/>
                  </a:lnTo>
                  <a:cubicBezTo>
                    <a:pt x="3781" y="286"/>
                    <a:pt x="3780" y="288"/>
                    <a:pt x="3778" y="291"/>
                  </a:cubicBezTo>
                  <a:cubicBezTo>
                    <a:pt x="3772" y="303"/>
                    <a:pt x="3767" y="317"/>
                    <a:pt x="3767" y="331"/>
                  </a:cubicBezTo>
                  <a:cubicBezTo>
                    <a:pt x="3767" y="340"/>
                    <a:pt x="3768" y="348"/>
                    <a:pt x="3771" y="357"/>
                  </a:cubicBezTo>
                  <a:lnTo>
                    <a:pt x="3870" y="269"/>
                  </a:lnTo>
                  <a:lnTo>
                    <a:pt x="3870" y="269"/>
                  </a:lnTo>
                  <a:cubicBezTo>
                    <a:pt x="3867" y="282"/>
                    <a:pt x="3866" y="295"/>
                    <a:pt x="3866" y="308"/>
                  </a:cubicBezTo>
                  <a:cubicBezTo>
                    <a:pt x="3866" y="323"/>
                    <a:pt x="3868" y="338"/>
                    <a:pt x="3871" y="352"/>
                  </a:cubicBezTo>
                  <a:lnTo>
                    <a:pt x="3871" y="352"/>
                  </a:lnTo>
                  <a:cubicBezTo>
                    <a:pt x="3891" y="324"/>
                    <a:pt x="3915" y="300"/>
                    <a:pt x="3944" y="281"/>
                  </a:cubicBezTo>
                  <a:lnTo>
                    <a:pt x="3944" y="281"/>
                  </a:lnTo>
                  <a:cubicBezTo>
                    <a:pt x="3945" y="288"/>
                    <a:pt x="3946" y="294"/>
                    <a:pt x="3946" y="301"/>
                  </a:cubicBezTo>
                  <a:cubicBezTo>
                    <a:pt x="3946" y="318"/>
                    <a:pt x="3942" y="334"/>
                    <a:pt x="3933" y="348"/>
                  </a:cubicBezTo>
                  <a:cubicBezTo>
                    <a:pt x="3930" y="354"/>
                    <a:pt x="3926" y="359"/>
                    <a:pt x="3922" y="364"/>
                  </a:cubicBezTo>
                  <a:cubicBezTo>
                    <a:pt x="3917" y="369"/>
                    <a:pt x="4104" y="355"/>
                    <a:pt x="4116" y="355"/>
                  </a:cubicBezTo>
                  <a:lnTo>
                    <a:pt x="4117" y="5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39"/>
          <p:cNvGrpSpPr/>
          <p:nvPr/>
        </p:nvGrpSpPr>
        <p:grpSpPr>
          <a:xfrm>
            <a:off x="0" y="4549021"/>
            <a:ext cx="3558953" cy="605599"/>
            <a:chOff x="0" y="4549021"/>
            <a:chExt cx="3558953" cy="605599"/>
          </a:xfrm>
        </p:grpSpPr>
        <p:sp>
          <p:nvSpPr>
            <p:cNvPr id="725" name="Google Shape;725;p39"/>
            <p:cNvSpPr/>
            <p:nvPr/>
          </p:nvSpPr>
          <p:spPr>
            <a:xfrm>
              <a:off x="0" y="4549021"/>
              <a:ext cx="3558953" cy="605599"/>
            </a:xfrm>
            <a:custGeom>
              <a:avLst/>
              <a:gdLst/>
              <a:ahLst/>
              <a:cxnLst/>
              <a:rect l="l" t="t" r="r" b="b"/>
              <a:pathLst>
                <a:path w="3291" h="560" extrusionOk="0">
                  <a:moveTo>
                    <a:pt x="3025" y="557"/>
                  </a:moveTo>
                  <a:cubicBezTo>
                    <a:pt x="3102" y="557"/>
                    <a:pt x="3192" y="570"/>
                    <a:pt x="3265" y="543"/>
                  </a:cubicBezTo>
                  <a:lnTo>
                    <a:pt x="3265" y="543"/>
                  </a:lnTo>
                  <a:cubicBezTo>
                    <a:pt x="3269" y="542"/>
                    <a:pt x="3271" y="541"/>
                    <a:pt x="3275" y="539"/>
                  </a:cubicBezTo>
                  <a:cubicBezTo>
                    <a:pt x="3278" y="537"/>
                    <a:pt x="3283" y="534"/>
                    <a:pt x="3286" y="531"/>
                  </a:cubicBezTo>
                  <a:lnTo>
                    <a:pt x="3286" y="531"/>
                  </a:lnTo>
                  <a:cubicBezTo>
                    <a:pt x="3287" y="530"/>
                    <a:pt x="3288" y="528"/>
                    <a:pt x="3289" y="527"/>
                  </a:cubicBezTo>
                  <a:cubicBezTo>
                    <a:pt x="3290" y="524"/>
                    <a:pt x="3291" y="521"/>
                    <a:pt x="3291" y="517"/>
                  </a:cubicBezTo>
                  <a:cubicBezTo>
                    <a:pt x="3291" y="514"/>
                    <a:pt x="3290" y="511"/>
                    <a:pt x="3289" y="508"/>
                  </a:cubicBezTo>
                  <a:lnTo>
                    <a:pt x="3289" y="508"/>
                  </a:lnTo>
                  <a:cubicBezTo>
                    <a:pt x="3287" y="505"/>
                    <a:pt x="3284" y="503"/>
                    <a:pt x="3281" y="501"/>
                  </a:cubicBezTo>
                  <a:cubicBezTo>
                    <a:pt x="3278" y="500"/>
                    <a:pt x="3275" y="498"/>
                    <a:pt x="3273" y="498"/>
                  </a:cubicBezTo>
                  <a:lnTo>
                    <a:pt x="3190" y="469"/>
                  </a:lnTo>
                  <a:lnTo>
                    <a:pt x="3190" y="469"/>
                  </a:lnTo>
                  <a:cubicBezTo>
                    <a:pt x="3202" y="466"/>
                    <a:pt x="3214" y="461"/>
                    <a:pt x="3226" y="454"/>
                  </a:cubicBezTo>
                  <a:cubicBezTo>
                    <a:pt x="3238" y="447"/>
                    <a:pt x="3251" y="437"/>
                    <a:pt x="3261" y="426"/>
                  </a:cubicBezTo>
                  <a:lnTo>
                    <a:pt x="3261" y="426"/>
                  </a:lnTo>
                  <a:cubicBezTo>
                    <a:pt x="3248" y="421"/>
                    <a:pt x="3234" y="418"/>
                    <a:pt x="3221" y="418"/>
                  </a:cubicBezTo>
                  <a:cubicBezTo>
                    <a:pt x="3207" y="418"/>
                    <a:pt x="3195" y="421"/>
                    <a:pt x="3182" y="426"/>
                  </a:cubicBezTo>
                  <a:lnTo>
                    <a:pt x="3182" y="426"/>
                  </a:lnTo>
                  <a:cubicBezTo>
                    <a:pt x="3184" y="425"/>
                    <a:pt x="3185" y="424"/>
                    <a:pt x="3187" y="423"/>
                  </a:cubicBezTo>
                  <a:cubicBezTo>
                    <a:pt x="3198" y="417"/>
                    <a:pt x="3207" y="408"/>
                    <a:pt x="3213" y="397"/>
                  </a:cubicBezTo>
                  <a:lnTo>
                    <a:pt x="3213" y="397"/>
                  </a:lnTo>
                  <a:cubicBezTo>
                    <a:pt x="3219" y="383"/>
                    <a:pt x="3213" y="364"/>
                    <a:pt x="3198" y="362"/>
                  </a:cubicBezTo>
                  <a:cubicBezTo>
                    <a:pt x="3187" y="360"/>
                    <a:pt x="3178" y="369"/>
                    <a:pt x="3170" y="377"/>
                  </a:cubicBezTo>
                  <a:cubicBezTo>
                    <a:pt x="3153" y="394"/>
                    <a:pt x="3127" y="425"/>
                    <a:pt x="3099" y="418"/>
                  </a:cubicBezTo>
                  <a:lnTo>
                    <a:pt x="3099" y="418"/>
                  </a:lnTo>
                  <a:cubicBezTo>
                    <a:pt x="3106" y="388"/>
                    <a:pt x="3116" y="358"/>
                    <a:pt x="3130" y="331"/>
                  </a:cubicBezTo>
                  <a:lnTo>
                    <a:pt x="3130" y="331"/>
                  </a:lnTo>
                  <a:cubicBezTo>
                    <a:pt x="3121" y="329"/>
                    <a:pt x="3112" y="328"/>
                    <a:pt x="3103" y="328"/>
                  </a:cubicBezTo>
                  <a:cubicBezTo>
                    <a:pt x="3087" y="328"/>
                    <a:pt x="3070" y="331"/>
                    <a:pt x="3055" y="335"/>
                  </a:cubicBezTo>
                  <a:lnTo>
                    <a:pt x="3055" y="335"/>
                  </a:lnTo>
                  <a:cubicBezTo>
                    <a:pt x="3078" y="320"/>
                    <a:pt x="3098" y="302"/>
                    <a:pt x="3116" y="281"/>
                  </a:cubicBezTo>
                  <a:cubicBezTo>
                    <a:pt x="3125" y="270"/>
                    <a:pt x="3132" y="251"/>
                    <a:pt x="3120" y="243"/>
                  </a:cubicBezTo>
                  <a:lnTo>
                    <a:pt x="3120" y="243"/>
                  </a:lnTo>
                  <a:cubicBezTo>
                    <a:pt x="3117" y="241"/>
                    <a:pt x="3113" y="240"/>
                    <a:pt x="3109" y="240"/>
                  </a:cubicBezTo>
                  <a:cubicBezTo>
                    <a:pt x="3107" y="240"/>
                    <a:pt x="3105" y="241"/>
                    <a:pt x="3103" y="241"/>
                  </a:cubicBezTo>
                  <a:lnTo>
                    <a:pt x="3103" y="241"/>
                  </a:lnTo>
                  <a:cubicBezTo>
                    <a:pt x="3072" y="246"/>
                    <a:pt x="3041" y="256"/>
                    <a:pt x="3014" y="272"/>
                  </a:cubicBezTo>
                  <a:lnTo>
                    <a:pt x="3014" y="272"/>
                  </a:lnTo>
                  <a:cubicBezTo>
                    <a:pt x="3027" y="265"/>
                    <a:pt x="3037" y="254"/>
                    <a:pt x="3045" y="242"/>
                  </a:cubicBezTo>
                  <a:lnTo>
                    <a:pt x="3045" y="242"/>
                  </a:lnTo>
                  <a:lnTo>
                    <a:pt x="3045" y="241"/>
                  </a:lnTo>
                  <a:cubicBezTo>
                    <a:pt x="3048" y="237"/>
                    <a:pt x="3050" y="231"/>
                    <a:pt x="3050" y="225"/>
                  </a:cubicBezTo>
                  <a:cubicBezTo>
                    <a:pt x="3050" y="220"/>
                    <a:pt x="3047" y="214"/>
                    <a:pt x="3045" y="209"/>
                  </a:cubicBezTo>
                  <a:cubicBezTo>
                    <a:pt x="3043" y="207"/>
                    <a:pt x="3042" y="204"/>
                    <a:pt x="3040" y="202"/>
                  </a:cubicBezTo>
                  <a:lnTo>
                    <a:pt x="3040" y="202"/>
                  </a:lnTo>
                  <a:cubicBezTo>
                    <a:pt x="3039" y="202"/>
                    <a:pt x="3037" y="202"/>
                    <a:pt x="3037" y="201"/>
                  </a:cubicBezTo>
                  <a:cubicBezTo>
                    <a:pt x="3032" y="198"/>
                    <a:pt x="3028" y="197"/>
                    <a:pt x="3023" y="196"/>
                  </a:cubicBezTo>
                  <a:lnTo>
                    <a:pt x="3023" y="196"/>
                  </a:lnTo>
                  <a:cubicBezTo>
                    <a:pt x="3022" y="196"/>
                    <a:pt x="3021" y="196"/>
                    <a:pt x="3020" y="196"/>
                  </a:cubicBezTo>
                  <a:cubicBezTo>
                    <a:pt x="3006" y="196"/>
                    <a:pt x="2993" y="200"/>
                    <a:pt x="2981" y="207"/>
                  </a:cubicBezTo>
                  <a:cubicBezTo>
                    <a:pt x="2972" y="212"/>
                    <a:pt x="2964" y="219"/>
                    <a:pt x="2958" y="228"/>
                  </a:cubicBezTo>
                  <a:lnTo>
                    <a:pt x="2958" y="228"/>
                  </a:lnTo>
                  <a:cubicBezTo>
                    <a:pt x="2953" y="234"/>
                    <a:pt x="2948" y="241"/>
                    <a:pt x="2945" y="247"/>
                  </a:cubicBezTo>
                  <a:cubicBezTo>
                    <a:pt x="2935" y="262"/>
                    <a:pt x="2929" y="279"/>
                    <a:pt x="2924" y="295"/>
                  </a:cubicBezTo>
                  <a:lnTo>
                    <a:pt x="2924" y="295"/>
                  </a:lnTo>
                  <a:cubicBezTo>
                    <a:pt x="2915" y="273"/>
                    <a:pt x="2910" y="249"/>
                    <a:pt x="2910" y="224"/>
                  </a:cubicBezTo>
                  <a:cubicBezTo>
                    <a:pt x="2910" y="216"/>
                    <a:pt x="2911" y="209"/>
                    <a:pt x="2912" y="201"/>
                  </a:cubicBezTo>
                  <a:lnTo>
                    <a:pt x="2846" y="328"/>
                  </a:lnTo>
                  <a:lnTo>
                    <a:pt x="2846" y="328"/>
                  </a:lnTo>
                  <a:cubicBezTo>
                    <a:pt x="2845" y="330"/>
                    <a:pt x="2843" y="331"/>
                    <a:pt x="2843" y="333"/>
                  </a:cubicBezTo>
                  <a:cubicBezTo>
                    <a:pt x="2840" y="338"/>
                    <a:pt x="2837" y="342"/>
                    <a:pt x="2832" y="345"/>
                  </a:cubicBezTo>
                  <a:cubicBezTo>
                    <a:pt x="2817" y="352"/>
                    <a:pt x="2800" y="336"/>
                    <a:pt x="2801" y="320"/>
                  </a:cubicBezTo>
                  <a:lnTo>
                    <a:pt x="2801" y="320"/>
                  </a:lnTo>
                  <a:cubicBezTo>
                    <a:pt x="2802" y="310"/>
                    <a:pt x="2805" y="302"/>
                    <a:pt x="2810" y="294"/>
                  </a:cubicBezTo>
                  <a:cubicBezTo>
                    <a:pt x="2813" y="288"/>
                    <a:pt x="2818" y="282"/>
                    <a:pt x="2823" y="277"/>
                  </a:cubicBezTo>
                  <a:lnTo>
                    <a:pt x="2870" y="221"/>
                  </a:lnTo>
                  <a:lnTo>
                    <a:pt x="2870" y="221"/>
                  </a:lnTo>
                  <a:cubicBezTo>
                    <a:pt x="2861" y="217"/>
                    <a:pt x="2851" y="214"/>
                    <a:pt x="2840" y="214"/>
                  </a:cubicBezTo>
                  <a:cubicBezTo>
                    <a:pt x="2828" y="214"/>
                    <a:pt x="2817" y="217"/>
                    <a:pt x="2807" y="223"/>
                  </a:cubicBezTo>
                  <a:cubicBezTo>
                    <a:pt x="2802" y="226"/>
                    <a:pt x="2799" y="228"/>
                    <a:pt x="2795" y="232"/>
                  </a:cubicBezTo>
                  <a:lnTo>
                    <a:pt x="2795" y="232"/>
                  </a:lnTo>
                  <a:cubicBezTo>
                    <a:pt x="2800" y="230"/>
                    <a:pt x="2805" y="228"/>
                    <a:pt x="2810" y="225"/>
                  </a:cubicBezTo>
                  <a:cubicBezTo>
                    <a:pt x="2820" y="219"/>
                    <a:pt x="2829" y="210"/>
                    <a:pt x="2836" y="199"/>
                  </a:cubicBezTo>
                  <a:cubicBezTo>
                    <a:pt x="2841" y="189"/>
                    <a:pt x="2845" y="177"/>
                    <a:pt x="2845" y="165"/>
                  </a:cubicBezTo>
                  <a:lnTo>
                    <a:pt x="2845" y="165"/>
                  </a:lnTo>
                  <a:lnTo>
                    <a:pt x="2845" y="164"/>
                  </a:lnTo>
                  <a:cubicBezTo>
                    <a:pt x="2845" y="158"/>
                    <a:pt x="2844" y="152"/>
                    <a:pt x="2841" y="147"/>
                  </a:cubicBezTo>
                  <a:cubicBezTo>
                    <a:pt x="2840" y="146"/>
                    <a:pt x="2839" y="144"/>
                    <a:pt x="2839" y="143"/>
                  </a:cubicBezTo>
                  <a:cubicBezTo>
                    <a:pt x="2825" y="127"/>
                    <a:pt x="2798" y="137"/>
                    <a:pt x="2782" y="150"/>
                  </a:cubicBezTo>
                  <a:lnTo>
                    <a:pt x="2782" y="150"/>
                  </a:lnTo>
                  <a:cubicBezTo>
                    <a:pt x="2767" y="163"/>
                    <a:pt x="2754" y="178"/>
                    <a:pt x="2745" y="195"/>
                  </a:cubicBezTo>
                  <a:cubicBezTo>
                    <a:pt x="2738" y="206"/>
                    <a:pt x="2733" y="218"/>
                    <a:pt x="2730" y="230"/>
                  </a:cubicBezTo>
                  <a:lnTo>
                    <a:pt x="2730" y="230"/>
                  </a:lnTo>
                  <a:cubicBezTo>
                    <a:pt x="2733" y="219"/>
                    <a:pt x="2734" y="208"/>
                    <a:pt x="2734" y="197"/>
                  </a:cubicBezTo>
                  <a:cubicBezTo>
                    <a:pt x="2734" y="178"/>
                    <a:pt x="2730" y="159"/>
                    <a:pt x="2720" y="142"/>
                  </a:cubicBezTo>
                  <a:lnTo>
                    <a:pt x="2720" y="142"/>
                  </a:lnTo>
                  <a:cubicBezTo>
                    <a:pt x="2689" y="197"/>
                    <a:pt x="2662" y="254"/>
                    <a:pt x="2638" y="313"/>
                  </a:cubicBezTo>
                  <a:cubicBezTo>
                    <a:pt x="2653" y="295"/>
                    <a:pt x="2636" y="263"/>
                    <a:pt x="2612" y="261"/>
                  </a:cubicBezTo>
                  <a:lnTo>
                    <a:pt x="2612" y="261"/>
                  </a:lnTo>
                  <a:cubicBezTo>
                    <a:pt x="2605" y="262"/>
                    <a:pt x="2596" y="264"/>
                    <a:pt x="2591" y="267"/>
                  </a:cubicBezTo>
                  <a:cubicBezTo>
                    <a:pt x="2583" y="272"/>
                    <a:pt x="2577" y="277"/>
                    <a:pt x="2574" y="284"/>
                  </a:cubicBezTo>
                  <a:cubicBezTo>
                    <a:pt x="2570" y="290"/>
                    <a:pt x="2568" y="297"/>
                    <a:pt x="2568" y="304"/>
                  </a:cubicBezTo>
                  <a:cubicBezTo>
                    <a:pt x="2563" y="285"/>
                    <a:pt x="2559" y="265"/>
                    <a:pt x="2552" y="246"/>
                  </a:cubicBezTo>
                  <a:cubicBezTo>
                    <a:pt x="2523" y="298"/>
                    <a:pt x="2449" y="327"/>
                    <a:pt x="2390" y="329"/>
                  </a:cubicBezTo>
                  <a:cubicBezTo>
                    <a:pt x="2395" y="311"/>
                    <a:pt x="2404" y="294"/>
                    <a:pt x="2409" y="276"/>
                  </a:cubicBezTo>
                  <a:lnTo>
                    <a:pt x="2409" y="276"/>
                  </a:lnTo>
                  <a:cubicBezTo>
                    <a:pt x="2405" y="275"/>
                    <a:pt x="2401" y="275"/>
                    <a:pt x="2398" y="275"/>
                  </a:cubicBezTo>
                  <a:cubicBezTo>
                    <a:pt x="2384" y="275"/>
                    <a:pt x="2370" y="279"/>
                    <a:pt x="2360" y="285"/>
                  </a:cubicBezTo>
                  <a:cubicBezTo>
                    <a:pt x="2355" y="288"/>
                    <a:pt x="2352" y="290"/>
                    <a:pt x="2348" y="294"/>
                  </a:cubicBezTo>
                  <a:lnTo>
                    <a:pt x="2348" y="294"/>
                  </a:lnTo>
                  <a:cubicBezTo>
                    <a:pt x="2361" y="286"/>
                    <a:pt x="2371" y="275"/>
                    <a:pt x="2380" y="261"/>
                  </a:cubicBezTo>
                  <a:cubicBezTo>
                    <a:pt x="2387" y="248"/>
                    <a:pt x="2392" y="232"/>
                    <a:pt x="2392" y="216"/>
                  </a:cubicBezTo>
                  <a:lnTo>
                    <a:pt x="2392" y="215"/>
                  </a:lnTo>
                  <a:lnTo>
                    <a:pt x="2392" y="215"/>
                  </a:lnTo>
                  <a:cubicBezTo>
                    <a:pt x="2392" y="215"/>
                    <a:pt x="2392" y="214"/>
                    <a:pt x="2392" y="213"/>
                  </a:cubicBezTo>
                  <a:cubicBezTo>
                    <a:pt x="2392" y="208"/>
                    <a:pt x="2391" y="204"/>
                    <a:pt x="2389" y="200"/>
                  </a:cubicBezTo>
                  <a:cubicBezTo>
                    <a:pt x="2387" y="197"/>
                    <a:pt x="2384" y="194"/>
                    <a:pt x="2382" y="192"/>
                  </a:cubicBezTo>
                  <a:lnTo>
                    <a:pt x="2382" y="192"/>
                  </a:lnTo>
                  <a:cubicBezTo>
                    <a:pt x="2379" y="191"/>
                    <a:pt x="2376" y="191"/>
                    <a:pt x="2373" y="191"/>
                  </a:cubicBezTo>
                  <a:cubicBezTo>
                    <a:pt x="2368" y="191"/>
                    <a:pt x="2362" y="192"/>
                    <a:pt x="2359" y="194"/>
                  </a:cubicBezTo>
                  <a:cubicBezTo>
                    <a:pt x="2356" y="196"/>
                    <a:pt x="2355" y="197"/>
                    <a:pt x="2353" y="199"/>
                  </a:cubicBezTo>
                  <a:lnTo>
                    <a:pt x="2353" y="199"/>
                  </a:lnTo>
                  <a:cubicBezTo>
                    <a:pt x="2337" y="211"/>
                    <a:pt x="2322" y="227"/>
                    <a:pt x="2313" y="244"/>
                  </a:cubicBezTo>
                  <a:cubicBezTo>
                    <a:pt x="2299" y="267"/>
                    <a:pt x="2293" y="293"/>
                    <a:pt x="2292" y="319"/>
                  </a:cubicBezTo>
                  <a:lnTo>
                    <a:pt x="2292" y="319"/>
                  </a:lnTo>
                  <a:cubicBezTo>
                    <a:pt x="2283" y="297"/>
                    <a:pt x="2272" y="276"/>
                    <a:pt x="2260" y="256"/>
                  </a:cubicBezTo>
                  <a:cubicBezTo>
                    <a:pt x="2252" y="242"/>
                    <a:pt x="2244" y="229"/>
                    <a:pt x="2235" y="215"/>
                  </a:cubicBezTo>
                  <a:lnTo>
                    <a:pt x="2235" y="215"/>
                  </a:lnTo>
                  <a:cubicBezTo>
                    <a:pt x="2223" y="241"/>
                    <a:pt x="2216" y="268"/>
                    <a:pt x="2214" y="296"/>
                  </a:cubicBezTo>
                  <a:lnTo>
                    <a:pt x="2214" y="296"/>
                  </a:lnTo>
                  <a:cubicBezTo>
                    <a:pt x="2213" y="312"/>
                    <a:pt x="2208" y="329"/>
                    <a:pt x="2200" y="344"/>
                  </a:cubicBezTo>
                  <a:cubicBezTo>
                    <a:pt x="2194" y="353"/>
                    <a:pt x="2187" y="362"/>
                    <a:pt x="2179" y="369"/>
                  </a:cubicBezTo>
                  <a:cubicBezTo>
                    <a:pt x="2158" y="387"/>
                    <a:pt x="2119" y="384"/>
                    <a:pt x="2109" y="358"/>
                  </a:cubicBezTo>
                  <a:cubicBezTo>
                    <a:pt x="2106" y="349"/>
                    <a:pt x="2106" y="339"/>
                    <a:pt x="2102" y="330"/>
                  </a:cubicBezTo>
                  <a:lnTo>
                    <a:pt x="2102" y="330"/>
                  </a:lnTo>
                  <a:lnTo>
                    <a:pt x="2101" y="329"/>
                  </a:lnTo>
                  <a:cubicBezTo>
                    <a:pt x="2097" y="322"/>
                    <a:pt x="2091" y="317"/>
                    <a:pt x="2084" y="312"/>
                  </a:cubicBezTo>
                  <a:cubicBezTo>
                    <a:pt x="2076" y="308"/>
                    <a:pt x="2068" y="305"/>
                    <a:pt x="2060" y="305"/>
                  </a:cubicBezTo>
                  <a:cubicBezTo>
                    <a:pt x="2055" y="305"/>
                    <a:pt x="2050" y="306"/>
                    <a:pt x="2045" y="307"/>
                  </a:cubicBezTo>
                  <a:lnTo>
                    <a:pt x="2045" y="307"/>
                  </a:lnTo>
                  <a:cubicBezTo>
                    <a:pt x="2037" y="310"/>
                    <a:pt x="2028" y="314"/>
                    <a:pt x="2020" y="319"/>
                  </a:cubicBezTo>
                  <a:cubicBezTo>
                    <a:pt x="2009" y="325"/>
                    <a:pt x="1999" y="333"/>
                    <a:pt x="1990" y="342"/>
                  </a:cubicBezTo>
                  <a:lnTo>
                    <a:pt x="2003" y="261"/>
                  </a:lnTo>
                  <a:lnTo>
                    <a:pt x="2003" y="261"/>
                  </a:lnTo>
                  <a:cubicBezTo>
                    <a:pt x="2004" y="259"/>
                    <a:pt x="2004" y="258"/>
                    <a:pt x="2004" y="256"/>
                  </a:cubicBezTo>
                  <a:cubicBezTo>
                    <a:pt x="2004" y="253"/>
                    <a:pt x="2003" y="250"/>
                    <a:pt x="2002" y="248"/>
                  </a:cubicBezTo>
                  <a:cubicBezTo>
                    <a:pt x="1998" y="242"/>
                    <a:pt x="1991" y="242"/>
                    <a:pt x="1984" y="243"/>
                  </a:cubicBezTo>
                  <a:lnTo>
                    <a:pt x="1929" y="249"/>
                  </a:lnTo>
                  <a:cubicBezTo>
                    <a:pt x="1934" y="224"/>
                    <a:pt x="1960" y="211"/>
                    <a:pt x="1976" y="191"/>
                  </a:cubicBezTo>
                  <a:cubicBezTo>
                    <a:pt x="1992" y="172"/>
                    <a:pt x="1992" y="132"/>
                    <a:pt x="1967" y="130"/>
                  </a:cubicBezTo>
                  <a:cubicBezTo>
                    <a:pt x="1952" y="129"/>
                    <a:pt x="1933" y="142"/>
                    <a:pt x="1925" y="130"/>
                  </a:cubicBezTo>
                  <a:lnTo>
                    <a:pt x="1925" y="130"/>
                  </a:lnTo>
                  <a:cubicBezTo>
                    <a:pt x="1934" y="123"/>
                    <a:pt x="1941" y="115"/>
                    <a:pt x="1948" y="104"/>
                  </a:cubicBezTo>
                  <a:cubicBezTo>
                    <a:pt x="1949" y="101"/>
                    <a:pt x="1952" y="97"/>
                    <a:pt x="1954" y="93"/>
                  </a:cubicBezTo>
                  <a:lnTo>
                    <a:pt x="1954" y="93"/>
                  </a:lnTo>
                  <a:cubicBezTo>
                    <a:pt x="1955" y="90"/>
                    <a:pt x="1955" y="87"/>
                    <a:pt x="1955" y="84"/>
                  </a:cubicBezTo>
                  <a:cubicBezTo>
                    <a:pt x="1955" y="79"/>
                    <a:pt x="1953" y="73"/>
                    <a:pt x="1951" y="69"/>
                  </a:cubicBezTo>
                  <a:cubicBezTo>
                    <a:pt x="1948" y="65"/>
                    <a:pt x="1945" y="61"/>
                    <a:pt x="1940" y="58"/>
                  </a:cubicBezTo>
                  <a:cubicBezTo>
                    <a:pt x="1938" y="57"/>
                    <a:pt x="1936" y="56"/>
                    <a:pt x="1934" y="56"/>
                  </a:cubicBezTo>
                  <a:lnTo>
                    <a:pt x="1934" y="56"/>
                  </a:lnTo>
                  <a:cubicBezTo>
                    <a:pt x="1933" y="56"/>
                    <a:pt x="1932" y="56"/>
                    <a:pt x="1932" y="56"/>
                  </a:cubicBezTo>
                  <a:cubicBezTo>
                    <a:pt x="1925" y="56"/>
                    <a:pt x="1919" y="57"/>
                    <a:pt x="1914" y="60"/>
                  </a:cubicBezTo>
                  <a:cubicBezTo>
                    <a:pt x="1843" y="91"/>
                    <a:pt x="1804" y="168"/>
                    <a:pt x="1782" y="242"/>
                  </a:cubicBezTo>
                  <a:lnTo>
                    <a:pt x="1782" y="242"/>
                  </a:lnTo>
                  <a:cubicBezTo>
                    <a:pt x="1781" y="207"/>
                    <a:pt x="1771" y="173"/>
                    <a:pt x="1754" y="143"/>
                  </a:cubicBezTo>
                  <a:cubicBezTo>
                    <a:pt x="1752" y="140"/>
                    <a:pt x="1750" y="138"/>
                    <a:pt x="1749" y="135"/>
                  </a:cubicBezTo>
                  <a:lnTo>
                    <a:pt x="1749" y="135"/>
                  </a:lnTo>
                  <a:cubicBezTo>
                    <a:pt x="1741" y="144"/>
                    <a:pt x="1733" y="155"/>
                    <a:pt x="1728" y="165"/>
                  </a:cubicBezTo>
                  <a:cubicBezTo>
                    <a:pt x="1706" y="201"/>
                    <a:pt x="1696" y="242"/>
                    <a:pt x="1696" y="284"/>
                  </a:cubicBezTo>
                  <a:lnTo>
                    <a:pt x="1696" y="284"/>
                  </a:lnTo>
                  <a:lnTo>
                    <a:pt x="1668" y="203"/>
                  </a:lnTo>
                  <a:lnTo>
                    <a:pt x="1668" y="203"/>
                  </a:lnTo>
                  <a:cubicBezTo>
                    <a:pt x="1667" y="227"/>
                    <a:pt x="1660" y="250"/>
                    <a:pt x="1649" y="270"/>
                  </a:cubicBezTo>
                  <a:cubicBezTo>
                    <a:pt x="1643" y="279"/>
                    <a:pt x="1638" y="287"/>
                    <a:pt x="1631" y="295"/>
                  </a:cubicBezTo>
                  <a:lnTo>
                    <a:pt x="1631" y="295"/>
                  </a:lnTo>
                  <a:cubicBezTo>
                    <a:pt x="1628" y="286"/>
                    <a:pt x="1626" y="277"/>
                    <a:pt x="1626" y="268"/>
                  </a:cubicBezTo>
                  <a:cubicBezTo>
                    <a:pt x="1626" y="255"/>
                    <a:pt x="1629" y="242"/>
                    <a:pt x="1636" y="231"/>
                  </a:cubicBezTo>
                  <a:cubicBezTo>
                    <a:pt x="1640" y="224"/>
                    <a:pt x="1645" y="218"/>
                    <a:pt x="1651" y="213"/>
                  </a:cubicBezTo>
                  <a:lnTo>
                    <a:pt x="1651" y="213"/>
                  </a:lnTo>
                  <a:cubicBezTo>
                    <a:pt x="1642" y="210"/>
                    <a:pt x="1633" y="208"/>
                    <a:pt x="1624" y="208"/>
                  </a:cubicBezTo>
                  <a:cubicBezTo>
                    <a:pt x="1612" y="208"/>
                    <a:pt x="1600" y="211"/>
                    <a:pt x="1589" y="217"/>
                  </a:cubicBezTo>
                  <a:cubicBezTo>
                    <a:pt x="1588" y="218"/>
                    <a:pt x="1587" y="218"/>
                    <a:pt x="1586" y="219"/>
                  </a:cubicBezTo>
                  <a:lnTo>
                    <a:pt x="1586" y="219"/>
                  </a:lnTo>
                  <a:cubicBezTo>
                    <a:pt x="1594" y="210"/>
                    <a:pt x="1600" y="200"/>
                    <a:pt x="1606" y="190"/>
                  </a:cubicBezTo>
                  <a:cubicBezTo>
                    <a:pt x="1613" y="178"/>
                    <a:pt x="1619" y="164"/>
                    <a:pt x="1624" y="151"/>
                  </a:cubicBezTo>
                  <a:lnTo>
                    <a:pt x="1624" y="151"/>
                  </a:lnTo>
                  <a:cubicBezTo>
                    <a:pt x="1626" y="147"/>
                    <a:pt x="1626" y="143"/>
                    <a:pt x="1626" y="139"/>
                  </a:cubicBezTo>
                  <a:cubicBezTo>
                    <a:pt x="1626" y="138"/>
                    <a:pt x="1626" y="136"/>
                    <a:pt x="1626" y="135"/>
                  </a:cubicBezTo>
                  <a:cubicBezTo>
                    <a:pt x="1623" y="123"/>
                    <a:pt x="1606" y="119"/>
                    <a:pt x="1595" y="126"/>
                  </a:cubicBezTo>
                  <a:lnTo>
                    <a:pt x="1595" y="126"/>
                  </a:lnTo>
                  <a:cubicBezTo>
                    <a:pt x="1589" y="131"/>
                    <a:pt x="1582" y="137"/>
                    <a:pt x="1579" y="144"/>
                  </a:cubicBezTo>
                  <a:cubicBezTo>
                    <a:pt x="1576" y="148"/>
                    <a:pt x="1575" y="152"/>
                    <a:pt x="1574" y="156"/>
                  </a:cubicBezTo>
                  <a:lnTo>
                    <a:pt x="1574" y="156"/>
                  </a:lnTo>
                  <a:cubicBezTo>
                    <a:pt x="1578" y="140"/>
                    <a:pt x="1580" y="123"/>
                    <a:pt x="1580" y="107"/>
                  </a:cubicBezTo>
                  <a:cubicBezTo>
                    <a:pt x="1580" y="72"/>
                    <a:pt x="1571" y="39"/>
                    <a:pt x="1554" y="9"/>
                  </a:cubicBezTo>
                  <a:cubicBezTo>
                    <a:pt x="1553" y="7"/>
                    <a:pt x="1552" y="5"/>
                    <a:pt x="1551" y="4"/>
                  </a:cubicBezTo>
                  <a:lnTo>
                    <a:pt x="1551" y="4"/>
                  </a:lnTo>
                  <a:cubicBezTo>
                    <a:pt x="1539" y="79"/>
                    <a:pt x="1516" y="152"/>
                    <a:pt x="1483" y="220"/>
                  </a:cubicBezTo>
                  <a:cubicBezTo>
                    <a:pt x="1460" y="206"/>
                    <a:pt x="1463" y="172"/>
                    <a:pt x="1476" y="148"/>
                  </a:cubicBezTo>
                  <a:cubicBezTo>
                    <a:pt x="1489" y="125"/>
                    <a:pt x="1510" y="104"/>
                    <a:pt x="1516" y="78"/>
                  </a:cubicBezTo>
                  <a:lnTo>
                    <a:pt x="1516" y="78"/>
                  </a:lnTo>
                  <a:cubicBezTo>
                    <a:pt x="1495" y="78"/>
                    <a:pt x="1473" y="85"/>
                    <a:pt x="1455" y="95"/>
                  </a:cubicBezTo>
                  <a:cubicBezTo>
                    <a:pt x="1441" y="103"/>
                    <a:pt x="1430" y="113"/>
                    <a:pt x="1420" y="124"/>
                  </a:cubicBezTo>
                  <a:lnTo>
                    <a:pt x="1420" y="124"/>
                  </a:lnTo>
                  <a:cubicBezTo>
                    <a:pt x="1405" y="142"/>
                    <a:pt x="1392" y="162"/>
                    <a:pt x="1380" y="182"/>
                  </a:cubicBezTo>
                  <a:cubicBezTo>
                    <a:pt x="1373" y="193"/>
                    <a:pt x="1367" y="205"/>
                    <a:pt x="1362" y="217"/>
                  </a:cubicBezTo>
                  <a:lnTo>
                    <a:pt x="1362" y="217"/>
                  </a:lnTo>
                  <a:cubicBezTo>
                    <a:pt x="1359" y="214"/>
                    <a:pt x="1356" y="211"/>
                    <a:pt x="1354" y="207"/>
                  </a:cubicBezTo>
                  <a:cubicBezTo>
                    <a:pt x="1350" y="200"/>
                    <a:pt x="1348" y="193"/>
                    <a:pt x="1348" y="185"/>
                  </a:cubicBezTo>
                  <a:cubicBezTo>
                    <a:pt x="1348" y="177"/>
                    <a:pt x="1350" y="169"/>
                    <a:pt x="1354" y="163"/>
                  </a:cubicBezTo>
                  <a:cubicBezTo>
                    <a:pt x="1354" y="162"/>
                    <a:pt x="1354" y="162"/>
                    <a:pt x="1354" y="162"/>
                  </a:cubicBezTo>
                  <a:lnTo>
                    <a:pt x="1354" y="162"/>
                  </a:lnTo>
                  <a:cubicBezTo>
                    <a:pt x="1365" y="145"/>
                    <a:pt x="1376" y="128"/>
                    <a:pt x="1389" y="113"/>
                  </a:cubicBezTo>
                  <a:lnTo>
                    <a:pt x="1389" y="113"/>
                  </a:lnTo>
                  <a:cubicBezTo>
                    <a:pt x="1390" y="112"/>
                    <a:pt x="1390" y="111"/>
                    <a:pt x="1391" y="110"/>
                  </a:cubicBezTo>
                  <a:cubicBezTo>
                    <a:pt x="1393" y="105"/>
                    <a:pt x="1395" y="100"/>
                    <a:pt x="1395" y="95"/>
                  </a:cubicBezTo>
                  <a:lnTo>
                    <a:pt x="1395" y="95"/>
                  </a:lnTo>
                  <a:cubicBezTo>
                    <a:pt x="1395" y="91"/>
                    <a:pt x="1394" y="87"/>
                    <a:pt x="1392" y="83"/>
                  </a:cubicBezTo>
                  <a:cubicBezTo>
                    <a:pt x="1389" y="79"/>
                    <a:pt x="1385" y="75"/>
                    <a:pt x="1381" y="72"/>
                  </a:cubicBezTo>
                  <a:cubicBezTo>
                    <a:pt x="1376" y="70"/>
                    <a:pt x="1371" y="68"/>
                    <a:pt x="1366" y="68"/>
                  </a:cubicBezTo>
                  <a:cubicBezTo>
                    <a:pt x="1365" y="68"/>
                    <a:pt x="1364" y="68"/>
                    <a:pt x="1364" y="68"/>
                  </a:cubicBezTo>
                  <a:lnTo>
                    <a:pt x="1364" y="68"/>
                  </a:lnTo>
                  <a:cubicBezTo>
                    <a:pt x="1352" y="70"/>
                    <a:pt x="1340" y="74"/>
                    <a:pt x="1331" y="79"/>
                  </a:cubicBezTo>
                  <a:cubicBezTo>
                    <a:pt x="1327" y="81"/>
                    <a:pt x="1324" y="84"/>
                    <a:pt x="1321" y="86"/>
                  </a:cubicBezTo>
                  <a:lnTo>
                    <a:pt x="1321" y="86"/>
                  </a:lnTo>
                  <a:cubicBezTo>
                    <a:pt x="1329" y="79"/>
                    <a:pt x="1335" y="71"/>
                    <a:pt x="1341" y="61"/>
                  </a:cubicBezTo>
                  <a:cubicBezTo>
                    <a:pt x="1343" y="56"/>
                    <a:pt x="1347" y="50"/>
                    <a:pt x="1349" y="43"/>
                  </a:cubicBezTo>
                  <a:lnTo>
                    <a:pt x="1349" y="43"/>
                  </a:lnTo>
                  <a:cubicBezTo>
                    <a:pt x="1350" y="40"/>
                    <a:pt x="1351" y="37"/>
                    <a:pt x="1351" y="33"/>
                  </a:cubicBezTo>
                  <a:cubicBezTo>
                    <a:pt x="1351" y="27"/>
                    <a:pt x="1349" y="22"/>
                    <a:pt x="1346" y="16"/>
                  </a:cubicBezTo>
                  <a:cubicBezTo>
                    <a:pt x="1343" y="11"/>
                    <a:pt x="1338" y="6"/>
                    <a:pt x="1333" y="3"/>
                  </a:cubicBezTo>
                  <a:cubicBezTo>
                    <a:pt x="1331" y="2"/>
                    <a:pt x="1331" y="2"/>
                    <a:pt x="1330" y="1"/>
                  </a:cubicBezTo>
                  <a:lnTo>
                    <a:pt x="1330" y="1"/>
                  </a:lnTo>
                  <a:cubicBezTo>
                    <a:pt x="1327" y="0"/>
                    <a:pt x="1324" y="0"/>
                    <a:pt x="1321" y="0"/>
                  </a:cubicBezTo>
                  <a:cubicBezTo>
                    <a:pt x="1315" y="0"/>
                    <a:pt x="1308" y="1"/>
                    <a:pt x="1303" y="4"/>
                  </a:cubicBezTo>
                  <a:cubicBezTo>
                    <a:pt x="1226" y="31"/>
                    <a:pt x="1178" y="112"/>
                    <a:pt x="1165" y="193"/>
                  </a:cubicBezTo>
                  <a:lnTo>
                    <a:pt x="1165" y="193"/>
                  </a:lnTo>
                  <a:cubicBezTo>
                    <a:pt x="1164" y="191"/>
                    <a:pt x="1163" y="190"/>
                    <a:pt x="1162" y="188"/>
                  </a:cubicBezTo>
                  <a:cubicBezTo>
                    <a:pt x="1157" y="179"/>
                    <a:pt x="1150" y="172"/>
                    <a:pt x="1141" y="167"/>
                  </a:cubicBezTo>
                  <a:cubicBezTo>
                    <a:pt x="1136" y="164"/>
                    <a:pt x="1130" y="162"/>
                    <a:pt x="1124" y="161"/>
                  </a:cubicBezTo>
                  <a:lnTo>
                    <a:pt x="1124" y="161"/>
                  </a:lnTo>
                  <a:cubicBezTo>
                    <a:pt x="1119" y="184"/>
                    <a:pt x="1116" y="208"/>
                    <a:pt x="1116" y="232"/>
                  </a:cubicBezTo>
                  <a:cubicBezTo>
                    <a:pt x="1116" y="243"/>
                    <a:pt x="1117" y="254"/>
                    <a:pt x="1118" y="266"/>
                  </a:cubicBezTo>
                  <a:lnTo>
                    <a:pt x="1060" y="222"/>
                  </a:lnTo>
                  <a:cubicBezTo>
                    <a:pt x="1059" y="239"/>
                    <a:pt x="1086" y="323"/>
                    <a:pt x="1036" y="302"/>
                  </a:cubicBezTo>
                  <a:lnTo>
                    <a:pt x="1036" y="302"/>
                  </a:lnTo>
                  <a:cubicBezTo>
                    <a:pt x="1029" y="298"/>
                    <a:pt x="1023" y="291"/>
                    <a:pt x="1019" y="284"/>
                  </a:cubicBezTo>
                  <a:cubicBezTo>
                    <a:pt x="1016" y="279"/>
                    <a:pt x="1014" y="274"/>
                    <a:pt x="1013" y="268"/>
                  </a:cubicBezTo>
                  <a:lnTo>
                    <a:pt x="1013" y="268"/>
                  </a:lnTo>
                  <a:cubicBezTo>
                    <a:pt x="1001" y="233"/>
                    <a:pt x="995" y="196"/>
                    <a:pt x="995" y="159"/>
                  </a:cubicBezTo>
                  <a:cubicBezTo>
                    <a:pt x="995" y="154"/>
                    <a:pt x="995" y="149"/>
                    <a:pt x="995" y="144"/>
                  </a:cubicBezTo>
                  <a:lnTo>
                    <a:pt x="995" y="144"/>
                  </a:lnTo>
                  <a:cubicBezTo>
                    <a:pt x="991" y="173"/>
                    <a:pt x="981" y="200"/>
                    <a:pt x="967" y="225"/>
                  </a:cubicBezTo>
                  <a:cubicBezTo>
                    <a:pt x="965" y="228"/>
                    <a:pt x="963" y="231"/>
                    <a:pt x="961" y="234"/>
                  </a:cubicBezTo>
                  <a:lnTo>
                    <a:pt x="941" y="119"/>
                  </a:lnTo>
                  <a:lnTo>
                    <a:pt x="941" y="119"/>
                  </a:lnTo>
                  <a:cubicBezTo>
                    <a:pt x="930" y="146"/>
                    <a:pt x="923" y="174"/>
                    <a:pt x="921" y="203"/>
                  </a:cubicBezTo>
                  <a:lnTo>
                    <a:pt x="921" y="203"/>
                  </a:lnTo>
                  <a:cubicBezTo>
                    <a:pt x="919" y="190"/>
                    <a:pt x="914" y="177"/>
                    <a:pt x="907" y="165"/>
                  </a:cubicBezTo>
                  <a:cubicBezTo>
                    <a:pt x="896" y="146"/>
                    <a:pt x="880" y="130"/>
                    <a:pt x="860" y="118"/>
                  </a:cubicBezTo>
                  <a:cubicBezTo>
                    <a:pt x="854" y="115"/>
                    <a:pt x="847" y="111"/>
                    <a:pt x="840" y="109"/>
                  </a:cubicBezTo>
                  <a:lnTo>
                    <a:pt x="840" y="109"/>
                  </a:lnTo>
                  <a:cubicBezTo>
                    <a:pt x="841" y="127"/>
                    <a:pt x="847" y="146"/>
                    <a:pt x="857" y="162"/>
                  </a:cubicBezTo>
                  <a:cubicBezTo>
                    <a:pt x="860" y="167"/>
                    <a:pt x="863" y="173"/>
                    <a:pt x="867" y="177"/>
                  </a:cubicBezTo>
                  <a:lnTo>
                    <a:pt x="867" y="177"/>
                  </a:lnTo>
                  <a:cubicBezTo>
                    <a:pt x="863" y="174"/>
                    <a:pt x="858" y="171"/>
                    <a:pt x="853" y="168"/>
                  </a:cubicBezTo>
                  <a:cubicBezTo>
                    <a:pt x="832" y="156"/>
                    <a:pt x="809" y="150"/>
                    <a:pt x="785" y="150"/>
                  </a:cubicBezTo>
                  <a:cubicBezTo>
                    <a:pt x="778" y="150"/>
                    <a:pt x="771" y="150"/>
                    <a:pt x="764" y="151"/>
                  </a:cubicBezTo>
                  <a:lnTo>
                    <a:pt x="764" y="151"/>
                  </a:lnTo>
                  <a:cubicBezTo>
                    <a:pt x="766" y="157"/>
                    <a:pt x="768" y="162"/>
                    <a:pt x="772" y="168"/>
                  </a:cubicBezTo>
                  <a:cubicBezTo>
                    <a:pt x="781" y="185"/>
                    <a:pt x="796" y="200"/>
                    <a:pt x="813" y="211"/>
                  </a:cubicBezTo>
                  <a:lnTo>
                    <a:pt x="813" y="211"/>
                  </a:lnTo>
                  <a:cubicBezTo>
                    <a:pt x="803" y="208"/>
                    <a:pt x="793" y="207"/>
                    <a:pt x="783" y="207"/>
                  </a:cubicBezTo>
                  <a:cubicBezTo>
                    <a:pt x="769" y="207"/>
                    <a:pt x="756" y="210"/>
                    <a:pt x="743" y="216"/>
                  </a:cubicBezTo>
                  <a:lnTo>
                    <a:pt x="785" y="307"/>
                  </a:lnTo>
                  <a:lnTo>
                    <a:pt x="729" y="290"/>
                  </a:lnTo>
                  <a:lnTo>
                    <a:pt x="729" y="290"/>
                  </a:lnTo>
                  <a:cubicBezTo>
                    <a:pt x="728" y="295"/>
                    <a:pt x="728" y="301"/>
                    <a:pt x="728" y="306"/>
                  </a:cubicBezTo>
                  <a:cubicBezTo>
                    <a:pt x="728" y="311"/>
                    <a:pt x="728" y="317"/>
                    <a:pt x="729" y="322"/>
                  </a:cubicBezTo>
                  <a:cubicBezTo>
                    <a:pt x="711" y="300"/>
                    <a:pt x="680" y="319"/>
                    <a:pt x="656" y="329"/>
                  </a:cubicBezTo>
                  <a:cubicBezTo>
                    <a:pt x="631" y="340"/>
                    <a:pt x="593" y="321"/>
                    <a:pt x="604" y="291"/>
                  </a:cubicBezTo>
                  <a:lnTo>
                    <a:pt x="571" y="314"/>
                  </a:lnTo>
                  <a:lnTo>
                    <a:pt x="571" y="314"/>
                  </a:lnTo>
                  <a:cubicBezTo>
                    <a:pt x="561" y="283"/>
                    <a:pt x="556" y="250"/>
                    <a:pt x="556" y="217"/>
                  </a:cubicBezTo>
                  <a:cubicBezTo>
                    <a:pt x="556" y="203"/>
                    <a:pt x="557" y="188"/>
                    <a:pt x="559" y="174"/>
                  </a:cubicBezTo>
                  <a:lnTo>
                    <a:pt x="559" y="174"/>
                  </a:lnTo>
                  <a:cubicBezTo>
                    <a:pt x="556" y="180"/>
                    <a:pt x="553" y="186"/>
                    <a:pt x="550" y="192"/>
                  </a:cubicBezTo>
                  <a:cubicBezTo>
                    <a:pt x="540" y="208"/>
                    <a:pt x="528" y="223"/>
                    <a:pt x="513" y="234"/>
                  </a:cubicBezTo>
                  <a:lnTo>
                    <a:pt x="513" y="234"/>
                  </a:lnTo>
                  <a:cubicBezTo>
                    <a:pt x="504" y="200"/>
                    <a:pt x="489" y="167"/>
                    <a:pt x="472" y="136"/>
                  </a:cubicBezTo>
                  <a:cubicBezTo>
                    <a:pt x="461" y="117"/>
                    <a:pt x="450" y="100"/>
                    <a:pt x="436" y="83"/>
                  </a:cubicBezTo>
                  <a:lnTo>
                    <a:pt x="436" y="83"/>
                  </a:lnTo>
                  <a:cubicBezTo>
                    <a:pt x="434" y="86"/>
                    <a:pt x="432" y="88"/>
                    <a:pt x="431" y="91"/>
                  </a:cubicBezTo>
                  <a:cubicBezTo>
                    <a:pt x="425" y="101"/>
                    <a:pt x="422" y="111"/>
                    <a:pt x="422" y="122"/>
                  </a:cubicBezTo>
                  <a:cubicBezTo>
                    <a:pt x="422" y="133"/>
                    <a:pt x="425" y="144"/>
                    <a:pt x="430" y="153"/>
                  </a:cubicBezTo>
                  <a:lnTo>
                    <a:pt x="430" y="153"/>
                  </a:lnTo>
                  <a:cubicBezTo>
                    <a:pt x="425" y="148"/>
                    <a:pt x="418" y="144"/>
                    <a:pt x="412" y="140"/>
                  </a:cubicBezTo>
                  <a:cubicBezTo>
                    <a:pt x="396" y="131"/>
                    <a:pt x="378" y="125"/>
                    <a:pt x="359" y="124"/>
                  </a:cubicBezTo>
                  <a:lnTo>
                    <a:pt x="359" y="124"/>
                  </a:lnTo>
                  <a:cubicBezTo>
                    <a:pt x="360" y="147"/>
                    <a:pt x="366" y="169"/>
                    <a:pt x="378" y="189"/>
                  </a:cubicBezTo>
                  <a:cubicBezTo>
                    <a:pt x="381" y="194"/>
                    <a:pt x="383" y="198"/>
                    <a:pt x="386" y="202"/>
                  </a:cubicBezTo>
                  <a:lnTo>
                    <a:pt x="386" y="202"/>
                  </a:lnTo>
                  <a:cubicBezTo>
                    <a:pt x="373" y="197"/>
                    <a:pt x="359" y="194"/>
                    <a:pt x="345" y="194"/>
                  </a:cubicBezTo>
                  <a:cubicBezTo>
                    <a:pt x="333" y="194"/>
                    <a:pt x="320" y="196"/>
                    <a:pt x="309" y="200"/>
                  </a:cubicBezTo>
                  <a:lnTo>
                    <a:pt x="309" y="200"/>
                  </a:lnTo>
                  <a:cubicBezTo>
                    <a:pt x="313" y="214"/>
                    <a:pt x="318" y="227"/>
                    <a:pt x="326" y="240"/>
                  </a:cubicBezTo>
                  <a:cubicBezTo>
                    <a:pt x="333" y="253"/>
                    <a:pt x="343" y="265"/>
                    <a:pt x="353" y="276"/>
                  </a:cubicBezTo>
                  <a:lnTo>
                    <a:pt x="268" y="269"/>
                  </a:lnTo>
                  <a:lnTo>
                    <a:pt x="268" y="269"/>
                  </a:lnTo>
                  <a:cubicBezTo>
                    <a:pt x="276" y="283"/>
                    <a:pt x="280" y="300"/>
                    <a:pt x="280" y="317"/>
                  </a:cubicBezTo>
                  <a:cubicBezTo>
                    <a:pt x="280" y="325"/>
                    <a:pt x="279" y="333"/>
                    <a:pt x="277" y="342"/>
                  </a:cubicBezTo>
                  <a:lnTo>
                    <a:pt x="198" y="254"/>
                  </a:lnTo>
                  <a:lnTo>
                    <a:pt x="198" y="254"/>
                  </a:lnTo>
                  <a:cubicBezTo>
                    <a:pt x="200" y="267"/>
                    <a:pt x="201" y="280"/>
                    <a:pt x="201" y="292"/>
                  </a:cubicBezTo>
                  <a:cubicBezTo>
                    <a:pt x="201" y="307"/>
                    <a:pt x="199" y="322"/>
                    <a:pt x="197" y="337"/>
                  </a:cubicBezTo>
                  <a:lnTo>
                    <a:pt x="197" y="337"/>
                  </a:lnTo>
                  <a:cubicBezTo>
                    <a:pt x="196" y="336"/>
                    <a:pt x="196" y="335"/>
                    <a:pt x="195" y="334"/>
                  </a:cubicBezTo>
                  <a:cubicBezTo>
                    <a:pt x="180" y="308"/>
                    <a:pt x="161" y="285"/>
                    <a:pt x="138" y="266"/>
                  </a:cubicBezTo>
                  <a:lnTo>
                    <a:pt x="138" y="266"/>
                  </a:lnTo>
                  <a:cubicBezTo>
                    <a:pt x="137" y="273"/>
                    <a:pt x="136" y="280"/>
                    <a:pt x="136" y="287"/>
                  </a:cubicBezTo>
                  <a:cubicBezTo>
                    <a:pt x="136" y="306"/>
                    <a:pt x="141" y="325"/>
                    <a:pt x="151" y="342"/>
                  </a:cubicBezTo>
                  <a:cubicBezTo>
                    <a:pt x="152" y="345"/>
                    <a:pt x="154" y="347"/>
                    <a:pt x="156" y="349"/>
                  </a:cubicBezTo>
                  <a:cubicBezTo>
                    <a:pt x="157" y="352"/>
                    <a:pt x="10" y="340"/>
                    <a:pt x="0" y="340"/>
                  </a:cubicBezTo>
                  <a:lnTo>
                    <a:pt x="0" y="556"/>
                  </a:lnTo>
                  <a:lnTo>
                    <a:pt x="3025" y="556"/>
                  </a:lnTo>
                  <a:lnTo>
                    <a:pt x="3025" y="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0" y="4782717"/>
              <a:ext cx="2154412" cy="366600"/>
            </a:xfrm>
            <a:custGeom>
              <a:avLst/>
              <a:gdLst/>
              <a:ahLst/>
              <a:cxnLst/>
              <a:rect l="l" t="t" r="r" b="b"/>
              <a:pathLst>
                <a:path w="3291" h="560" extrusionOk="0">
                  <a:moveTo>
                    <a:pt x="3025" y="557"/>
                  </a:moveTo>
                  <a:cubicBezTo>
                    <a:pt x="3102" y="557"/>
                    <a:pt x="3192" y="570"/>
                    <a:pt x="3265" y="543"/>
                  </a:cubicBezTo>
                  <a:lnTo>
                    <a:pt x="3265" y="543"/>
                  </a:lnTo>
                  <a:cubicBezTo>
                    <a:pt x="3269" y="542"/>
                    <a:pt x="3271" y="541"/>
                    <a:pt x="3275" y="539"/>
                  </a:cubicBezTo>
                  <a:cubicBezTo>
                    <a:pt x="3278" y="537"/>
                    <a:pt x="3283" y="534"/>
                    <a:pt x="3286" y="531"/>
                  </a:cubicBezTo>
                  <a:lnTo>
                    <a:pt x="3286" y="531"/>
                  </a:lnTo>
                  <a:cubicBezTo>
                    <a:pt x="3287" y="530"/>
                    <a:pt x="3288" y="528"/>
                    <a:pt x="3289" y="527"/>
                  </a:cubicBezTo>
                  <a:cubicBezTo>
                    <a:pt x="3290" y="524"/>
                    <a:pt x="3291" y="521"/>
                    <a:pt x="3291" y="517"/>
                  </a:cubicBezTo>
                  <a:cubicBezTo>
                    <a:pt x="3291" y="514"/>
                    <a:pt x="3290" y="511"/>
                    <a:pt x="3289" y="508"/>
                  </a:cubicBezTo>
                  <a:lnTo>
                    <a:pt x="3289" y="508"/>
                  </a:lnTo>
                  <a:cubicBezTo>
                    <a:pt x="3287" y="505"/>
                    <a:pt x="3284" y="503"/>
                    <a:pt x="3281" y="501"/>
                  </a:cubicBezTo>
                  <a:cubicBezTo>
                    <a:pt x="3278" y="500"/>
                    <a:pt x="3275" y="498"/>
                    <a:pt x="3273" y="498"/>
                  </a:cubicBezTo>
                  <a:lnTo>
                    <a:pt x="3190" y="469"/>
                  </a:lnTo>
                  <a:lnTo>
                    <a:pt x="3190" y="469"/>
                  </a:lnTo>
                  <a:cubicBezTo>
                    <a:pt x="3202" y="466"/>
                    <a:pt x="3214" y="461"/>
                    <a:pt x="3226" y="454"/>
                  </a:cubicBezTo>
                  <a:cubicBezTo>
                    <a:pt x="3238" y="447"/>
                    <a:pt x="3251" y="437"/>
                    <a:pt x="3261" y="426"/>
                  </a:cubicBezTo>
                  <a:lnTo>
                    <a:pt x="3261" y="426"/>
                  </a:lnTo>
                  <a:cubicBezTo>
                    <a:pt x="3248" y="421"/>
                    <a:pt x="3234" y="418"/>
                    <a:pt x="3221" y="418"/>
                  </a:cubicBezTo>
                  <a:cubicBezTo>
                    <a:pt x="3207" y="418"/>
                    <a:pt x="3195" y="421"/>
                    <a:pt x="3182" y="426"/>
                  </a:cubicBezTo>
                  <a:lnTo>
                    <a:pt x="3182" y="426"/>
                  </a:lnTo>
                  <a:cubicBezTo>
                    <a:pt x="3184" y="425"/>
                    <a:pt x="3185" y="424"/>
                    <a:pt x="3187" y="423"/>
                  </a:cubicBezTo>
                  <a:cubicBezTo>
                    <a:pt x="3198" y="417"/>
                    <a:pt x="3207" y="408"/>
                    <a:pt x="3213" y="397"/>
                  </a:cubicBezTo>
                  <a:lnTo>
                    <a:pt x="3213" y="397"/>
                  </a:lnTo>
                  <a:cubicBezTo>
                    <a:pt x="3219" y="383"/>
                    <a:pt x="3213" y="364"/>
                    <a:pt x="3198" y="362"/>
                  </a:cubicBezTo>
                  <a:cubicBezTo>
                    <a:pt x="3187" y="360"/>
                    <a:pt x="3178" y="369"/>
                    <a:pt x="3170" y="377"/>
                  </a:cubicBezTo>
                  <a:cubicBezTo>
                    <a:pt x="3153" y="394"/>
                    <a:pt x="3127" y="425"/>
                    <a:pt x="3099" y="418"/>
                  </a:cubicBezTo>
                  <a:lnTo>
                    <a:pt x="3099" y="418"/>
                  </a:lnTo>
                  <a:cubicBezTo>
                    <a:pt x="3106" y="388"/>
                    <a:pt x="3116" y="358"/>
                    <a:pt x="3130" y="331"/>
                  </a:cubicBezTo>
                  <a:lnTo>
                    <a:pt x="3130" y="331"/>
                  </a:lnTo>
                  <a:cubicBezTo>
                    <a:pt x="3121" y="329"/>
                    <a:pt x="3112" y="328"/>
                    <a:pt x="3103" y="328"/>
                  </a:cubicBezTo>
                  <a:cubicBezTo>
                    <a:pt x="3087" y="328"/>
                    <a:pt x="3070" y="331"/>
                    <a:pt x="3055" y="335"/>
                  </a:cubicBezTo>
                  <a:lnTo>
                    <a:pt x="3055" y="335"/>
                  </a:lnTo>
                  <a:cubicBezTo>
                    <a:pt x="3078" y="320"/>
                    <a:pt x="3098" y="302"/>
                    <a:pt x="3116" y="281"/>
                  </a:cubicBezTo>
                  <a:cubicBezTo>
                    <a:pt x="3125" y="270"/>
                    <a:pt x="3132" y="251"/>
                    <a:pt x="3120" y="243"/>
                  </a:cubicBezTo>
                  <a:lnTo>
                    <a:pt x="3120" y="243"/>
                  </a:lnTo>
                  <a:cubicBezTo>
                    <a:pt x="3117" y="241"/>
                    <a:pt x="3113" y="240"/>
                    <a:pt x="3109" y="240"/>
                  </a:cubicBezTo>
                  <a:cubicBezTo>
                    <a:pt x="3107" y="240"/>
                    <a:pt x="3105" y="241"/>
                    <a:pt x="3103" y="241"/>
                  </a:cubicBezTo>
                  <a:lnTo>
                    <a:pt x="3103" y="241"/>
                  </a:lnTo>
                  <a:cubicBezTo>
                    <a:pt x="3072" y="246"/>
                    <a:pt x="3041" y="256"/>
                    <a:pt x="3014" y="272"/>
                  </a:cubicBezTo>
                  <a:lnTo>
                    <a:pt x="3014" y="272"/>
                  </a:lnTo>
                  <a:cubicBezTo>
                    <a:pt x="3027" y="265"/>
                    <a:pt x="3037" y="254"/>
                    <a:pt x="3045" y="242"/>
                  </a:cubicBezTo>
                  <a:lnTo>
                    <a:pt x="3045" y="242"/>
                  </a:lnTo>
                  <a:lnTo>
                    <a:pt x="3045" y="241"/>
                  </a:lnTo>
                  <a:cubicBezTo>
                    <a:pt x="3048" y="237"/>
                    <a:pt x="3050" y="231"/>
                    <a:pt x="3050" y="225"/>
                  </a:cubicBezTo>
                  <a:cubicBezTo>
                    <a:pt x="3050" y="220"/>
                    <a:pt x="3047" y="214"/>
                    <a:pt x="3045" y="209"/>
                  </a:cubicBezTo>
                  <a:cubicBezTo>
                    <a:pt x="3043" y="207"/>
                    <a:pt x="3042" y="204"/>
                    <a:pt x="3040" y="202"/>
                  </a:cubicBezTo>
                  <a:lnTo>
                    <a:pt x="3040" y="202"/>
                  </a:lnTo>
                  <a:cubicBezTo>
                    <a:pt x="3039" y="202"/>
                    <a:pt x="3037" y="202"/>
                    <a:pt x="3037" y="201"/>
                  </a:cubicBezTo>
                  <a:cubicBezTo>
                    <a:pt x="3032" y="198"/>
                    <a:pt x="3028" y="197"/>
                    <a:pt x="3023" y="196"/>
                  </a:cubicBezTo>
                  <a:lnTo>
                    <a:pt x="3023" y="196"/>
                  </a:lnTo>
                  <a:cubicBezTo>
                    <a:pt x="3022" y="196"/>
                    <a:pt x="3021" y="196"/>
                    <a:pt x="3020" y="196"/>
                  </a:cubicBezTo>
                  <a:cubicBezTo>
                    <a:pt x="3006" y="196"/>
                    <a:pt x="2993" y="200"/>
                    <a:pt x="2981" y="207"/>
                  </a:cubicBezTo>
                  <a:cubicBezTo>
                    <a:pt x="2972" y="212"/>
                    <a:pt x="2964" y="219"/>
                    <a:pt x="2958" y="228"/>
                  </a:cubicBezTo>
                  <a:lnTo>
                    <a:pt x="2958" y="228"/>
                  </a:lnTo>
                  <a:cubicBezTo>
                    <a:pt x="2953" y="234"/>
                    <a:pt x="2948" y="241"/>
                    <a:pt x="2945" y="247"/>
                  </a:cubicBezTo>
                  <a:cubicBezTo>
                    <a:pt x="2935" y="262"/>
                    <a:pt x="2929" y="279"/>
                    <a:pt x="2924" y="295"/>
                  </a:cubicBezTo>
                  <a:lnTo>
                    <a:pt x="2924" y="295"/>
                  </a:lnTo>
                  <a:cubicBezTo>
                    <a:pt x="2915" y="273"/>
                    <a:pt x="2910" y="249"/>
                    <a:pt x="2910" y="224"/>
                  </a:cubicBezTo>
                  <a:cubicBezTo>
                    <a:pt x="2910" y="216"/>
                    <a:pt x="2911" y="209"/>
                    <a:pt x="2912" y="201"/>
                  </a:cubicBezTo>
                  <a:lnTo>
                    <a:pt x="2846" y="328"/>
                  </a:lnTo>
                  <a:lnTo>
                    <a:pt x="2846" y="328"/>
                  </a:lnTo>
                  <a:cubicBezTo>
                    <a:pt x="2845" y="330"/>
                    <a:pt x="2843" y="331"/>
                    <a:pt x="2843" y="333"/>
                  </a:cubicBezTo>
                  <a:cubicBezTo>
                    <a:pt x="2840" y="338"/>
                    <a:pt x="2837" y="342"/>
                    <a:pt x="2832" y="345"/>
                  </a:cubicBezTo>
                  <a:cubicBezTo>
                    <a:pt x="2817" y="352"/>
                    <a:pt x="2800" y="336"/>
                    <a:pt x="2801" y="320"/>
                  </a:cubicBezTo>
                  <a:lnTo>
                    <a:pt x="2801" y="320"/>
                  </a:lnTo>
                  <a:cubicBezTo>
                    <a:pt x="2802" y="310"/>
                    <a:pt x="2805" y="302"/>
                    <a:pt x="2810" y="294"/>
                  </a:cubicBezTo>
                  <a:cubicBezTo>
                    <a:pt x="2813" y="288"/>
                    <a:pt x="2818" y="282"/>
                    <a:pt x="2823" y="277"/>
                  </a:cubicBezTo>
                  <a:lnTo>
                    <a:pt x="2870" y="221"/>
                  </a:lnTo>
                  <a:lnTo>
                    <a:pt x="2870" y="221"/>
                  </a:lnTo>
                  <a:cubicBezTo>
                    <a:pt x="2861" y="217"/>
                    <a:pt x="2851" y="214"/>
                    <a:pt x="2840" y="214"/>
                  </a:cubicBezTo>
                  <a:cubicBezTo>
                    <a:pt x="2828" y="214"/>
                    <a:pt x="2817" y="217"/>
                    <a:pt x="2807" y="223"/>
                  </a:cubicBezTo>
                  <a:cubicBezTo>
                    <a:pt x="2802" y="226"/>
                    <a:pt x="2799" y="228"/>
                    <a:pt x="2795" y="232"/>
                  </a:cubicBezTo>
                  <a:lnTo>
                    <a:pt x="2795" y="232"/>
                  </a:lnTo>
                  <a:cubicBezTo>
                    <a:pt x="2800" y="230"/>
                    <a:pt x="2805" y="228"/>
                    <a:pt x="2810" y="225"/>
                  </a:cubicBezTo>
                  <a:cubicBezTo>
                    <a:pt x="2820" y="219"/>
                    <a:pt x="2829" y="210"/>
                    <a:pt x="2836" y="199"/>
                  </a:cubicBezTo>
                  <a:cubicBezTo>
                    <a:pt x="2841" y="189"/>
                    <a:pt x="2845" y="177"/>
                    <a:pt x="2845" y="165"/>
                  </a:cubicBezTo>
                  <a:lnTo>
                    <a:pt x="2845" y="165"/>
                  </a:lnTo>
                  <a:lnTo>
                    <a:pt x="2845" y="164"/>
                  </a:lnTo>
                  <a:cubicBezTo>
                    <a:pt x="2845" y="158"/>
                    <a:pt x="2844" y="152"/>
                    <a:pt x="2841" y="147"/>
                  </a:cubicBezTo>
                  <a:cubicBezTo>
                    <a:pt x="2840" y="146"/>
                    <a:pt x="2839" y="144"/>
                    <a:pt x="2839" y="143"/>
                  </a:cubicBezTo>
                  <a:cubicBezTo>
                    <a:pt x="2825" y="127"/>
                    <a:pt x="2798" y="137"/>
                    <a:pt x="2782" y="150"/>
                  </a:cubicBezTo>
                  <a:lnTo>
                    <a:pt x="2782" y="150"/>
                  </a:lnTo>
                  <a:cubicBezTo>
                    <a:pt x="2767" y="163"/>
                    <a:pt x="2754" y="178"/>
                    <a:pt x="2745" y="195"/>
                  </a:cubicBezTo>
                  <a:cubicBezTo>
                    <a:pt x="2738" y="206"/>
                    <a:pt x="2733" y="218"/>
                    <a:pt x="2730" y="230"/>
                  </a:cubicBezTo>
                  <a:lnTo>
                    <a:pt x="2730" y="230"/>
                  </a:lnTo>
                  <a:cubicBezTo>
                    <a:pt x="2733" y="219"/>
                    <a:pt x="2734" y="208"/>
                    <a:pt x="2734" y="197"/>
                  </a:cubicBezTo>
                  <a:cubicBezTo>
                    <a:pt x="2734" y="178"/>
                    <a:pt x="2730" y="159"/>
                    <a:pt x="2720" y="142"/>
                  </a:cubicBezTo>
                  <a:lnTo>
                    <a:pt x="2720" y="142"/>
                  </a:lnTo>
                  <a:cubicBezTo>
                    <a:pt x="2689" y="197"/>
                    <a:pt x="2662" y="254"/>
                    <a:pt x="2638" y="313"/>
                  </a:cubicBezTo>
                  <a:cubicBezTo>
                    <a:pt x="2653" y="295"/>
                    <a:pt x="2636" y="263"/>
                    <a:pt x="2612" y="261"/>
                  </a:cubicBezTo>
                  <a:lnTo>
                    <a:pt x="2612" y="261"/>
                  </a:lnTo>
                  <a:cubicBezTo>
                    <a:pt x="2605" y="262"/>
                    <a:pt x="2596" y="264"/>
                    <a:pt x="2591" y="267"/>
                  </a:cubicBezTo>
                  <a:cubicBezTo>
                    <a:pt x="2583" y="272"/>
                    <a:pt x="2577" y="277"/>
                    <a:pt x="2574" y="284"/>
                  </a:cubicBezTo>
                  <a:cubicBezTo>
                    <a:pt x="2570" y="290"/>
                    <a:pt x="2568" y="297"/>
                    <a:pt x="2568" y="304"/>
                  </a:cubicBezTo>
                  <a:cubicBezTo>
                    <a:pt x="2563" y="285"/>
                    <a:pt x="2559" y="265"/>
                    <a:pt x="2552" y="246"/>
                  </a:cubicBezTo>
                  <a:cubicBezTo>
                    <a:pt x="2523" y="298"/>
                    <a:pt x="2449" y="327"/>
                    <a:pt x="2390" y="329"/>
                  </a:cubicBezTo>
                  <a:cubicBezTo>
                    <a:pt x="2395" y="311"/>
                    <a:pt x="2404" y="294"/>
                    <a:pt x="2409" y="276"/>
                  </a:cubicBezTo>
                  <a:lnTo>
                    <a:pt x="2409" y="276"/>
                  </a:lnTo>
                  <a:cubicBezTo>
                    <a:pt x="2405" y="275"/>
                    <a:pt x="2401" y="275"/>
                    <a:pt x="2398" y="275"/>
                  </a:cubicBezTo>
                  <a:cubicBezTo>
                    <a:pt x="2384" y="275"/>
                    <a:pt x="2370" y="279"/>
                    <a:pt x="2360" y="285"/>
                  </a:cubicBezTo>
                  <a:cubicBezTo>
                    <a:pt x="2355" y="288"/>
                    <a:pt x="2352" y="290"/>
                    <a:pt x="2348" y="294"/>
                  </a:cubicBezTo>
                  <a:lnTo>
                    <a:pt x="2348" y="294"/>
                  </a:lnTo>
                  <a:cubicBezTo>
                    <a:pt x="2361" y="286"/>
                    <a:pt x="2371" y="275"/>
                    <a:pt x="2380" y="261"/>
                  </a:cubicBezTo>
                  <a:cubicBezTo>
                    <a:pt x="2387" y="248"/>
                    <a:pt x="2392" y="232"/>
                    <a:pt x="2392" y="216"/>
                  </a:cubicBezTo>
                  <a:lnTo>
                    <a:pt x="2392" y="215"/>
                  </a:lnTo>
                  <a:lnTo>
                    <a:pt x="2392" y="215"/>
                  </a:lnTo>
                  <a:cubicBezTo>
                    <a:pt x="2392" y="215"/>
                    <a:pt x="2392" y="214"/>
                    <a:pt x="2392" y="213"/>
                  </a:cubicBezTo>
                  <a:cubicBezTo>
                    <a:pt x="2392" y="208"/>
                    <a:pt x="2391" y="204"/>
                    <a:pt x="2389" y="200"/>
                  </a:cubicBezTo>
                  <a:cubicBezTo>
                    <a:pt x="2387" y="197"/>
                    <a:pt x="2384" y="194"/>
                    <a:pt x="2382" y="192"/>
                  </a:cubicBezTo>
                  <a:lnTo>
                    <a:pt x="2382" y="192"/>
                  </a:lnTo>
                  <a:cubicBezTo>
                    <a:pt x="2379" y="191"/>
                    <a:pt x="2376" y="191"/>
                    <a:pt x="2373" y="191"/>
                  </a:cubicBezTo>
                  <a:cubicBezTo>
                    <a:pt x="2368" y="191"/>
                    <a:pt x="2362" y="192"/>
                    <a:pt x="2359" y="194"/>
                  </a:cubicBezTo>
                  <a:cubicBezTo>
                    <a:pt x="2356" y="196"/>
                    <a:pt x="2355" y="197"/>
                    <a:pt x="2353" y="199"/>
                  </a:cubicBezTo>
                  <a:lnTo>
                    <a:pt x="2353" y="199"/>
                  </a:lnTo>
                  <a:cubicBezTo>
                    <a:pt x="2337" y="211"/>
                    <a:pt x="2322" y="227"/>
                    <a:pt x="2313" y="244"/>
                  </a:cubicBezTo>
                  <a:cubicBezTo>
                    <a:pt x="2299" y="267"/>
                    <a:pt x="2293" y="293"/>
                    <a:pt x="2292" y="319"/>
                  </a:cubicBezTo>
                  <a:lnTo>
                    <a:pt x="2292" y="319"/>
                  </a:lnTo>
                  <a:cubicBezTo>
                    <a:pt x="2283" y="297"/>
                    <a:pt x="2272" y="276"/>
                    <a:pt x="2260" y="256"/>
                  </a:cubicBezTo>
                  <a:cubicBezTo>
                    <a:pt x="2252" y="242"/>
                    <a:pt x="2244" y="229"/>
                    <a:pt x="2235" y="215"/>
                  </a:cubicBezTo>
                  <a:lnTo>
                    <a:pt x="2235" y="215"/>
                  </a:lnTo>
                  <a:cubicBezTo>
                    <a:pt x="2223" y="241"/>
                    <a:pt x="2216" y="268"/>
                    <a:pt x="2214" y="296"/>
                  </a:cubicBezTo>
                  <a:lnTo>
                    <a:pt x="2214" y="296"/>
                  </a:lnTo>
                  <a:cubicBezTo>
                    <a:pt x="2213" y="312"/>
                    <a:pt x="2208" y="329"/>
                    <a:pt x="2200" y="344"/>
                  </a:cubicBezTo>
                  <a:cubicBezTo>
                    <a:pt x="2194" y="353"/>
                    <a:pt x="2187" y="362"/>
                    <a:pt x="2179" y="369"/>
                  </a:cubicBezTo>
                  <a:cubicBezTo>
                    <a:pt x="2158" y="387"/>
                    <a:pt x="2119" y="384"/>
                    <a:pt x="2109" y="358"/>
                  </a:cubicBezTo>
                  <a:cubicBezTo>
                    <a:pt x="2106" y="349"/>
                    <a:pt x="2106" y="339"/>
                    <a:pt x="2102" y="330"/>
                  </a:cubicBezTo>
                  <a:lnTo>
                    <a:pt x="2102" y="330"/>
                  </a:lnTo>
                  <a:lnTo>
                    <a:pt x="2101" y="329"/>
                  </a:lnTo>
                  <a:cubicBezTo>
                    <a:pt x="2097" y="322"/>
                    <a:pt x="2091" y="317"/>
                    <a:pt x="2084" y="312"/>
                  </a:cubicBezTo>
                  <a:cubicBezTo>
                    <a:pt x="2076" y="308"/>
                    <a:pt x="2068" y="305"/>
                    <a:pt x="2060" y="305"/>
                  </a:cubicBezTo>
                  <a:cubicBezTo>
                    <a:pt x="2055" y="305"/>
                    <a:pt x="2050" y="306"/>
                    <a:pt x="2045" y="307"/>
                  </a:cubicBezTo>
                  <a:lnTo>
                    <a:pt x="2045" y="307"/>
                  </a:lnTo>
                  <a:cubicBezTo>
                    <a:pt x="2037" y="310"/>
                    <a:pt x="2028" y="314"/>
                    <a:pt x="2020" y="319"/>
                  </a:cubicBezTo>
                  <a:cubicBezTo>
                    <a:pt x="2009" y="325"/>
                    <a:pt x="1999" y="333"/>
                    <a:pt x="1990" y="342"/>
                  </a:cubicBezTo>
                  <a:lnTo>
                    <a:pt x="2003" y="261"/>
                  </a:lnTo>
                  <a:lnTo>
                    <a:pt x="2003" y="261"/>
                  </a:lnTo>
                  <a:cubicBezTo>
                    <a:pt x="2004" y="259"/>
                    <a:pt x="2004" y="258"/>
                    <a:pt x="2004" y="256"/>
                  </a:cubicBezTo>
                  <a:cubicBezTo>
                    <a:pt x="2004" y="253"/>
                    <a:pt x="2003" y="250"/>
                    <a:pt x="2002" y="248"/>
                  </a:cubicBezTo>
                  <a:cubicBezTo>
                    <a:pt x="1998" y="242"/>
                    <a:pt x="1991" y="242"/>
                    <a:pt x="1984" y="243"/>
                  </a:cubicBezTo>
                  <a:lnTo>
                    <a:pt x="1929" y="249"/>
                  </a:lnTo>
                  <a:cubicBezTo>
                    <a:pt x="1934" y="224"/>
                    <a:pt x="1960" y="211"/>
                    <a:pt x="1976" y="191"/>
                  </a:cubicBezTo>
                  <a:cubicBezTo>
                    <a:pt x="1992" y="172"/>
                    <a:pt x="1992" y="132"/>
                    <a:pt x="1967" y="130"/>
                  </a:cubicBezTo>
                  <a:cubicBezTo>
                    <a:pt x="1952" y="129"/>
                    <a:pt x="1933" y="142"/>
                    <a:pt x="1925" y="130"/>
                  </a:cubicBezTo>
                  <a:lnTo>
                    <a:pt x="1925" y="130"/>
                  </a:lnTo>
                  <a:cubicBezTo>
                    <a:pt x="1934" y="123"/>
                    <a:pt x="1941" y="115"/>
                    <a:pt x="1948" y="104"/>
                  </a:cubicBezTo>
                  <a:cubicBezTo>
                    <a:pt x="1949" y="101"/>
                    <a:pt x="1952" y="97"/>
                    <a:pt x="1954" y="93"/>
                  </a:cubicBezTo>
                  <a:lnTo>
                    <a:pt x="1954" y="93"/>
                  </a:lnTo>
                  <a:cubicBezTo>
                    <a:pt x="1955" y="90"/>
                    <a:pt x="1955" y="87"/>
                    <a:pt x="1955" y="84"/>
                  </a:cubicBezTo>
                  <a:cubicBezTo>
                    <a:pt x="1955" y="79"/>
                    <a:pt x="1953" y="73"/>
                    <a:pt x="1951" y="69"/>
                  </a:cubicBezTo>
                  <a:cubicBezTo>
                    <a:pt x="1948" y="65"/>
                    <a:pt x="1945" y="61"/>
                    <a:pt x="1940" y="58"/>
                  </a:cubicBezTo>
                  <a:cubicBezTo>
                    <a:pt x="1938" y="57"/>
                    <a:pt x="1936" y="56"/>
                    <a:pt x="1934" y="56"/>
                  </a:cubicBezTo>
                  <a:lnTo>
                    <a:pt x="1934" y="56"/>
                  </a:lnTo>
                  <a:cubicBezTo>
                    <a:pt x="1933" y="56"/>
                    <a:pt x="1932" y="56"/>
                    <a:pt x="1932" y="56"/>
                  </a:cubicBezTo>
                  <a:cubicBezTo>
                    <a:pt x="1925" y="56"/>
                    <a:pt x="1919" y="57"/>
                    <a:pt x="1914" y="60"/>
                  </a:cubicBezTo>
                  <a:cubicBezTo>
                    <a:pt x="1843" y="91"/>
                    <a:pt x="1804" y="168"/>
                    <a:pt x="1782" y="242"/>
                  </a:cubicBezTo>
                  <a:lnTo>
                    <a:pt x="1782" y="242"/>
                  </a:lnTo>
                  <a:cubicBezTo>
                    <a:pt x="1781" y="207"/>
                    <a:pt x="1771" y="173"/>
                    <a:pt x="1754" y="143"/>
                  </a:cubicBezTo>
                  <a:cubicBezTo>
                    <a:pt x="1752" y="140"/>
                    <a:pt x="1750" y="138"/>
                    <a:pt x="1749" y="135"/>
                  </a:cubicBezTo>
                  <a:lnTo>
                    <a:pt x="1749" y="135"/>
                  </a:lnTo>
                  <a:cubicBezTo>
                    <a:pt x="1741" y="144"/>
                    <a:pt x="1733" y="155"/>
                    <a:pt x="1728" y="165"/>
                  </a:cubicBezTo>
                  <a:cubicBezTo>
                    <a:pt x="1706" y="201"/>
                    <a:pt x="1696" y="242"/>
                    <a:pt x="1696" y="284"/>
                  </a:cubicBezTo>
                  <a:lnTo>
                    <a:pt x="1696" y="284"/>
                  </a:lnTo>
                  <a:lnTo>
                    <a:pt x="1668" y="203"/>
                  </a:lnTo>
                  <a:lnTo>
                    <a:pt x="1668" y="203"/>
                  </a:lnTo>
                  <a:cubicBezTo>
                    <a:pt x="1667" y="227"/>
                    <a:pt x="1660" y="250"/>
                    <a:pt x="1649" y="270"/>
                  </a:cubicBezTo>
                  <a:cubicBezTo>
                    <a:pt x="1643" y="279"/>
                    <a:pt x="1638" y="287"/>
                    <a:pt x="1631" y="295"/>
                  </a:cubicBezTo>
                  <a:lnTo>
                    <a:pt x="1631" y="295"/>
                  </a:lnTo>
                  <a:cubicBezTo>
                    <a:pt x="1628" y="286"/>
                    <a:pt x="1626" y="277"/>
                    <a:pt x="1626" y="268"/>
                  </a:cubicBezTo>
                  <a:cubicBezTo>
                    <a:pt x="1626" y="255"/>
                    <a:pt x="1629" y="242"/>
                    <a:pt x="1636" y="231"/>
                  </a:cubicBezTo>
                  <a:cubicBezTo>
                    <a:pt x="1640" y="224"/>
                    <a:pt x="1645" y="218"/>
                    <a:pt x="1651" y="213"/>
                  </a:cubicBezTo>
                  <a:lnTo>
                    <a:pt x="1651" y="213"/>
                  </a:lnTo>
                  <a:cubicBezTo>
                    <a:pt x="1642" y="210"/>
                    <a:pt x="1633" y="208"/>
                    <a:pt x="1624" y="208"/>
                  </a:cubicBezTo>
                  <a:cubicBezTo>
                    <a:pt x="1612" y="208"/>
                    <a:pt x="1600" y="211"/>
                    <a:pt x="1589" y="217"/>
                  </a:cubicBezTo>
                  <a:cubicBezTo>
                    <a:pt x="1588" y="218"/>
                    <a:pt x="1587" y="218"/>
                    <a:pt x="1586" y="219"/>
                  </a:cubicBezTo>
                  <a:lnTo>
                    <a:pt x="1586" y="219"/>
                  </a:lnTo>
                  <a:cubicBezTo>
                    <a:pt x="1594" y="210"/>
                    <a:pt x="1600" y="200"/>
                    <a:pt x="1606" y="190"/>
                  </a:cubicBezTo>
                  <a:cubicBezTo>
                    <a:pt x="1613" y="178"/>
                    <a:pt x="1619" y="164"/>
                    <a:pt x="1624" y="151"/>
                  </a:cubicBezTo>
                  <a:lnTo>
                    <a:pt x="1624" y="151"/>
                  </a:lnTo>
                  <a:cubicBezTo>
                    <a:pt x="1626" y="147"/>
                    <a:pt x="1626" y="143"/>
                    <a:pt x="1626" y="139"/>
                  </a:cubicBezTo>
                  <a:cubicBezTo>
                    <a:pt x="1626" y="138"/>
                    <a:pt x="1626" y="136"/>
                    <a:pt x="1626" y="135"/>
                  </a:cubicBezTo>
                  <a:cubicBezTo>
                    <a:pt x="1623" y="123"/>
                    <a:pt x="1606" y="119"/>
                    <a:pt x="1595" y="126"/>
                  </a:cubicBezTo>
                  <a:lnTo>
                    <a:pt x="1595" y="126"/>
                  </a:lnTo>
                  <a:cubicBezTo>
                    <a:pt x="1589" y="131"/>
                    <a:pt x="1582" y="137"/>
                    <a:pt x="1579" y="144"/>
                  </a:cubicBezTo>
                  <a:cubicBezTo>
                    <a:pt x="1576" y="148"/>
                    <a:pt x="1575" y="152"/>
                    <a:pt x="1574" y="156"/>
                  </a:cubicBezTo>
                  <a:lnTo>
                    <a:pt x="1574" y="156"/>
                  </a:lnTo>
                  <a:cubicBezTo>
                    <a:pt x="1578" y="140"/>
                    <a:pt x="1580" y="123"/>
                    <a:pt x="1580" y="107"/>
                  </a:cubicBezTo>
                  <a:cubicBezTo>
                    <a:pt x="1580" y="72"/>
                    <a:pt x="1571" y="39"/>
                    <a:pt x="1554" y="9"/>
                  </a:cubicBezTo>
                  <a:cubicBezTo>
                    <a:pt x="1553" y="7"/>
                    <a:pt x="1552" y="5"/>
                    <a:pt x="1551" y="4"/>
                  </a:cubicBezTo>
                  <a:lnTo>
                    <a:pt x="1551" y="4"/>
                  </a:lnTo>
                  <a:cubicBezTo>
                    <a:pt x="1539" y="79"/>
                    <a:pt x="1516" y="152"/>
                    <a:pt x="1483" y="220"/>
                  </a:cubicBezTo>
                  <a:cubicBezTo>
                    <a:pt x="1460" y="206"/>
                    <a:pt x="1463" y="172"/>
                    <a:pt x="1476" y="148"/>
                  </a:cubicBezTo>
                  <a:cubicBezTo>
                    <a:pt x="1489" y="125"/>
                    <a:pt x="1510" y="104"/>
                    <a:pt x="1516" y="78"/>
                  </a:cubicBezTo>
                  <a:lnTo>
                    <a:pt x="1516" y="78"/>
                  </a:lnTo>
                  <a:cubicBezTo>
                    <a:pt x="1495" y="78"/>
                    <a:pt x="1473" y="85"/>
                    <a:pt x="1455" y="95"/>
                  </a:cubicBezTo>
                  <a:cubicBezTo>
                    <a:pt x="1441" y="103"/>
                    <a:pt x="1430" y="113"/>
                    <a:pt x="1420" y="124"/>
                  </a:cubicBezTo>
                  <a:lnTo>
                    <a:pt x="1420" y="124"/>
                  </a:lnTo>
                  <a:cubicBezTo>
                    <a:pt x="1405" y="142"/>
                    <a:pt x="1392" y="162"/>
                    <a:pt x="1380" y="182"/>
                  </a:cubicBezTo>
                  <a:cubicBezTo>
                    <a:pt x="1373" y="193"/>
                    <a:pt x="1367" y="205"/>
                    <a:pt x="1362" y="217"/>
                  </a:cubicBezTo>
                  <a:lnTo>
                    <a:pt x="1362" y="217"/>
                  </a:lnTo>
                  <a:cubicBezTo>
                    <a:pt x="1359" y="214"/>
                    <a:pt x="1356" y="211"/>
                    <a:pt x="1354" y="207"/>
                  </a:cubicBezTo>
                  <a:cubicBezTo>
                    <a:pt x="1350" y="200"/>
                    <a:pt x="1348" y="193"/>
                    <a:pt x="1348" y="185"/>
                  </a:cubicBezTo>
                  <a:cubicBezTo>
                    <a:pt x="1348" y="177"/>
                    <a:pt x="1350" y="169"/>
                    <a:pt x="1354" y="163"/>
                  </a:cubicBezTo>
                  <a:cubicBezTo>
                    <a:pt x="1354" y="162"/>
                    <a:pt x="1354" y="162"/>
                    <a:pt x="1354" y="162"/>
                  </a:cubicBezTo>
                  <a:lnTo>
                    <a:pt x="1354" y="162"/>
                  </a:lnTo>
                  <a:cubicBezTo>
                    <a:pt x="1365" y="145"/>
                    <a:pt x="1376" y="128"/>
                    <a:pt x="1389" y="113"/>
                  </a:cubicBezTo>
                  <a:lnTo>
                    <a:pt x="1389" y="113"/>
                  </a:lnTo>
                  <a:cubicBezTo>
                    <a:pt x="1390" y="112"/>
                    <a:pt x="1390" y="111"/>
                    <a:pt x="1391" y="110"/>
                  </a:cubicBezTo>
                  <a:cubicBezTo>
                    <a:pt x="1393" y="105"/>
                    <a:pt x="1395" y="100"/>
                    <a:pt x="1395" y="95"/>
                  </a:cubicBezTo>
                  <a:lnTo>
                    <a:pt x="1395" y="95"/>
                  </a:lnTo>
                  <a:cubicBezTo>
                    <a:pt x="1395" y="91"/>
                    <a:pt x="1394" y="87"/>
                    <a:pt x="1392" y="83"/>
                  </a:cubicBezTo>
                  <a:cubicBezTo>
                    <a:pt x="1389" y="79"/>
                    <a:pt x="1385" y="75"/>
                    <a:pt x="1381" y="72"/>
                  </a:cubicBezTo>
                  <a:cubicBezTo>
                    <a:pt x="1376" y="70"/>
                    <a:pt x="1371" y="68"/>
                    <a:pt x="1366" y="68"/>
                  </a:cubicBezTo>
                  <a:cubicBezTo>
                    <a:pt x="1365" y="68"/>
                    <a:pt x="1364" y="68"/>
                    <a:pt x="1364" y="68"/>
                  </a:cubicBezTo>
                  <a:lnTo>
                    <a:pt x="1364" y="68"/>
                  </a:lnTo>
                  <a:cubicBezTo>
                    <a:pt x="1352" y="70"/>
                    <a:pt x="1340" y="74"/>
                    <a:pt x="1331" y="79"/>
                  </a:cubicBezTo>
                  <a:cubicBezTo>
                    <a:pt x="1327" y="81"/>
                    <a:pt x="1324" y="84"/>
                    <a:pt x="1321" y="86"/>
                  </a:cubicBezTo>
                  <a:lnTo>
                    <a:pt x="1321" y="86"/>
                  </a:lnTo>
                  <a:cubicBezTo>
                    <a:pt x="1329" y="79"/>
                    <a:pt x="1335" y="71"/>
                    <a:pt x="1341" y="61"/>
                  </a:cubicBezTo>
                  <a:cubicBezTo>
                    <a:pt x="1343" y="56"/>
                    <a:pt x="1347" y="50"/>
                    <a:pt x="1349" y="43"/>
                  </a:cubicBezTo>
                  <a:lnTo>
                    <a:pt x="1349" y="43"/>
                  </a:lnTo>
                  <a:cubicBezTo>
                    <a:pt x="1350" y="40"/>
                    <a:pt x="1351" y="37"/>
                    <a:pt x="1351" y="33"/>
                  </a:cubicBezTo>
                  <a:cubicBezTo>
                    <a:pt x="1351" y="27"/>
                    <a:pt x="1349" y="22"/>
                    <a:pt x="1346" y="16"/>
                  </a:cubicBezTo>
                  <a:cubicBezTo>
                    <a:pt x="1343" y="11"/>
                    <a:pt x="1338" y="6"/>
                    <a:pt x="1333" y="3"/>
                  </a:cubicBezTo>
                  <a:cubicBezTo>
                    <a:pt x="1331" y="2"/>
                    <a:pt x="1331" y="2"/>
                    <a:pt x="1330" y="1"/>
                  </a:cubicBezTo>
                  <a:lnTo>
                    <a:pt x="1330" y="1"/>
                  </a:lnTo>
                  <a:cubicBezTo>
                    <a:pt x="1327" y="0"/>
                    <a:pt x="1324" y="0"/>
                    <a:pt x="1321" y="0"/>
                  </a:cubicBezTo>
                  <a:cubicBezTo>
                    <a:pt x="1315" y="0"/>
                    <a:pt x="1308" y="1"/>
                    <a:pt x="1303" y="4"/>
                  </a:cubicBezTo>
                  <a:cubicBezTo>
                    <a:pt x="1226" y="31"/>
                    <a:pt x="1178" y="112"/>
                    <a:pt x="1165" y="193"/>
                  </a:cubicBezTo>
                  <a:lnTo>
                    <a:pt x="1165" y="193"/>
                  </a:lnTo>
                  <a:cubicBezTo>
                    <a:pt x="1164" y="191"/>
                    <a:pt x="1163" y="190"/>
                    <a:pt x="1162" y="188"/>
                  </a:cubicBezTo>
                  <a:cubicBezTo>
                    <a:pt x="1157" y="179"/>
                    <a:pt x="1150" y="172"/>
                    <a:pt x="1141" y="167"/>
                  </a:cubicBezTo>
                  <a:cubicBezTo>
                    <a:pt x="1136" y="164"/>
                    <a:pt x="1130" y="162"/>
                    <a:pt x="1124" y="161"/>
                  </a:cubicBezTo>
                  <a:lnTo>
                    <a:pt x="1124" y="161"/>
                  </a:lnTo>
                  <a:cubicBezTo>
                    <a:pt x="1119" y="184"/>
                    <a:pt x="1116" y="208"/>
                    <a:pt x="1116" y="232"/>
                  </a:cubicBezTo>
                  <a:cubicBezTo>
                    <a:pt x="1116" y="243"/>
                    <a:pt x="1117" y="254"/>
                    <a:pt x="1118" y="266"/>
                  </a:cubicBezTo>
                  <a:lnTo>
                    <a:pt x="1060" y="222"/>
                  </a:lnTo>
                  <a:cubicBezTo>
                    <a:pt x="1059" y="239"/>
                    <a:pt x="1086" y="323"/>
                    <a:pt x="1036" y="302"/>
                  </a:cubicBezTo>
                  <a:lnTo>
                    <a:pt x="1036" y="302"/>
                  </a:lnTo>
                  <a:cubicBezTo>
                    <a:pt x="1029" y="298"/>
                    <a:pt x="1023" y="291"/>
                    <a:pt x="1019" y="284"/>
                  </a:cubicBezTo>
                  <a:cubicBezTo>
                    <a:pt x="1016" y="279"/>
                    <a:pt x="1014" y="274"/>
                    <a:pt x="1013" y="268"/>
                  </a:cubicBezTo>
                  <a:lnTo>
                    <a:pt x="1013" y="268"/>
                  </a:lnTo>
                  <a:cubicBezTo>
                    <a:pt x="1001" y="233"/>
                    <a:pt x="995" y="196"/>
                    <a:pt x="995" y="159"/>
                  </a:cubicBezTo>
                  <a:cubicBezTo>
                    <a:pt x="995" y="154"/>
                    <a:pt x="995" y="149"/>
                    <a:pt x="995" y="144"/>
                  </a:cubicBezTo>
                  <a:lnTo>
                    <a:pt x="995" y="144"/>
                  </a:lnTo>
                  <a:cubicBezTo>
                    <a:pt x="991" y="173"/>
                    <a:pt x="981" y="200"/>
                    <a:pt x="967" y="225"/>
                  </a:cubicBezTo>
                  <a:cubicBezTo>
                    <a:pt x="965" y="228"/>
                    <a:pt x="963" y="231"/>
                    <a:pt x="961" y="234"/>
                  </a:cubicBezTo>
                  <a:lnTo>
                    <a:pt x="941" y="119"/>
                  </a:lnTo>
                  <a:lnTo>
                    <a:pt x="941" y="119"/>
                  </a:lnTo>
                  <a:cubicBezTo>
                    <a:pt x="930" y="146"/>
                    <a:pt x="923" y="174"/>
                    <a:pt x="921" y="203"/>
                  </a:cubicBezTo>
                  <a:lnTo>
                    <a:pt x="921" y="203"/>
                  </a:lnTo>
                  <a:cubicBezTo>
                    <a:pt x="919" y="190"/>
                    <a:pt x="914" y="177"/>
                    <a:pt x="907" y="165"/>
                  </a:cubicBezTo>
                  <a:cubicBezTo>
                    <a:pt x="896" y="146"/>
                    <a:pt x="880" y="130"/>
                    <a:pt x="860" y="118"/>
                  </a:cubicBezTo>
                  <a:cubicBezTo>
                    <a:pt x="854" y="115"/>
                    <a:pt x="847" y="111"/>
                    <a:pt x="840" y="109"/>
                  </a:cubicBezTo>
                  <a:lnTo>
                    <a:pt x="840" y="109"/>
                  </a:lnTo>
                  <a:cubicBezTo>
                    <a:pt x="841" y="127"/>
                    <a:pt x="847" y="146"/>
                    <a:pt x="857" y="162"/>
                  </a:cubicBezTo>
                  <a:cubicBezTo>
                    <a:pt x="860" y="167"/>
                    <a:pt x="863" y="173"/>
                    <a:pt x="867" y="177"/>
                  </a:cubicBezTo>
                  <a:lnTo>
                    <a:pt x="867" y="177"/>
                  </a:lnTo>
                  <a:cubicBezTo>
                    <a:pt x="863" y="174"/>
                    <a:pt x="858" y="171"/>
                    <a:pt x="853" y="168"/>
                  </a:cubicBezTo>
                  <a:cubicBezTo>
                    <a:pt x="832" y="156"/>
                    <a:pt x="809" y="150"/>
                    <a:pt x="785" y="150"/>
                  </a:cubicBezTo>
                  <a:cubicBezTo>
                    <a:pt x="778" y="150"/>
                    <a:pt x="771" y="150"/>
                    <a:pt x="764" y="151"/>
                  </a:cubicBezTo>
                  <a:lnTo>
                    <a:pt x="764" y="151"/>
                  </a:lnTo>
                  <a:cubicBezTo>
                    <a:pt x="766" y="157"/>
                    <a:pt x="768" y="162"/>
                    <a:pt x="772" y="168"/>
                  </a:cubicBezTo>
                  <a:cubicBezTo>
                    <a:pt x="781" y="185"/>
                    <a:pt x="796" y="200"/>
                    <a:pt x="813" y="211"/>
                  </a:cubicBezTo>
                  <a:lnTo>
                    <a:pt x="813" y="211"/>
                  </a:lnTo>
                  <a:cubicBezTo>
                    <a:pt x="803" y="208"/>
                    <a:pt x="793" y="207"/>
                    <a:pt x="783" y="207"/>
                  </a:cubicBezTo>
                  <a:cubicBezTo>
                    <a:pt x="769" y="207"/>
                    <a:pt x="756" y="210"/>
                    <a:pt x="743" y="216"/>
                  </a:cubicBezTo>
                  <a:lnTo>
                    <a:pt x="785" y="307"/>
                  </a:lnTo>
                  <a:lnTo>
                    <a:pt x="729" y="290"/>
                  </a:lnTo>
                  <a:lnTo>
                    <a:pt x="729" y="290"/>
                  </a:lnTo>
                  <a:cubicBezTo>
                    <a:pt x="728" y="295"/>
                    <a:pt x="728" y="301"/>
                    <a:pt x="728" y="306"/>
                  </a:cubicBezTo>
                  <a:cubicBezTo>
                    <a:pt x="728" y="311"/>
                    <a:pt x="728" y="317"/>
                    <a:pt x="729" y="322"/>
                  </a:cubicBezTo>
                  <a:cubicBezTo>
                    <a:pt x="711" y="300"/>
                    <a:pt x="680" y="319"/>
                    <a:pt x="656" y="329"/>
                  </a:cubicBezTo>
                  <a:cubicBezTo>
                    <a:pt x="631" y="340"/>
                    <a:pt x="593" y="321"/>
                    <a:pt x="604" y="291"/>
                  </a:cubicBezTo>
                  <a:lnTo>
                    <a:pt x="571" y="314"/>
                  </a:lnTo>
                  <a:lnTo>
                    <a:pt x="571" y="314"/>
                  </a:lnTo>
                  <a:cubicBezTo>
                    <a:pt x="561" y="283"/>
                    <a:pt x="556" y="250"/>
                    <a:pt x="556" y="217"/>
                  </a:cubicBezTo>
                  <a:cubicBezTo>
                    <a:pt x="556" y="203"/>
                    <a:pt x="557" y="188"/>
                    <a:pt x="559" y="174"/>
                  </a:cubicBezTo>
                  <a:lnTo>
                    <a:pt x="559" y="174"/>
                  </a:lnTo>
                  <a:cubicBezTo>
                    <a:pt x="556" y="180"/>
                    <a:pt x="553" y="186"/>
                    <a:pt x="550" y="192"/>
                  </a:cubicBezTo>
                  <a:cubicBezTo>
                    <a:pt x="540" y="208"/>
                    <a:pt x="528" y="223"/>
                    <a:pt x="513" y="234"/>
                  </a:cubicBezTo>
                  <a:lnTo>
                    <a:pt x="513" y="234"/>
                  </a:lnTo>
                  <a:cubicBezTo>
                    <a:pt x="504" y="200"/>
                    <a:pt x="489" y="167"/>
                    <a:pt x="472" y="136"/>
                  </a:cubicBezTo>
                  <a:cubicBezTo>
                    <a:pt x="461" y="117"/>
                    <a:pt x="450" y="100"/>
                    <a:pt x="436" y="83"/>
                  </a:cubicBezTo>
                  <a:lnTo>
                    <a:pt x="436" y="83"/>
                  </a:lnTo>
                  <a:cubicBezTo>
                    <a:pt x="434" y="86"/>
                    <a:pt x="432" y="88"/>
                    <a:pt x="431" y="91"/>
                  </a:cubicBezTo>
                  <a:cubicBezTo>
                    <a:pt x="425" y="101"/>
                    <a:pt x="422" y="111"/>
                    <a:pt x="422" y="122"/>
                  </a:cubicBezTo>
                  <a:cubicBezTo>
                    <a:pt x="422" y="133"/>
                    <a:pt x="425" y="144"/>
                    <a:pt x="430" y="153"/>
                  </a:cubicBezTo>
                  <a:lnTo>
                    <a:pt x="430" y="153"/>
                  </a:lnTo>
                  <a:cubicBezTo>
                    <a:pt x="425" y="148"/>
                    <a:pt x="418" y="144"/>
                    <a:pt x="412" y="140"/>
                  </a:cubicBezTo>
                  <a:cubicBezTo>
                    <a:pt x="396" y="131"/>
                    <a:pt x="378" y="125"/>
                    <a:pt x="359" y="124"/>
                  </a:cubicBezTo>
                  <a:lnTo>
                    <a:pt x="359" y="124"/>
                  </a:lnTo>
                  <a:cubicBezTo>
                    <a:pt x="360" y="147"/>
                    <a:pt x="366" y="169"/>
                    <a:pt x="378" y="189"/>
                  </a:cubicBezTo>
                  <a:cubicBezTo>
                    <a:pt x="381" y="194"/>
                    <a:pt x="383" y="198"/>
                    <a:pt x="386" y="202"/>
                  </a:cubicBezTo>
                  <a:lnTo>
                    <a:pt x="386" y="202"/>
                  </a:lnTo>
                  <a:cubicBezTo>
                    <a:pt x="373" y="197"/>
                    <a:pt x="359" y="194"/>
                    <a:pt x="345" y="194"/>
                  </a:cubicBezTo>
                  <a:cubicBezTo>
                    <a:pt x="333" y="194"/>
                    <a:pt x="320" y="196"/>
                    <a:pt x="309" y="200"/>
                  </a:cubicBezTo>
                  <a:lnTo>
                    <a:pt x="309" y="200"/>
                  </a:lnTo>
                  <a:cubicBezTo>
                    <a:pt x="313" y="214"/>
                    <a:pt x="318" y="227"/>
                    <a:pt x="326" y="240"/>
                  </a:cubicBezTo>
                  <a:cubicBezTo>
                    <a:pt x="333" y="253"/>
                    <a:pt x="343" y="265"/>
                    <a:pt x="353" y="276"/>
                  </a:cubicBezTo>
                  <a:lnTo>
                    <a:pt x="268" y="269"/>
                  </a:lnTo>
                  <a:lnTo>
                    <a:pt x="268" y="269"/>
                  </a:lnTo>
                  <a:cubicBezTo>
                    <a:pt x="276" y="283"/>
                    <a:pt x="280" y="300"/>
                    <a:pt x="280" y="317"/>
                  </a:cubicBezTo>
                  <a:cubicBezTo>
                    <a:pt x="280" y="325"/>
                    <a:pt x="279" y="333"/>
                    <a:pt x="277" y="342"/>
                  </a:cubicBezTo>
                  <a:lnTo>
                    <a:pt x="198" y="254"/>
                  </a:lnTo>
                  <a:lnTo>
                    <a:pt x="198" y="254"/>
                  </a:lnTo>
                  <a:cubicBezTo>
                    <a:pt x="200" y="267"/>
                    <a:pt x="201" y="280"/>
                    <a:pt x="201" y="292"/>
                  </a:cubicBezTo>
                  <a:cubicBezTo>
                    <a:pt x="201" y="307"/>
                    <a:pt x="199" y="322"/>
                    <a:pt x="197" y="337"/>
                  </a:cubicBezTo>
                  <a:lnTo>
                    <a:pt x="197" y="337"/>
                  </a:lnTo>
                  <a:cubicBezTo>
                    <a:pt x="196" y="336"/>
                    <a:pt x="196" y="335"/>
                    <a:pt x="195" y="334"/>
                  </a:cubicBezTo>
                  <a:cubicBezTo>
                    <a:pt x="180" y="308"/>
                    <a:pt x="161" y="285"/>
                    <a:pt x="138" y="266"/>
                  </a:cubicBezTo>
                  <a:lnTo>
                    <a:pt x="138" y="266"/>
                  </a:lnTo>
                  <a:cubicBezTo>
                    <a:pt x="137" y="273"/>
                    <a:pt x="136" y="280"/>
                    <a:pt x="136" y="287"/>
                  </a:cubicBezTo>
                  <a:cubicBezTo>
                    <a:pt x="136" y="306"/>
                    <a:pt x="141" y="325"/>
                    <a:pt x="151" y="342"/>
                  </a:cubicBezTo>
                  <a:cubicBezTo>
                    <a:pt x="152" y="345"/>
                    <a:pt x="154" y="347"/>
                    <a:pt x="156" y="349"/>
                  </a:cubicBezTo>
                  <a:cubicBezTo>
                    <a:pt x="157" y="352"/>
                    <a:pt x="10" y="340"/>
                    <a:pt x="0" y="340"/>
                  </a:cubicBezTo>
                  <a:lnTo>
                    <a:pt x="0" y="556"/>
                  </a:lnTo>
                  <a:lnTo>
                    <a:pt x="3025" y="556"/>
                  </a:lnTo>
                  <a:lnTo>
                    <a:pt x="3025" y="5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7" name="Google Shape;727;p39"/>
          <p:cNvSpPr/>
          <p:nvPr/>
        </p:nvSpPr>
        <p:spPr>
          <a:xfrm flipH="1">
            <a:off x="1259225" y="2897374"/>
            <a:ext cx="636878" cy="119150"/>
          </a:xfrm>
          <a:custGeom>
            <a:avLst/>
            <a:gdLst/>
            <a:ahLst/>
            <a:cxnLst/>
            <a:rect l="l" t="t" r="r" b="b"/>
            <a:pathLst>
              <a:path w="3341" h="625" extrusionOk="0">
                <a:moveTo>
                  <a:pt x="1925" y="603"/>
                </a:moveTo>
                <a:cubicBezTo>
                  <a:pt x="1283" y="602"/>
                  <a:pt x="641" y="609"/>
                  <a:pt x="0" y="625"/>
                </a:cubicBezTo>
                <a:cubicBezTo>
                  <a:pt x="137" y="622"/>
                  <a:pt x="273" y="572"/>
                  <a:pt x="404" y="545"/>
                </a:cubicBezTo>
                <a:cubicBezTo>
                  <a:pt x="641" y="495"/>
                  <a:pt x="869" y="472"/>
                  <a:pt x="1105" y="426"/>
                </a:cubicBezTo>
                <a:lnTo>
                  <a:pt x="1105" y="426"/>
                </a:lnTo>
                <a:cubicBezTo>
                  <a:pt x="1158" y="415"/>
                  <a:pt x="1209" y="396"/>
                  <a:pt x="1256" y="369"/>
                </a:cubicBezTo>
                <a:cubicBezTo>
                  <a:pt x="1260" y="367"/>
                  <a:pt x="1264" y="364"/>
                  <a:pt x="1267" y="362"/>
                </a:cubicBezTo>
                <a:cubicBezTo>
                  <a:pt x="1235" y="288"/>
                  <a:pt x="1258" y="198"/>
                  <a:pt x="1309" y="136"/>
                </a:cubicBezTo>
                <a:cubicBezTo>
                  <a:pt x="1361" y="74"/>
                  <a:pt x="1437" y="37"/>
                  <a:pt x="1515" y="17"/>
                </a:cubicBezTo>
                <a:cubicBezTo>
                  <a:pt x="1603" y="-5"/>
                  <a:pt x="1697" y="-8"/>
                  <a:pt x="1779" y="26"/>
                </a:cubicBezTo>
                <a:cubicBezTo>
                  <a:pt x="1862" y="60"/>
                  <a:pt x="1931" y="136"/>
                  <a:pt x="1940" y="226"/>
                </a:cubicBezTo>
                <a:lnTo>
                  <a:pt x="1940" y="226"/>
                </a:lnTo>
                <a:cubicBezTo>
                  <a:pt x="1983" y="227"/>
                  <a:pt x="2025" y="239"/>
                  <a:pt x="2063" y="261"/>
                </a:cubicBezTo>
                <a:cubicBezTo>
                  <a:pt x="2095" y="279"/>
                  <a:pt x="2123" y="305"/>
                  <a:pt x="2145" y="335"/>
                </a:cubicBezTo>
                <a:lnTo>
                  <a:pt x="2145" y="335"/>
                </a:lnTo>
                <a:cubicBezTo>
                  <a:pt x="2146" y="293"/>
                  <a:pt x="2158" y="251"/>
                  <a:pt x="2179" y="215"/>
                </a:cubicBezTo>
                <a:cubicBezTo>
                  <a:pt x="2202" y="177"/>
                  <a:pt x="2232" y="145"/>
                  <a:pt x="2270" y="123"/>
                </a:cubicBezTo>
                <a:cubicBezTo>
                  <a:pt x="2308" y="101"/>
                  <a:pt x="2352" y="89"/>
                  <a:pt x="2396" y="89"/>
                </a:cubicBezTo>
                <a:cubicBezTo>
                  <a:pt x="2440" y="89"/>
                  <a:pt x="2483" y="101"/>
                  <a:pt x="2521" y="123"/>
                </a:cubicBezTo>
                <a:cubicBezTo>
                  <a:pt x="2540" y="134"/>
                  <a:pt x="2557" y="147"/>
                  <a:pt x="2572" y="162"/>
                </a:cubicBezTo>
                <a:lnTo>
                  <a:pt x="2572" y="162"/>
                </a:lnTo>
                <a:cubicBezTo>
                  <a:pt x="2578" y="157"/>
                  <a:pt x="2585" y="153"/>
                  <a:pt x="2592" y="149"/>
                </a:cubicBezTo>
                <a:cubicBezTo>
                  <a:pt x="2622" y="132"/>
                  <a:pt x="2656" y="123"/>
                  <a:pt x="2690" y="123"/>
                </a:cubicBezTo>
                <a:cubicBezTo>
                  <a:pt x="2725" y="123"/>
                  <a:pt x="2757" y="132"/>
                  <a:pt x="2787" y="149"/>
                </a:cubicBezTo>
                <a:cubicBezTo>
                  <a:pt x="2817" y="166"/>
                  <a:pt x="2841" y="190"/>
                  <a:pt x="2858" y="220"/>
                </a:cubicBezTo>
                <a:cubicBezTo>
                  <a:pt x="2876" y="249"/>
                  <a:pt x="2885" y="284"/>
                  <a:pt x="2885" y="318"/>
                </a:cubicBezTo>
                <a:cubicBezTo>
                  <a:pt x="2885" y="344"/>
                  <a:pt x="2880" y="369"/>
                  <a:pt x="2870" y="392"/>
                </a:cubicBezTo>
                <a:cubicBezTo>
                  <a:pt x="2859" y="422"/>
                  <a:pt x="3312" y="545"/>
                  <a:pt x="3341" y="554"/>
                </a:cubicBezTo>
                <a:cubicBezTo>
                  <a:pt x="3085" y="554"/>
                  <a:pt x="2836" y="564"/>
                  <a:pt x="2581" y="579"/>
                </a:cubicBezTo>
                <a:cubicBezTo>
                  <a:pt x="2364" y="592"/>
                  <a:pt x="2145" y="603"/>
                  <a:pt x="1925" y="60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3F1F4-89A8-4479-99E8-DD94CAEC8625}"/>
              </a:ext>
            </a:extLst>
          </p:cNvPr>
          <p:cNvSpPr txBox="1"/>
          <p:nvPr/>
        </p:nvSpPr>
        <p:spPr>
          <a:xfrm>
            <a:off x="121804" y="317530"/>
            <a:ext cx="7992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Building The </a:t>
            </a:r>
            <a:r>
              <a:rPr lang="en-US" sz="2400" b="1" dirty="0" err="1"/>
              <a:t>MigrantNAV</a:t>
            </a:r>
            <a:r>
              <a:rPr lang="en-US" sz="2400" b="1" dirty="0"/>
              <a:t> Legal Knowledge Database</a:t>
            </a: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0B7AA1-D2AD-4348-8B0D-3EDE118F2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4" y="829051"/>
            <a:ext cx="6837154" cy="3689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40"/>
          <p:cNvGrpSpPr/>
          <p:nvPr/>
        </p:nvGrpSpPr>
        <p:grpSpPr>
          <a:xfrm flipH="1">
            <a:off x="6915054" y="3309850"/>
            <a:ext cx="1855642" cy="1833650"/>
            <a:chOff x="3666279" y="3353706"/>
            <a:chExt cx="1811442" cy="1789974"/>
          </a:xfrm>
        </p:grpSpPr>
        <p:grpSp>
          <p:nvGrpSpPr>
            <p:cNvPr id="735" name="Google Shape;735;p40"/>
            <p:cNvGrpSpPr/>
            <p:nvPr/>
          </p:nvGrpSpPr>
          <p:grpSpPr>
            <a:xfrm>
              <a:off x="3666279" y="3353706"/>
              <a:ext cx="1811442" cy="1789974"/>
              <a:chOff x="900000" y="3549600"/>
              <a:chExt cx="1366920" cy="1350720"/>
            </a:xfrm>
          </p:grpSpPr>
          <p:sp>
            <p:nvSpPr>
              <p:cNvPr id="736" name="Google Shape;736;p40"/>
              <p:cNvSpPr/>
              <p:nvPr/>
            </p:nvSpPr>
            <p:spPr>
              <a:xfrm>
                <a:off x="1450080" y="4439520"/>
                <a:ext cx="96840" cy="41868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163" extrusionOk="0">
                    <a:moveTo>
                      <a:pt x="82" y="0"/>
                    </a:moveTo>
                    <a:cubicBezTo>
                      <a:pt x="-11" y="388"/>
                      <a:pt x="38" y="705"/>
                      <a:pt x="0" y="1163"/>
                    </a:cubicBezTo>
                    <a:lnTo>
                      <a:pt x="0" y="1163"/>
                    </a:lnTo>
                    <a:cubicBezTo>
                      <a:pt x="37" y="1154"/>
                      <a:pt x="75" y="1149"/>
                      <a:pt x="113" y="1149"/>
                    </a:cubicBezTo>
                    <a:cubicBezTo>
                      <a:pt x="118" y="1149"/>
                      <a:pt x="123" y="1150"/>
                      <a:pt x="128" y="1150"/>
                    </a:cubicBezTo>
                    <a:cubicBezTo>
                      <a:pt x="218" y="698"/>
                      <a:pt x="232" y="389"/>
                      <a:pt x="269" y="7"/>
                    </a:cubicBezTo>
                    <a:lnTo>
                      <a:pt x="269" y="7"/>
                    </a:lnTo>
                    <a:cubicBezTo>
                      <a:pt x="244" y="11"/>
                      <a:pt x="220" y="12"/>
                      <a:pt x="195" y="12"/>
                    </a:cubicBezTo>
                    <a:cubicBezTo>
                      <a:pt x="157" y="12"/>
                      <a:pt x="119" y="8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40"/>
              <p:cNvSpPr/>
              <p:nvPr/>
            </p:nvSpPr>
            <p:spPr>
              <a:xfrm>
                <a:off x="1542600" y="4453200"/>
                <a:ext cx="101160" cy="38916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1081" extrusionOk="0">
                    <a:moveTo>
                      <a:pt x="159" y="1081"/>
                    </a:moveTo>
                    <a:cubicBezTo>
                      <a:pt x="114" y="726"/>
                      <a:pt x="61" y="373"/>
                      <a:pt x="0" y="20"/>
                    </a:cubicBezTo>
                    <a:lnTo>
                      <a:pt x="203" y="0"/>
                    </a:lnTo>
                    <a:cubicBezTo>
                      <a:pt x="276" y="352"/>
                      <a:pt x="291" y="710"/>
                      <a:pt x="276" y="1068"/>
                    </a:cubicBezTo>
                    <a:cubicBezTo>
                      <a:pt x="247" y="1071"/>
                      <a:pt x="188" y="1079"/>
                      <a:pt x="159" y="108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1580400" y="4225320"/>
                <a:ext cx="61920" cy="26100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725" extrusionOk="0">
                    <a:moveTo>
                      <a:pt x="80" y="1"/>
                    </a:moveTo>
                    <a:lnTo>
                      <a:pt x="80" y="1"/>
                    </a:lnTo>
                    <a:lnTo>
                      <a:pt x="80" y="1"/>
                    </a:lnTo>
                    <a:cubicBezTo>
                      <a:pt x="86" y="5"/>
                      <a:pt x="91" y="9"/>
                      <a:pt x="94" y="15"/>
                    </a:cubicBezTo>
                    <a:cubicBezTo>
                      <a:pt x="95" y="16"/>
                      <a:pt x="95" y="16"/>
                      <a:pt x="95" y="17"/>
                    </a:cubicBezTo>
                    <a:cubicBezTo>
                      <a:pt x="150" y="105"/>
                      <a:pt x="159" y="213"/>
                      <a:pt x="157" y="317"/>
                    </a:cubicBezTo>
                    <a:cubicBezTo>
                      <a:pt x="154" y="421"/>
                      <a:pt x="156" y="596"/>
                      <a:pt x="172" y="698"/>
                    </a:cubicBezTo>
                    <a:cubicBezTo>
                      <a:pt x="145" y="703"/>
                      <a:pt x="80" y="720"/>
                      <a:pt x="53" y="725"/>
                    </a:cubicBezTo>
                    <a:cubicBezTo>
                      <a:pt x="36" y="564"/>
                      <a:pt x="1" y="326"/>
                      <a:pt x="0" y="163"/>
                    </a:cubicBezTo>
                    <a:cubicBezTo>
                      <a:pt x="0" y="111"/>
                      <a:pt x="7" y="56"/>
                      <a:pt x="41" y="17"/>
                    </a:cubicBezTo>
                    <a:cubicBezTo>
                      <a:pt x="51" y="6"/>
                      <a:pt x="66" y="-4"/>
                      <a:pt x="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457640" y="4123800"/>
                <a:ext cx="174240" cy="384480"/>
              </a:xfrm>
              <a:custGeom>
                <a:avLst/>
                <a:gdLst/>
                <a:ahLst/>
                <a:cxnLst/>
                <a:rect l="l" t="t" r="r" b="b"/>
                <a:pathLst>
                  <a:path w="484" h="1068" extrusionOk="0">
                    <a:moveTo>
                      <a:pt x="293" y="58"/>
                    </a:moveTo>
                    <a:lnTo>
                      <a:pt x="293" y="58"/>
                    </a:lnTo>
                    <a:cubicBezTo>
                      <a:pt x="287" y="75"/>
                      <a:pt x="284" y="92"/>
                      <a:pt x="284" y="110"/>
                    </a:cubicBezTo>
                    <a:cubicBezTo>
                      <a:pt x="284" y="139"/>
                      <a:pt x="292" y="168"/>
                      <a:pt x="307" y="193"/>
                    </a:cubicBezTo>
                    <a:cubicBezTo>
                      <a:pt x="321" y="218"/>
                      <a:pt x="342" y="240"/>
                      <a:pt x="367" y="254"/>
                    </a:cubicBezTo>
                    <a:cubicBezTo>
                      <a:pt x="387" y="266"/>
                      <a:pt x="409" y="272"/>
                      <a:pt x="432" y="275"/>
                    </a:cubicBezTo>
                    <a:cubicBezTo>
                      <a:pt x="449" y="403"/>
                      <a:pt x="442" y="533"/>
                      <a:pt x="442" y="662"/>
                    </a:cubicBezTo>
                    <a:cubicBezTo>
                      <a:pt x="442" y="791"/>
                      <a:pt x="460" y="913"/>
                      <a:pt x="484" y="1052"/>
                    </a:cubicBezTo>
                    <a:lnTo>
                      <a:pt x="484" y="1052"/>
                    </a:lnTo>
                    <a:cubicBezTo>
                      <a:pt x="363" y="1063"/>
                      <a:pt x="241" y="1068"/>
                      <a:pt x="119" y="1068"/>
                    </a:cubicBezTo>
                    <a:cubicBezTo>
                      <a:pt x="79" y="1068"/>
                      <a:pt x="39" y="1068"/>
                      <a:pt x="0" y="1066"/>
                    </a:cubicBezTo>
                    <a:cubicBezTo>
                      <a:pt x="59" y="832"/>
                      <a:pt x="3" y="577"/>
                      <a:pt x="10" y="348"/>
                    </a:cubicBezTo>
                    <a:cubicBezTo>
                      <a:pt x="10" y="333"/>
                      <a:pt x="38" y="310"/>
                      <a:pt x="46" y="298"/>
                    </a:cubicBezTo>
                    <a:lnTo>
                      <a:pt x="46" y="298"/>
                    </a:lnTo>
                    <a:cubicBezTo>
                      <a:pt x="56" y="287"/>
                      <a:pt x="67" y="278"/>
                      <a:pt x="80" y="270"/>
                    </a:cubicBezTo>
                    <a:cubicBezTo>
                      <a:pt x="81" y="270"/>
                      <a:pt x="82" y="269"/>
                      <a:pt x="84" y="268"/>
                    </a:cubicBezTo>
                    <a:cubicBezTo>
                      <a:pt x="144" y="223"/>
                      <a:pt x="179" y="114"/>
                      <a:pt x="168" y="0"/>
                    </a:cubicBezTo>
                    <a:cubicBezTo>
                      <a:pt x="202" y="4"/>
                      <a:pt x="253" y="13"/>
                      <a:pt x="288" y="17"/>
                    </a:cubicBezTo>
                    <a:lnTo>
                      <a:pt x="293" y="58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00120" y="4062600"/>
                <a:ext cx="8496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231" extrusionOk="0">
                    <a:moveTo>
                      <a:pt x="42" y="212"/>
                    </a:moveTo>
                    <a:lnTo>
                      <a:pt x="42" y="212"/>
                    </a:lnTo>
                    <a:cubicBezTo>
                      <a:pt x="30" y="203"/>
                      <a:pt x="20" y="192"/>
                      <a:pt x="13" y="180"/>
                    </a:cubicBezTo>
                    <a:cubicBezTo>
                      <a:pt x="10" y="174"/>
                      <a:pt x="7" y="167"/>
                      <a:pt x="4" y="161"/>
                    </a:cubicBezTo>
                    <a:lnTo>
                      <a:pt x="4" y="161"/>
                    </a:lnTo>
                    <a:cubicBezTo>
                      <a:pt x="3" y="158"/>
                      <a:pt x="3" y="154"/>
                      <a:pt x="3" y="151"/>
                    </a:cubicBezTo>
                    <a:cubicBezTo>
                      <a:pt x="3" y="150"/>
                      <a:pt x="3" y="149"/>
                      <a:pt x="3" y="148"/>
                    </a:cubicBezTo>
                    <a:lnTo>
                      <a:pt x="3" y="148"/>
                    </a:lnTo>
                    <a:cubicBezTo>
                      <a:pt x="3" y="147"/>
                      <a:pt x="3" y="145"/>
                      <a:pt x="4" y="144"/>
                    </a:cubicBezTo>
                    <a:cubicBezTo>
                      <a:pt x="5" y="143"/>
                      <a:pt x="6" y="143"/>
                      <a:pt x="8" y="141"/>
                    </a:cubicBezTo>
                    <a:cubicBezTo>
                      <a:pt x="9" y="140"/>
                      <a:pt x="10" y="140"/>
                      <a:pt x="12" y="139"/>
                    </a:cubicBezTo>
                    <a:lnTo>
                      <a:pt x="12" y="139"/>
                    </a:lnTo>
                    <a:cubicBezTo>
                      <a:pt x="4" y="125"/>
                      <a:pt x="0" y="109"/>
                      <a:pt x="0" y="93"/>
                    </a:cubicBezTo>
                    <a:cubicBezTo>
                      <a:pt x="0" y="88"/>
                      <a:pt x="0" y="83"/>
                      <a:pt x="1" y="78"/>
                    </a:cubicBezTo>
                    <a:lnTo>
                      <a:pt x="1" y="78"/>
                    </a:lnTo>
                    <a:lnTo>
                      <a:pt x="2" y="79"/>
                    </a:lnTo>
                    <a:cubicBezTo>
                      <a:pt x="3" y="80"/>
                      <a:pt x="4" y="81"/>
                      <a:pt x="5" y="82"/>
                    </a:cubicBezTo>
                    <a:cubicBezTo>
                      <a:pt x="5" y="84"/>
                      <a:pt x="7" y="85"/>
                      <a:pt x="7" y="87"/>
                    </a:cubicBezTo>
                    <a:lnTo>
                      <a:pt x="7" y="88"/>
                    </a:lnTo>
                    <a:lnTo>
                      <a:pt x="7" y="88"/>
                    </a:lnTo>
                    <a:lnTo>
                      <a:pt x="7" y="87"/>
                    </a:lnTo>
                    <a:cubicBezTo>
                      <a:pt x="7" y="79"/>
                      <a:pt x="9" y="72"/>
                      <a:pt x="13" y="65"/>
                    </a:cubicBezTo>
                    <a:cubicBezTo>
                      <a:pt x="17" y="58"/>
                      <a:pt x="23" y="52"/>
                      <a:pt x="29" y="48"/>
                    </a:cubicBezTo>
                    <a:cubicBezTo>
                      <a:pt x="32" y="47"/>
                      <a:pt x="34" y="45"/>
                      <a:pt x="37" y="45"/>
                    </a:cubicBezTo>
                    <a:lnTo>
                      <a:pt x="37" y="45"/>
                    </a:lnTo>
                    <a:cubicBezTo>
                      <a:pt x="37" y="44"/>
                      <a:pt x="37" y="44"/>
                      <a:pt x="38" y="44"/>
                    </a:cubicBezTo>
                    <a:cubicBezTo>
                      <a:pt x="45" y="40"/>
                      <a:pt x="52" y="33"/>
                      <a:pt x="56" y="26"/>
                    </a:cubicBezTo>
                    <a:lnTo>
                      <a:pt x="56" y="26"/>
                    </a:lnTo>
                    <a:cubicBezTo>
                      <a:pt x="60" y="20"/>
                      <a:pt x="65" y="16"/>
                      <a:pt x="70" y="12"/>
                    </a:cubicBezTo>
                    <a:cubicBezTo>
                      <a:pt x="72" y="11"/>
                      <a:pt x="75" y="10"/>
                      <a:pt x="77" y="9"/>
                    </a:cubicBezTo>
                    <a:cubicBezTo>
                      <a:pt x="86" y="7"/>
                      <a:pt x="97" y="14"/>
                      <a:pt x="96" y="23"/>
                    </a:cubicBezTo>
                    <a:lnTo>
                      <a:pt x="96" y="23"/>
                    </a:lnTo>
                    <a:cubicBezTo>
                      <a:pt x="101" y="16"/>
                      <a:pt x="108" y="11"/>
                      <a:pt x="116" y="6"/>
                    </a:cubicBezTo>
                    <a:cubicBezTo>
                      <a:pt x="118" y="5"/>
                      <a:pt x="121" y="3"/>
                      <a:pt x="123" y="2"/>
                    </a:cubicBezTo>
                    <a:lnTo>
                      <a:pt x="123" y="2"/>
                    </a:lnTo>
                    <a:cubicBezTo>
                      <a:pt x="126" y="1"/>
                      <a:pt x="129" y="0"/>
                      <a:pt x="131" y="0"/>
                    </a:cubicBezTo>
                    <a:cubicBezTo>
                      <a:pt x="135" y="0"/>
                      <a:pt x="139" y="1"/>
                      <a:pt x="143" y="3"/>
                    </a:cubicBezTo>
                    <a:cubicBezTo>
                      <a:pt x="146" y="5"/>
                      <a:pt x="148" y="9"/>
                      <a:pt x="151" y="12"/>
                    </a:cubicBezTo>
                    <a:cubicBezTo>
                      <a:pt x="152" y="13"/>
                      <a:pt x="152" y="13"/>
                      <a:pt x="152" y="14"/>
                    </a:cubicBezTo>
                    <a:lnTo>
                      <a:pt x="152" y="14"/>
                    </a:lnTo>
                    <a:cubicBezTo>
                      <a:pt x="160" y="10"/>
                      <a:pt x="169" y="7"/>
                      <a:pt x="178" y="7"/>
                    </a:cubicBezTo>
                    <a:cubicBezTo>
                      <a:pt x="179" y="7"/>
                      <a:pt x="179" y="7"/>
                      <a:pt x="180" y="8"/>
                    </a:cubicBezTo>
                    <a:lnTo>
                      <a:pt x="180" y="8"/>
                    </a:lnTo>
                    <a:cubicBezTo>
                      <a:pt x="183" y="8"/>
                      <a:pt x="186" y="9"/>
                      <a:pt x="188" y="10"/>
                    </a:cubicBezTo>
                    <a:cubicBezTo>
                      <a:pt x="191" y="12"/>
                      <a:pt x="193" y="14"/>
                      <a:pt x="195" y="17"/>
                    </a:cubicBezTo>
                    <a:cubicBezTo>
                      <a:pt x="196" y="20"/>
                      <a:pt x="198" y="23"/>
                      <a:pt x="198" y="27"/>
                    </a:cubicBezTo>
                    <a:lnTo>
                      <a:pt x="198" y="27"/>
                    </a:lnTo>
                    <a:lnTo>
                      <a:pt x="198" y="27"/>
                    </a:lnTo>
                    <a:cubicBezTo>
                      <a:pt x="199" y="25"/>
                      <a:pt x="201" y="24"/>
                      <a:pt x="202" y="23"/>
                    </a:cubicBezTo>
                    <a:cubicBezTo>
                      <a:pt x="205" y="22"/>
                      <a:pt x="207" y="21"/>
                      <a:pt x="210" y="21"/>
                    </a:cubicBezTo>
                    <a:cubicBezTo>
                      <a:pt x="212" y="21"/>
                      <a:pt x="215" y="22"/>
                      <a:pt x="217" y="23"/>
                    </a:cubicBezTo>
                    <a:cubicBezTo>
                      <a:pt x="219" y="24"/>
                      <a:pt x="221" y="26"/>
                      <a:pt x="223" y="28"/>
                    </a:cubicBezTo>
                    <a:cubicBezTo>
                      <a:pt x="224" y="31"/>
                      <a:pt x="225" y="33"/>
                      <a:pt x="225" y="36"/>
                    </a:cubicBezTo>
                    <a:cubicBezTo>
                      <a:pt x="225" y="37"/>
                      <a:pt x="224" y="38"/>
                      <a:pt x="224" y="39"/>
                    </a:cubicBezTo>
                    <a:lnTo>
                      <a:pt x="224" y="39"/>
                    </a:lnTo>
                    <a:lnTo>
                      <a:pt x="225" y="39"/>
                    </a:lnTo>
                    <a:cubicBezTo>
                      <a:pt x="227" y="39"/>
                      <a:pt x="229" y="39"/>
                      <a:pt x="231" y="40"/>
                    </a:cubicBezTo>
                    <a:cubicBezTo>
                      <a:pt x="232" y="41"/>
                      <a:pt x="234" y="43"/>
                      <a:pt x="235" y="45"/>
                    </a:cubicBezTo>
                    <a:cubicBezTo>
                      <a:pt x="236" y="47"/>
                      <a:pt x="236" y="49"/>
                      <a:pt x="236" y="51"/>
                    </a:cubicBezTo>
                    <a:cubicBezTo>
                      <a:pt x="236" y="53"/>
                      <a:pt x="236" y="55"/>
                      <a:pt x="235" y="56"/>
                    </a:cubicBezTo>
                    <a:cubicBezTo>
                      <a:pt x="234" y="58"/>
                      <a:pt x="232" y="60"/>
                      <a:pt x="231" y="61"/>
                    </a:cubicBezTo>
                    <a:cubicBezTo>
                      <a:pt x="230" y="61"/>
                      <a:pt x="230" y="61"/>
                      <a:pt x="230" y="61"/>
                    </a:cubicBezTo>
                    <a:lnTo>
                      <a:pt x="230" y="61"/>
                    </a:lnTo>
                    <a:cubicBezTo>
                      <a:pt x="232" y="64"/>
                      <a:pt x="233" y="67"/>
                      <a:pt x="233" y="70"/>
                    </a:cubicBezTo>
                    <a:cubicBezTo>
                      <a:pt x="233" y="74"/>
                      <a:pt x="232" y="77"/>
                      <a:pt x="230" y="80"/>
                    </a:cubicBezTo>
                    <a:lnTo>
                      <a:pt x="230" y="80"/>
                    </a:lnTo>
                    <a:cubicBezTo>
                      <a:pt x="230" y="81"/>
                      <a:pt x="230" y="81"/>
                      <a:pt x="229" y="82"/>
                    </a:cubicBezTo>
                    <a:cubicBezTo>
                      <a:pt x="226" y="87"/>
                      <a:pt x="224" y="92"/>
                      <a:pt x="221" y="98"/>
                    </a:cubicBezTo>
                    <a:lnTo>
                      <a:pt x="221" y="98"/>
                    </a:lnTo>
                    <a:cubicBezTo>
                      <a:pt x="220" y="109"/>
                      <a:pt x="219" y="121"/>
                      <a:pt x="218" y="133"/>
                    </a:cubicBezTo>
                    <a:lnTo>
                      <a:pt x="218" y="133"/>
                    </a:lnTo>
                    <a:cubicBezTo>
                      <a:pt x="217" y="137"/>
                      <a:pt x="215" y="141"/>
                      <a:pt x="213" y="145"/>
                    </a:cubicBezTo>
                    <a:cubicBezTo>
                      <a:pt x="208" y="153"/>
                      <a:pt x="201" y="162"/>
                      <a:pt x="193" y="166"/>
                    </a:cubicBezTo>
                    <a:cubicBezTo>
                      <a:pt x="191" y="167"/>
                      <a:pt x="189" y="167"/>
                      <a:pt x="188" y="168"/>
                    </a:cubicBezTo>
                    <a:lnTo>
                      <a:pt x="188" y="168"/>
                    </a:lnTo>
                    <a:cubicBezTo>
                      <a:pt x="177" y="173"/>
                      <a:pt x="166" y="179"/>
                      <a:pt x="155" y="185"/>
                    </a:cubicBezTo>
                    <a:cubicBezTo>
                      <a:pt x="152" y="187"/>
                      <a:pt x="149" y="189"/>
                      <a:pt x="146" y="190"/>
                    </a:cubicBezTo>
                    <a:lnTo>
                      <a:pt x="146" y="190"/>
                    </a:lnTo>
                    <a:cubicBezTo>
                      <a:pt x="140" y="196"/>
                      <a:pt x="133" y="202"/>
                      <a:pt x="126" y="206"/>
                    </a:cubicBezTo>
                    <a:cubicBezTo>
                      <a:pt x="122" y="208"/>
                      <a:pt x="118" y="210"/>
                      <a:pt x="114" y="212"/>
                    </a:cubicBezTo>
                    <a:lnTo>
                      <a:pt x="114" y="212"/>
                    </a:lnTo>
                    <a:cubicBezTo>
                      <a:pt x="108" y="212"/>
                      <a:pt x="103" y="213"/>
                      <a:pt x="98" y="215"/>
                    </a:cubicBezTo>
                    <a:lnTo>
                      <a:pt x="98" y="215"/>
                    </a:lnTo>
                    <a:lnTo>
                      <a:pt x="97" y="216"/>
                    </a:lnTo>
                    <a:cubicBezTo>
                      <a:pt x="93" y="218"/>
                      <a:pt x="89" y="221"/>
                      <a:pt x="86" y="225"/>
                    </a:cubicBezTo>
                    <a:lnTo>
                      <a:pt x="86" y="225"/>
                    </a:lnTo>
                    <a:cubicBezTo>
                      <a:pt x="85" y="226"/>
                      <a:pt x="83" y="228"/>
                      <a:pt x="81" y="229"/>
                    </a:cubicBezTo>
                    <a:cubicBezTo>
                      <a:pt x="78" y="230"/>
                      <a:pt x="76" y="231"/>
                      <a:pt x="73" y="231"/>
                    </a:cubicBezTo>
                    <a:cubicBezTo>
                      <a:pt x="67" y="231"/>
                      <a:pt x="62" y="227"/>
                      <a:pt x="63" y="222"/>
                    </a:cubicBezTo>
                    <a:lnTo>
                      <a:pt x="42" y="212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8150" rIns="90000" bIns="38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454400" y="446832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43" y="145"/>
                    </a:moveTo>
                    <a:lnTo>
                      <a:pt x="43" y="145"/>
                    </a:lnTo>
                    <a:lnTo>
                      <a:pt x="42" y="146"/>
                    </a:lnTo>
                    <a:cubicBezTo>
                      <a:pt x="37" y="149"/>
                      <a:pt x="32" y="150"/>
                      <a:pt x="27" y="150"/>
                    </a:cubicBezTo>
                    <a:cubicBezTo>
                      <a:pt x="26" y="150"/>
                      <a:pt x="26" y="150"/>
                      <a:pt x="26" y="150"/>
                    </a:cubicBezTo>
                    <a:lnTo>
                      <a:pt x="26" y="150"/>
                    </a:lnTo>
                    <a:cubicBezTo>
                      <a:pt x="24" y="149"/>
                      <a:pt x="22" y="149"/>
                      <a:pt x="21" y="148"/>
                    </a:cubicBezTo>
                    <a:cubicBezTo>
                      <a:pt x="17" y="146"/>
                      <a:pt x="14" y="143"/>
                      <a:pt x="12" y="139"/>
                    </a:cubicBezTo>
                    <a:cubicBezTo>
                      <a:pt x="10" y="136"/>
                      <a:pt x="9" y="133"/>
                      <a:pt x="9" y="130"/>
                    </a:cubicBezTo>
                    <a:lnTo>
                      <a:pt x="9" y="130"/>
                    </a:lnTo>
                    <a:cubicBezTo>
                      <a:pt x="8" y="125"/>
                      <a:pt x="8" y="120"/>
                      <a:pt x="8" y="115"/>
                    </a:cubicBezTo>
                    <a:cubicBezTo>
                      <a:pt x="8" y="110"/>
                      <a:pt x="8" y="105"/>
                      <a:pt x="9" y="100"/>
                    </a:cubicBezTo>
                    <a:lnTo>
                      <a:pt x="9" y="100"/>
                    </a:lnTo>
                    <a:cubicBezTo>
                      <a:pt x="9" y="96"/>
                      <a:pt x="9" y="91"/>
                      <a:pt x="9" y="87"/>
                    </a:cubicBezTo>
                    <a:cubicBezTo>
                      <a:pt x="9" y="67"/>
                      <a:pt x="6" y="48"/>
                      <a:pt x="0" y="29"/>
                    </a:cubicBezTo>
                    <a:lnTo>
                      <a:pt x="0" y="29"/>
                    </a:lnTo>
                    <a:cubicBezTo>
                      <a:pt x="13" y="28"/>
                      <a:pt x="26" y="23"/>
                      <a:pt x="37" y="17"/>
                    </a:cubicBezTo>
                    <a:cubicBezTo>
                      <a:pt x="45" y="12"/>
                      <a:pt x="53" y="6"/>
                      <a:pt x="59" y="0"/>
                    </a:cubicBezTo>
                    <a:lnTo>
                      <a:pt x="59" y="0"/>
                    </a:lnTo>
                    <a:cubicBezTo>
                      <a:pt x="60" y="3"/>
                      <a:pt x="62" y="6"/>
                      <a:pt x="64" y="9"/>
                    </a:cubicBezTo>
                    <a:cubicBezTo>
                      <a:pt x="71" y="22"/>
                      <a:pt x="81" y="33"/>
                      <a:pt x="93" y="41"/>
                    </a:cubicBezTo>
                    <a:lnTo>
                      <a:pt x="93" y="41"/>
                    </a:lnTo>
                    <a:cubicBezTo>
                      <a:pt x="100" y="46"/>
                      <a:pt x="105" y="52"/>
                      <a:pt x="109" y="58"/>
                    </a:cubicBezTo>
                    <a:cubicBezTo>
                      <a:pt x="114" y="67"/>
                      <a:pt x="116" y="77"/>
                      <a:pt x="116" y="86"/>
                    </a:cubicBezTo>
                    <a:cubicBezTo>
                      <a:pt x="116" y="87"/>
                      <a:pt x="116" y="88"/>
                      <a:pt x="116" y="89"/>
                    </a:cubicBezTo>
                    <a:cubicBezTo>
                      <a:pt x="113" y="108"/>
                      <a:pt x="95" y="118"/>
                      <a:pt x="80" y="126"/>
                    </a:cubicBezTo>
                    <a:lnTo>
                      <a:pt x="43" y="145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" rIns="90000" bIns="9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40"/>
              <p:cNvSpPr/>
              <p:nvPr/>
            </p:nvSpPr>
            <p:spPr>
              <a:xfrm>
                <a:off x="1420200" y="4230360"/>
                <a:ext cx="84240" cy="26316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731" extrusionOk="0">
                    <a:moveTo>
                      <a:pt x="1" y="438"/>
                    </a:moveTo>
                    <a:lnTo>
                      <a:pt x="1" y="438"/>
                    </a:lnTo>
                    <a:cubicBezTo>
                      <a:pt x="1" y="425"/>
                      <a:pt x="0" y="411"/>
                      <a:pt x="0" y="397"/>
                    </a:cubicBezTo>
                    <a:cubicBezTo>
                      <a:pt x="0" y="329"/>
                      <a:pt x="7" y="261"/>
                      <a:pt x="21" y="194"/>
                    </a:cubicBezTo>
                    <a:cubicBezTo>
                      <a:pt x="36" y="125"/>
                      <a:pt x="69" y="59"/>
                      <a:pt x="123" y="20"/>
                    </a:cubicBezTo>
                    <a:lnTo>
                      <a:pt x="123" y="20"/>
                    </a:lnTo>
                    <a:cubicBezTo>
                      <a:pt x="127" y="16"/>
                      <a:pt x="131" y="14"/>
                      <a:pt x="136" y="11"/>
                    </a:cubicBezTo>
                    <a:cubicBezTo>
                      <a:pt x="147" y="5"/>
                      <a:pt x="161" y="0"/>
                      <a:pt x="175" y="0"/>
                    </a:cubicBezTo>
                    <a:cubicBezTo>
                      <a:pt x="180" y="0"/>
                      <a:pt x="185" y="1"/>
                      <a:pt x="190" y="2"/>
                    </a:cubicBezTo>
                    <a:cubicBezTo>
                      <a:pt x="221" y="12"/>
                      <a:pt x="237" y="53"/>
                      <a:pt x="234" y="87"/>
                    </a:cubicBezTo>
                    <a:cubicBezTo>
                      <a:pt x="231" y="122"/>
                      <a:pt x="197" y="170"/>
                      <a:pt x="182" y="201"/>
                    </a:cubicBezTo>
                    <a:cubicBezTo>
                      <a:pt x="142" y="285"/>
                      <a:pt x="136" y="297"/>
                      <a:pt x="131" y="428"/>
                    </a:cubicBezTo>
                    <a:cubicBezTo>
                      <a:pt x="129" y="488"/>
                      <a:pt x="163" y="625"/>
                      <a:pt x="175" y="684"/>
                    </a:cubicBezTo>
                    <a:lnTo>
                      <a:pt x="98" y="731"/>
                    </a:lnTo>
                    <a:cubicBezTo>
                      <a:pt x="67" y="653"/>
                      <a:pt x="7" y="524"/>
                      <a:pt x="1" y="43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40"/>
              <p:cNvSpPr/>
              <p:nvPr/>
            </p:nvSpPr>
            <p:spPr>
              <a:xfrm>
                <a:off x="1603080" y="4824000"/>
                <a:ext cx="6588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77" extrusionOk="0">
                    <a:moveTo>
                      <a:pt x="76" y="166"/>
                    </a:moveTo>
                    <a:cubicBezTo>
                      <a:pt x="68" y="159"/>
                      <a:pt x="63" y="148"/>
                      <a:pt x="54" y="143"/>
                    </a:cubicBezTo>
                    <a:cubicBezTo>
                      <a:pt x="40" y="136"/>
                      <a:pt x="21" y="141"/>
                      <a:pt x="12" y="130"/>
                    </a:cubicBezTo>
                    <a:lnTo>
                      <a:pt x="12" y="130"/>
                    </a:lnTo>
                    <a:cubicBezTo>
                      <a:pt x="11" y="129"/>
                      <a:pt x="11" y="129"/>
                      <a:pt x="10" y="128"/>
                    </a:cubicBezTo>
                    <a:cubicBezTo>
                      <a:pt x="7" y="123"/>
                      <a:pt x="6" y="117"/>
                      <a:pt x="6" y="111"/>
                    </a:cubicBezTo>
                    <a:cubicBezTo>
                      <a:pt x="6" y="110"/>
                      <a:pt x="6" y="109"/>
                      <a:pt x="6" y="109"/>
                    </a:cubicBezTo>
                    <a:lnTo>
                      <a:pt x="0" y="12"/>
                    </a:lnTo>
                    <a:lnTo>
                      <a:pt x="0" y="12"/>
                    </a:lnTo>
                    <a:cubicBezTo>
                      <a:pt x="27" y="10"/>
                      <a:pt x="53" y="6"/>
                      <a:pt x="79" y="0"/>
                    </a:cubicBezTo>
                    <a:cubicBezTo>
                      <a:pt x="93" y="45"/>
                      <a:pt x="148" y="65"/>
                      <a:pt x="173" y="105"/>
                    </a:cubicBezTo>
                    <a:lnTo>
                      <a:pt x="173" y="105"/>
                    </a:lnTo>
                    <a:cubicBezTo>
                      <a:pt x="174" y="106"/>
                      <a:pt x="175" y="108"/>
                      <a:pt x="177" y="110"/>
                    </a:cubicBezTo>
                    <a:cubicBezTo>
                      <a:pt x="181" y="117"/>
                      <a:pt x="183" y="126"/>
                      <a:pt x="183" y="135"/>
                    </a:cubicBezTo>
                    <a:cubicBezTo>
                      <a:pt x="183" y="144"/>
                      <a:pt x="181" y="152"/>
                      <a:pt x="177" y="160"/>
                    </a:cubicBezTo>
                    <a:cubicBezTo>
                      <a:pt x="176" y="161"/>
                      <a:pt x="176" y="161"/>
                      <a:pt x="176" y="162"/>
                    </a:cubicBezTo>
                    <a:cubicBezTo>
                      <a:pt x="162" y="178"/>
                      <a:pt x="137" y="178"/>
                      <a:pt x="115" y="177"/>
                    </a:cubicBezTo>
                    <a:lnTo>
                      <a:pt x="115" y="177"/>
                    </a:lnTo>
                    <a:cubicBezTo>
                      <a:pt x="114" y="177"/>
                      <a:pt x="114" y="177"/>
                      <a:pt x="113" y="177"/>
                    </a:cubicBezTo>
                    <a:cubicBezTo>
                      <a:pt x="101" y="177"/>
                      <a:pt x="90" y="174"/>
                      <a:pt x="79" y="168"/>
                    </a:cubicBezTo>
                    <a:cubicBezTo>
                      <a:pt x="78" y="167"/>
                      <a:pt x="77" y="167"/>
                      <a:pt x="76" y="16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18700" rIns="90000" bIns="18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40"/>
              <p:cNvSpPr/>
              <p:nvPr/>
            </p:nvSpPr>
            <p:spPr>
              <a:xfrm>
                <a:off x="1444320" y="4842720"/>
                <a:ext cx="4932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60" extrusionOk="0">
                    <a:moveTo>
                      <a:pt x="95" y="158"/>
                    </a:moveTo>
                    <a:lnTo>
                      <a:pt x="32" y="158"/>
                    </a:lnTo>
                    <a:lnTo>
                      <a:pt x="32" y="158"/>
                    </a:lnTo>
                    <a:cubicBezTo>
                      <a:pt x="31" y="158"/>
                      <a:pt x="30" y="158"/>
                      <a:pt x="28" y="158"/>
                    </a:cubicBezTo>
                    <a:cubicBezTo>
                      <a:pt x="22" y="158"/>
                      <a:pt x="16" y="156"/>
                      <a:pt x="10" y="153"/>
                    </a:cubicBezTo>
                    <a:cubicBezTo>
                      <a:pt x="10" y="153"/>
                      <a:pt x="9" y="153"/>
                      <a:pt x="9" y="152"/>
                    </a:cubicBezTo>
                    <a:lnTo>
                      <a:pt x="9" y="152"/>
                    </a:lnTo>
                    <a:cubicBezTo>
                      <a:pt x="7" y="151"/>
                      <a:pt x="5" y="148"/>
                      <a:pt x="4" y="146"/>
                    </a:cubicBezTo>
                    <a:cubicBezTo>
                      <a:pt x="1" y="142"/>
                      <a:pt x="0" y="137"/>
                      <a:pt x="0" y="132"/>
                    </a:cubicBezTo>
                    <a:lnTo>
                      <a:pt x="0" y="132"/>
                    </a:lnTo>
                    <a:lnTo>
                      <a:pt x="0" y="131"/>
                    </a:lnTo>
                    <a:cubicBezTo>
                      <a:pt x="0" y="113"/>
                      <a:pt x="4" y="94"/>
                      <a:pt x="12" y="77"/>
                    </a:cubicBezTo>
                    <a:lnTo>
                      <a:pt x="41" y="0"/>
                    </a:lnTo>
                    <a:lnTo>
                      <a:pt x="129" y="1"/>
                    </a:lnTo>
                    <a:cubicBezTo>
                      <a:pt x="131" y="39"/>
                      <a:pt x="133" y="78"/>
                      <a:pt x="135" y="117"/>
                    </a:cubicBezTo>
                    <a:lnTo>
                      <a:pt x="135" y="117"/>
                    </a:lnTo>
                    <a:cubicBezTo>
                      <a:pt x="136" y="120"/>
                      <a:pt x="137" y="124"/>
                      <a:pt x="137" y="128"/>
                    </a:cubicBezTo>
                    <a:cubicBezTo>
                      <a:pt x="137" y="134"/>
                      <a:pt x="135" y="139"/>
                      <a:pt x="133" y="144"/>
                    </a:cubicBezTo>
                    <a:cubicBezTo>
                      <a:pt x="130" y="149"/>
                      <a:pt x="126" y="153"/>
                      <a:pt x="121" y="156"/>
                    </a:cubicBezTo>
                    <a:cubicBezTo>
                      <a:pt x="116" y="159"/>
                      <a:pt x="110" y="160"/>
                      <a:pt x="105" y="160"/>
                    </a:cubicBezTo>
                    <a:cubicBezTo>
                      <a:pt x="102" y="160"/>
                      <a:pt x="99" y="160"/>
                      <a:pt x="96" y="159"/>
                    </a:cubicBezTo>
                    <a:lnTo>
                      <a:pt x="95" y="158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12600" rIns="90000" bIns="12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40"/>
              <p:cNvSpPr/>
              <p:nvPr/>
            </p:nvSpPr>
            <p:spPr>
              <a:xfrm>
                <a:off x="1508400" y="4080600"/>
                <a:ext cx="864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238" extrusionOk="0">
                    <a:moveTo>
                      <a:pt x="112" y="229"/>
                    </a:moveTo>
                    <a:cubicBezTo>
                      <a:pt x="50" y="211"/>
                      <a:pt x="-13" y="164"/>
                      <a:pt x="2" y="93"/>
                    </a:cubicBezTo>
                    <a:cubicBezTo>
                      <a:pt x="18" y="9"/>
                      <a:pt x="131" y="-22"/>
                      <a:pt x="168" y="15"/>
                    </a:cubicBezTo>
                    <a:cubicBezTo>
                      <a:pt x="205" y="53"/>
                      <a:pt x="206" y="68"/>
                      <a:pt x="210" y="92"/>
                    </a:cubicBezTo>
                    <a:cubicBezTo>
                      <a:pt x="212" y="107"/>
                      <a:pt x="242" y="128"/>
                      <a:pt x="240" y="136"/>
                    </a:cubicBezTo>
                    <a:cubicBezTo>
                      <a:pt x="237" y="145"/>
                      <a:pt x="222" y="149"/>
                      <a:pt x="222" y="149"/>
                    </a:cubicBezTo>
                    <a:lnTo>
                      <a:pt x="222" y="149"/>
                    </a:lnTo>
                    <a:cubicBezTo>
                      <a:pt x="223" y="161"/>
                      <a:pt x="224" y="174"/>
                      <a:pt x="224" y="187"/>
                    </a:cubicBezTo>
                    <a:cubicBezTo>
                      <a:pt x="224" y="194"/>
                      <a:pt x="224" y="201"/>
                      <a:pt x="223" y="208"/>
                    </a:cubicBezTo>
                    <a:cubicBezTo>
                      <a:pt x="222" y="239"/>
                      <a:pt x="167" y="245"/>
                      <a:pt x="112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40"/>
              <p:cNvSpPr/>
              <p:nvPr/>
            </p:nvSpPr>
            <p:spPr>
              <a:xfrm>
                <a:off x="1171800" y="3965040"/>
                <a:ext cx="159480" cy="324000"/>
              </a:xfrm>
              <a:custGeom>
                <a:avLst/>
                <a:gdLst/>
                <a:ahLst/>
                <a:cxnLst/>
                <a:rect l="l" t="t" r="r" b="b"/>
                <a:pathLst>
                  <a:path w="443" h="900" extrusionOk="0">
                    <a:moveTo>
                      <a:pt x="410" y="26"/>
                    </a:moveTo>
                    <a:cubicBezTo>
                      <a:pt x="280" y="-19"/>
                      <a:pt x="136" y="-2"/>
                      <a:pt x="6" y="45"/>
                    </a:cubicBezTo>
                    <a:cubicBezTo>
                      <a:pt x="-21" y="333"/>
                      <a:pt x="55" y="620"/>
                      <a:pt x="131" y="900"/>
                    </a:cubicBezTo>
                    <a:lnTo>
                      <a:pt x="320" y="900"/>
                    </a:lnTo>
                    <a:cubicBezTo>
                      <a:pt x="309" y="752"/>
                      <a:pt x="361" y="608"/>
                      <a:pt x="401" y="464"/>
                    </a:cubicBezTo>
                    <a:cubicBezTo>
                      <a:pt x="441" y="320"/>
                      <a:pt x="468" y="163"/>
                      <a:pt x="410" y="2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40"/>
              <p:cNvSpPr/>
              <p:nvPr/>
            </p:nvSpPr>
            <p:spPr>
              <a:xfrm>
                <a:off x="1281600" y="4790160"/>
                <a:ext cx="88560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246" h="149" extrusionOk="0">
                    <a:moveTo>
                      <a:pt x="102" y="0"/>
                    </a:moveTo>
                    <a:lnTo>
                      <a:pt x="102" y="0"/>
                    </a:lnTo>
                    <a:cubicBezTo>
                      <a:pt x="104" y="9"/>
                      <a:pt x="107" y="18"/>
                      <a:pt x="112" y="26"/>
                    </a:cubicBezTo>
                    <a:cubicBezTo>
                      <a:pt x="121" y="42"/>
                      <a:pt x="136" y="57"/>
                      <a:pt x="152" y="66"/>
                    </a:cubicBezTo>
                    <a:cubicBezTo>
                      <a:pt x="159" y="70"/>
                      <a:pt x="165" y="72"/>
                      <a:pt x="172" y="74"/>
                    </a:cubicBezTo>
                    <a:cubicBezTo>
                      <a:pt x="184" y="79"/>
                      <a:pt x="197" y="80"/>
                      <a:pt x="210" y="84"/>
                    </a:cubicBezTo>
                    <a:lnTo>
                      <a:pt x="210" y="84"/>
                    </a:lnTo>
                    <a:cubicBezTo>
                      <a:pt x="215" y="86"/>
                      <a:pt x="219" y="88"/>
                      <a:pt x="224" y="90"/>
                    </a:cubicBezTo>
                    <a:cubicBezTo>
                      <a:pt x="231" y="94"/>
                      <a:pt x="237" y="100"/>
                      <a:pt x="241" y="106"/>
                    </a:cubicBezTo>
                    <a:lnTo>
                      <a:pt x="241" y="106"/>
                    </a:lnTo>
                    <a:cubicBezTo>
                      <a:pt x="242" y="107"/>
                      <a:pt x="241" y="107"/>
                      <a:pt x="242" y="108"/>
                    </a:cubicBezTo>
                    <a:cubicBezTo>
                      <a:pt x="245" y="112"/>
                      <a:pt x="246" y="117"/>
                      <a:pt x="246" y="122"/>
                    </a:cubicBezTo>
                    <a:cubicBezTo>
                      <a:pt x="246" y="127"/>
                      <a:pt x="244" y="132"/>
                      <a:pt x="242" y="136"/>
                    </a:cubicBezTo>
                    <a:cubicBezTo>
                      <a:pt x="240" y="139"/>
                      <a:pt x="240" y="140"/>
                      <a:pt x="238" y="142"/>
                    </a:cubicBezTo>
                    <a:lnTo>
                      <a:pt x="238" y="142"/>
                    </a:lnTo>
                    <a:cubicBezTo>
                      <a:pt x="237" y="143"/>
                      <a:pt x="237" y="143"/>
                      <a:pt x="236" y="143"/>
                    </a:cubicBezTo>
                    <a:cubicBezTo>
                      <a:pt x="229" y="147"/>
                      <a:pt x="221" y="149"/>
                      <a:pt x="214" y="149"/>
                    </a:cubicBezTo>
                    <a:cubicBezTo>
                      <a:pt x="211" y="149"/>
                      <a:pt x="208" y="149"/>
                      <a:pt x="206" y="149"/>
                    </a:cubicBezTo>
                    <a:lnTo>
                      <a:pt x="18" y="139"/>
                    </a:lnTo>
                    <a:lnTo>
                      <a:pt x="18" y="139"/>
                    </a:lnTo>
                    <a:cubicBezTo>
                      <a:pt x="17" y="139"/>
                      <a:pt x="17" y="139"/>
                      <a:pt x="17" y="139"/>
                    </a:cubicBezTo>
                    <a:cubicBezTo>
                      <a:pt x="13" y="139"/>
                      <a:pt x="9" y="138"/>
                      <a:pt x="6" y="136"/>
                    </a:cubicBezTo>
                    <a:lnTo>
                      <a:pt x="5" y="136"/>
                    </a:lnTo>
                    <a:cubicBezTo>
                      <a:pt x="-1" y="131"/>
                      <a:pt x="0" y="122"/>
                      <a:pt x="2" y="114"/>
                    </a:cubicBezTo>
                    <a:lnTo>
                      <a:pt x="26" y="4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40"/>
              <p:cNvSpPr/>
              <p:nvPr/>
            </p:nvSpPr>
            <p:spPr>
              <a:xfrm>
                <a:off x="1166400" y="4795560"/>
                <a:ext cx="5652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45" extrusionOk="0">
                    <a:moveTo>
                      <a:pt x="5" y="130"/>
                    </a:moveTo>
                    <a:lnTo>
                      <a:pt x="5" y="130"/>
                    </a:lnTo>
                    <a:cubicBezTo>
                      <a:pt x="8" y="133"/>
                      <a:pt x="10" y="135"/>
                      <a:pt x="13" y="136"/>
                    </a:cubicBezTo>
                    <a:cubicBezTo>
                      <a:pt x="18" y="139"/>
                      <a:pt x="24" y="141"/>
                      <a:pt x="29" y="141"/>
                    </a:cubicBezTo>
                    <a:lnTo>
                      <a:pt x="29" y="141"/>
                    </a:lnTo>
                    <a:cubicBezTo>
                      <a:pt x="43" y="144"/>
                      <a:pt x="58" y="145"/>
                      <a:pt x="72" y="145"/>
                    </a:cubicBezTo>
                    <a:cubicBezTo>
                      <a:pt x="91" y="145"/>
                      <a:pt x="109" y="143"/>
                      <a:pt x="127" y="139"/>
                    </a:cubicBezTo>
                    <a:lnTo>
                      <a:pt x="127" y="139"/>
                    </a:lnTo>
                    <a:cubicBezTo>
                      <a:pt x="132" y="138"/>
                      <a:pt x="137" y="137"/>
                      <a:pt x="142" y="134"/>
                    </a:cubicBezTo>
                    <a:cubicBezTo>
                      <a:pt x="146" y="132"/>
                      <a:pt x="150" y="129"/>
                      <a:pt x="153" y="125"/>
                    </a:cubicBezTo>
                    <a:lnTo>
                      <a:pt x="153" y="125"/>
                    </a:lnTo>
                    <a:cubicBezTo>
                      <a:pt x="155" y="119"/>
                      <a:pt x="157" y="113"/>
                      <a:pt x="157" y="106"/>
                    </a:cubicBezTo>
                    <a:cubicBezTo>
                      <a:pt x="157" y="98"/>
                      <a:pt x="155" y="91"/>
                      <a:pt x="151" y="84"/>
                    </a:cubicBezTo>
                    <a:cubicBezTo>
                      <a:pt x="141" y="57"/>
                      <a:pt x="130" y="29"/>
                      <a:pt x="134" y="0"/>
                    </a:cubicBezTo>
                    <a:lnTo>
                      <a:pt x="31" y="0"/>
                    </a:lnTo>
                    <a:lnTo>
                      <a:pt x="31" y="0"/>
                    </a:lnTo>
                    <a:cubicBezTo>
                      <a:pt x="32" y="5"/>
                      <a:pt x="32" y="11"/>
                      <a:pt x="32" y="16"/>
                    </a:cubicBezTo>
                    <a:cubicBezTo>
                      <a:pt x="32" y="37"/>
                      <a:pt x="27" y="58"/>
                      <a:pt x="16" y="77"/>
                    </a:cubicBezTo>
                    <a:lnTo>
                      <a:pt x="16" y="77"/>
                    </a:lnTo>
                    <a:cubicBezTo>
                      <a:pt x="14" y="80"/>
                      <a:pt x="12" y="83"/>
                      <a:pt x="10" y="86"/>
                    </a:cubicBezTo>
                    <a:cubicBezTo>
                      <a:pt x="7" y="91"/>
                      <a:pt x="5" y="97"/>
                      <a:pt x="2" y="102"/>
                    </a:cubicBezTo>
                    <a:lnTo>
                      <a:pt x="2" y="102"/>
                    </a:lnTo>
                    <a:cubicBezTo>
                      <a:pt x="1" y="105"/>
                      <a:pt x="0" y="109"/>
                      <a:pt x="0" y="113"/>
                    </a:cubicBezTo>
                    <a:cubicBezTo>
                      <a:pt x="0" y="118"/>
                      <a:pt x="1" y="123"/>
                      <a:pt x="4" y="128"/>
                    </a:cubicBezTo>
                    <a:cubicBezTo>
                      <a:pt x="4" y="129"/>
                      <a:pt x="5" y="129"/>
                      <a:pt x="5" y="13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7200" rIns="90000" bIns="72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40"/>
              <p:cNvSpPr/>
              <p:nvPr/>
            </p:nvSpPr>
            <p:spPr>
              <a:xfrm>
                <a:off x="1145520" y="4275360"/>
                <a:ext cx="208080" cy="53712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492" extrusionOk="0">
                    <a:moveTo>
                      <a:pt x="576" y="186"/>
                    </a:moveTo>
                    <a:cubicBezTo>
                      <a:pt x="574" y="125"/>
                      <a:pt x="555" y="59"/>
                      <a:pt x="542" y="0"/>
                    </a:cubicBezTo>
                    <a:cubicBezTo>
                      <a:pt x="466" y="21"/>
                      <a:pt x="335" y="17"/>
                      <a:pt x="256" y="7"/>
                    </a:cubicBezTo>
                    <a:cubicBezTo>
                      <a:pt x="256" y="11"/>
                      <a:pt x="256" y="15"/>
                      <a:pt x="256" y="20"/>
                    </a:cubicBezTo>
                    <a:lnTo>
                      <a:pt x="256" y="20"/>
                    </a:lnTo>
                    <a:cubicBezTo>
                      <a:pt x="237" y="21"/>
                      <a:pt x="219" y="22"/>
                      <a:pt x="200" y="22"/>
                    </a:cubicBezTo>
                    <a:cubicBezTo>
                      <a:pt x="144" y="22"/>
                      <a:pt x="89" y="15"/>
                      <a:pt x="36" y="0"/>
                    </a:cubicBezTo>
                    <a:cubicBezTo>
                      <a:pt x="22" y="59"/>
                      <a:pt x="3" y="125"/>
                      <a:pt x="2" y="186"/>
                    </a:cubicBezTo>
                    <a:cubicBezTo>
                      <a:pt x="-8" y="623"/>
                      <a:pt x="22" y="1037"/>
                      <a:pt x="81" y="1477"/>
                    </a:cubicBezTo>
                    <a:lnTo>
                      <a:pt x="81" y="1477"/>
                    </a:lnTo>
                    <a:cubicBezTo>
                      <a:pt x="123" y="1480"/>
                      <a:pt x="165" y="1485"/>
                      <a:pt x="206" y="1492"/>
                    </a:cubicBezTo>
                    <a:cubicBezTo>
                      <a:pt x="217" y="1204"/>
                      <a:pt x="244" y="1186"/>
                      <a:pt x="254" y="897"/>
                    </a:cubicBezTo>
                    <a:cubicBezTo>
                      <a:pt x="257" y="818"/>
                      <a:pt x="280" y="659"/>
                      <a:pt x="304" y="505"/>
                    </a:cubicBezTo>
                    <a:cubicBezTo>
                      <a:pt x="315" y="593"/>
                      <a:pt x="324" y="678"/>
                      <a:pt x="327" y="742"/>
                    </a:cubicBezTo>
                    <a:cubicBezTo>
                      <a:pt x="337" y="1030"/>
                      <a:pt x="363" y="1204"/>
                      <a:pt x="373" y="1492"/>
                    </a:cubicBezTo>
                    <a:lnTo>
                      <a:pt x="373" y="1492"/>
                    </a:lnTo>
                    <a:cubicBezTo>
                      <a:pt x="415" y="1485"/>
                      <a:pt x="457" y="1480"/>
                      <a:pt x="499" y="1477"/>
                    </a:cubicBezTo>
                    <a:cubicBezTo>
                      <a:pt x="557" y="1036"/>
                      <a:pt x="587" y="623"/>
                      <a:pt x="576" y="18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40"/>
              <p:cNvSpPr/>
              <p:nvPr/>
            </p:nvSpPr>
            <p:spPr>
              <a:xfrm>
                <a:off x="1112040" y="3957120"/>
                <a:ext cx="125640" cy="466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295" extrusionOk="0">
                    <a:moveTo>
                      <a:pt x="343" y="0"/>
                    </a:moveTo>
                    <a:lnTo>
                      <a:pt x="343" y="0"/>
                    </a:lnTo>
                    <a:cubicBezTo>
                      <a:pt x="237" y="5"/>
                      <a:pt x="132" y="28"/>
                      <a:pt x="33" y="69"/>
                    </a:cubicBezTo>
                    <a:cubicBezTo>
                      <a:pt x="112" y="443"/>
                      <a:pt x="76" y="832"/>
                      <a:pt x="0" y="1207"/>
                    </a:cubicBezTo>
                    <a:lnTo>
                      <a:pt x="0" y="1207"/>
                    </a:lnTo>
                    <a:cubicBezTo>
                      <a:pt x="110" y="1248"/>
                      <a:pt x="224" y="1277"/>
                      <a:pt x="340" y="1295"/>
                    </a:cubicBezTo>
                    <a:lnTo>
                      <a:pt x="340" y="1295"/>
                    </a:lnTo>
                    <a:cubicBezTo>
                      <a:pt x="346" y="1251"/>
                      <a:pt x="349" y="1207"/>
                      <a:pt x="349" y="1162"/>
                    </a:cubicBezTo>
                    <a:cubicBezTo>
                      <a:pt x="349" y="1154"/>
                      <a:pt x="348" y="1147"/>
                      <a:pt x="348" y="1139"/>
                    </a:cubicBezTo>
                    <a:cubicBezTo>
                      <a:pt x="348" y="1068"/>
                      <a:pt x="348" y="998"/>
                      <a:pt x="346" y="928"/>
                    </a:cubicBezTo>
                    <a:cubicBezTo>
                      <a:pt x="345" y="874"/>
                      <a:pt x="343" y="821"/>
                      <a:pt x="337" y="767"/>
                    </a:cubicBezTo>
                    <a:cubicBezTo>
                      <a:pt x="321" y="638"/>
                      <a:pt x="278" y="513"/>
                      <a:pt x="249" y="385"/>
                    </a:cubicBezTo>
                    <a:lnTo>
                      <a:pt x="249" y="385"/>
                    </a:lnTo>
                    <a:cubicBezTo>
                      <a:pt x="235" y="329"/>
                      <a:pt x="228" y="271"/>
                      <a:pt x="228" y="213"/>
                    </a:cubicBezTo>
                    <a:cubicBezTo>
                      <a:pt x="228" y="210"/>
                      <a:pt x="228" y="207"/>
                      <a:pt x="228" y="203"/>
                    </a:cubicBezTo>
                    <a:lnTo>
                      <a:pt x="228" y="203"/>
                    </a:lnTo>
                    <a:cubicBezTo>
                      <a:pt x="229" y="147"/>
                      <a:pt x="244" y="91"/>
                      <a:pt x="273" y="42"/>
                    </a:cubicBezTo>
                    <a:cubicBezTo>
                      <a:pt x="275" y="38"/>
                      <a:pt x="278" y="34"/>
                      <a:pt x="280" y="30"/>
                    </a:cubicBezTo>
                    <a:lnTo>
                      <a:pt x="34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40"/>
              <p:cNvSpPr/>
              <p:nvPr/>
            </p:nvSpPr>
            <p:spPr>
              <a:xfrm>
                <a:off x="1249560" y="3957120"/>
                <a:ext cx="125640" cy="466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295" extrusionOk="0">
                    <a:moveTo>
                      <a:pt x="6" y="0"/>
                    </a:moveTo>
                    <a:lnTo>
                      <a:pt x="6" y="0"/>
                    </a:lnTo>
                    <a:cubicBezTo>
                      <a:pt x="112" y="5"/>
                      <a:pt x="217" y="28"/>
                      <a:pt x="315" y="69"/>
                    </a:cubicBezTo>
                    <a:cubicBezTo>
                      <a:pt x="237" y="443"/>
                      <a:pt x="272" y="833"/>
                      <a:pt x="349" y="1207"/>
                    </a:cubicBezTo>
                    <a:lnTo>
                      <a:pt x="349" y="1207"/>
                    </a:lnTo>
                    <a:cubicBezTo>
                      <a:pt x="239" y="1248"/>
                      <a:pt x="125" y="1277"/>
                      <a:pt x="9" y="1295"/>
                    </a:cubicBezTo>
                    <a:lnTo>
                      <a:pt x="9" y="1295"/>
                    </a:lnTo>
                    <a:cubicBezTo>
                      <a:pt x="3" y="1251"/>
                      <a:pt x="0" y="1207"/>
                      <a:pt x="0" y="1162"/>
                    </a:cubicBezTo>
                    <a:cubicBezTo>
                      <a:pt x="0" y="1154"/>
                      <a:pt x="0" y="1147"/>
                      <a:pt x="0" y="1139"/>
                    </a:cubicBezTo>
                    <a:cubicBezTo>
                      <a:pt x="0" y="1069"/>
                      <a:pt x="1" y="998"/>
                      <a:pt x="3" y="928"/>
                    </a:cubicBezTo>
                    <a:cubicBezTo>
                      <a:pt x="4" y="874"/>
                      <a:pt x="5" y="821"/>
                      <a:pt x="12" y="768"/>
                    </a:cubicBezTo>
                    <a:cubicBezTo>
                      <a:pt x="27" y="638"/>
                      <a:pt x="71" y="513"/>
                      <a:pt x="99" y="385"/>
                    </a:cubicBezTo>
                    <a:lnTo>
                      <a:pt x="99" y="385"/>
                    </a:lnTo>
                    <a:cubicBezTo>
                      <a:pt x="113" y="331"/>
                      <a:pt x="119" y="274"/>
                      <a:pt x="119" y="218"/>
                    </a:cubicBezTo>
                    <a:cubicBezTo>
                      <a:pt x="119" y="213"/>
                      <a:pt x="119" y="208"/>
                      <a:pt x="119" y="203"/>
                    </a:cubicBezTo>
                    <a:lnTo>
                      <a:pt x="119" y="203"/>
                    </a:lnTo>
                    <a:cubicBezTo>
                      <a:pt x="118" y="147"/>
                      <a:pt x="103" y="91"/>
                      <a:pt x="75" y="42"/>
                    </a:cubicBezTo>
                    <a:cubicBezTo>
                      <a:pt x="72" y="38"/>
                      <a:pt x="70" y="34"/>
                      <a:pt x="67" y="3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40"/>
              <p:cNvSpPr/>
              <p:nvPr/>
            </p:nvSpPr>
            <p:spPr>
              <a:xfrm>
                <a:off x="1187280" y="3902400"/>
                <a:ext cx="107640" cy="11700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325" extrusionOk="0">
                    <a:moveTo>
                      <a:pt x="290" y="257"/>
                    </a:moveTo>
                    <a:lnTo>
                      <a:pt x="290" y="257"/>
                    </a:lnTo>
                    <a:cubicBezTo>
                      <a:pt x="291" y="257"/>
                      <a:pt x="291" y="257"/>
                      <a:pt x="292" y="256"/>
                    </a:cubicBezTo>
                    <a:cubicBezTo>
                      <a:pt x="294" y="255"/>
                      <a:pt x="296" y="253"/>
                      <a:pt x="297" y="251"/>
                    </a:cubicBezTo>
                    <a:cubicBezTo>
                      <a:pt x="298" y="249"/>
                      <a:pt x="299" y="248"/>
                      <a:pt x="299" y="245"/>
                    </a:cubicBezTo>
                    <a:cubicBezTo>
                      <a:pt x="299" y="243"/>
                      <a:pt x="298" y="240"/>
                      <a:pt x="297" y="238"/>
                    </a:cubicBezTo>
                    <a:lnTo>
                      <a:pt x="296" y="237"/>
                    </a:lnTo>
                    <a:cubicBezTo>
                      <a:pt x="265" y="161"/>
                      <a:pt x="228" y="81"/>
                      <a:pt x="241" y="0"/>
                    </a:cubicBezTo>
                    <a:lnTo>
                      <a:pt x="241" y="0"/>
                    </a:lnTo>
                    <a:cubicBezTo>
                      <a:pt x="213" y="2"/>
                      <a:pt x="185" y="4"/>
                      <a:pt x="156" y="4"/>
                    </a:cubicBezTo>
                    <a:cubicBezTo>
                      <a:pt x="141" y="4"/>
                      <a:pt x="126" y="3"/>
                      <a:pt x="110" y="3"/>
                    </a:cubicBezTo>
                    <a:lnTo>
                      <a:pt x="110" y="3"/>
                    </a:lnTo>
                    <a:cubicBezTo>
                      <a:pt x="102" y="25"/>
                      <a:pt x="92" y="46"/>
                      <a:pt x="80" y="67"/>
                    </a:cubicBezTo>
                    <a:cubicBezTo>
                      <a:pt x="58" y="104"/>
                      <a:pt x="32" y="138"/>
                      <a:pt x="0" y="167"/>
                    </a:cubicBezTo>
                    <a:lnTo>
                      <a:pt x="0" y="167"/>
                    </a:lnTo>
                    <a:cubicBezTo>
                      <a:pt x="8" y="195"/>
                      <a:pt x="20" y="223"/>
                      <a:pt x="35" y="249"/>
                    </a:cubicBezTo>
                    <a:cubicBezTo>
                      <a:pt x="39" y="256"/>
                      <a:pt x="44" y="264"/>
                      <a:pt x="49" y="271"/>
                    </a:cubicBezTo>
                    <a:lnTo>
                      <a:pt x="49" y="271"/>
                    </a:lnTo>
                    <a:cubicBezTo>
                      <a:pt x="60" y="287"/>
                      <a:pt x="73" y="299"/>
                      <a:pt x="89" y="308"/>
                    </a:cubicBezTo>
                    <a:cubicBezTo>
                      <a:pt x="107" y="319"/>
                      <a:pt x="127" y="324"/>
                      <a:pt x="148" y="325"/>
                    </a:cubicBezTo>
                    <a:lnTo>
                      <a:pt x="148" y="325"/>
                    </a:lnTo>
                    <a:cubicBezTo>
                      <a:pt x="171" y="323"/>
                      <a:pt x="194" y="315"/>
                      <a:pt x="214" y="304"/>
                    </a:cubicBezTo>
                    <a:cubicBezTo>
                      <a:pt x="216" y="303"/>
                      <a:pt x="217" y="302"/>
                      <a:pt x="218" y="302"/>
                    </a:cubicBezTo>
                    <a:lnTo>
                      <a:pt x="218" y="302"/>
                    </a:lnTo>
                    <a:cubicBezTo>
                      <a:pt x="224" y="298"/>
                      <a:pt x="231" y="295"/>
                      <a:pt x="237" y="291"/>
                    </a:cubicBezTo>
                    <a:cubicBezTo>
                      <a:pt x="255" y="281"/>
                      <a:pt x="273" y="269"/>
                      <a:pt x="290" y="25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40"/>
              <p:cNvSpPr/>
              <p:nvPr/>
            </p:nvSpPr>
            <p:spPr>
              <a:xfrm>
                <a:off x="1196640" y="3799800"/>
                <a:ext cx="105480" cy="10764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99" extrusionOk="0">
                    <a:moveTo>
                      <a:pt x="151" y="14"/>
                    </a:moveTo>
                    <a:lnTo>
                      <a:pt x="151" y="14"/>
                    </a:lnTo>
                    <a:cubicBezTo>
                      <a:pt x="149" y="14"/>
                      <a:pt x="148" y="14"/>
                      <a:pt x="147" y="14"/>
                    </a:cubicBezTo>
                    <a:cubicBezTo>
                      <a:pt x="142" y="14"/>
                      <a:pt x="137" y="13"/>
                      <a:pt x="133" y="12"/>
                    </a:cubicBezTo>
                    <a:lnTo>
                      <a:pt x="133" y="12"/>
                    </a:lnTo>
                    <a:cubicBezTo>
                      <a:pt x="128" y="11"/>
                      <a:pt x="124" y="11"/>
                      <a:pt x="119" y="11"/>
                    </a:cubicBezTo>
                    <a:cubicBezTo>
                      <a:pt x="102" y="11"/>
                      <a:pt x="85" y="16"/>
                      <a:pt x="71" y="24"/>
                    </a:cubicBezTo>
                    <a:cubicBezTo>
                      <a:pt x="61" y="30"/>
                      <a:pt x="52" y="37"/>
                      <a:pt x="45" y="45"/>
                    </a:cubicBezTo>
                    <a:lnTo>
                      <a:pt x="45" y="45"/>
                    </a:lnTo>
                    <a:cubicBezTo>
                      <a:pt x="38" y="53"/>
                      <a:pt x="32" y="62"/>
                      <a:pt x="27" y="71"/>
                    </a:cubicBezTo>
                    <a:cubicBezTo>
                      <a:pt x="16" y="90"/>
                      <a:pt x="8" y="112"/>
                      <a:pt x="4" y="134"/>
                    </a:cubicBezTo>
                    <a:cubicBezTo>
                      <a:pt x="-2" y="166"/>
                      <a:pt x="-4" y="202"/>
                      <a:pt x="16" y="228"/>
                    </a:cubicBezTo>
                    <a:lnTo>
                      <a:pt x="16" y="228"/>
                    </a:lnTo>
                    <a:cubicBezTo>
                      <a:pt x="21" y="234"/>
                      <a:pt x="26" y="240"/>
                      <a:pt x="30" y="247"/>
                    </a:cubicBezTo>
                    <a:cubicBezTo>
                      <a:pt x="31" y="249"/>
                      <a:pt x="32" y="251"/>
                      <a:pt x="32" y="253"/>
                    </a:cubicBezTo>
                    <a:cubicBezTo>
                      <a:pt x="36" y="261"/>
                      <a:pt x="35" y="272"/>
                      <a:pt x="38" y="280"/>
                    </a:cubicBezTo>
                    <a:lnTo>
                      <a:pt x="38" y="280"/>
                    </a:lnTo>
                    <a:cubicBezTo>
                      <a:pt x="39" y="281"/>
                      <a:pt x="39" y="281"/>
                      <a:pt x="39" y="281"/>
                    </a:cubicBezTo>
                    <a:cubicBezTo>
                      <a:pt x="42" y="286"/>
                      <a:pt x="46" y="292"/>
                      <a:pt x="51" y="294"/>
                    </a:cubicBezTo>
                    <a:cubicBezTo>
                      <a:pt x="54" y="296"/>
                      <a:pt x="57" y="296"/>
                      <a:pt x="59" y="297"/>
                    </a:cubicBezTo>
                    <a:lnTo>
                      <a:pt x="59" y="297"/>
                    </a:lnTo>
                    <a:cubicBezTo>
                      <a:pt x="65" y="298"/>
                      <a:pt x="70" y="299"/>
                      <a:pt x="76" y="299"/>
                    </a:cubicBezTo>
                    <a:cubicBezTo>
                      <a:pt x="80" y="299"/>
                      <a:pt x="83" y="299"/>
                      <a:pt x="87" y="298"/>
                    </a:cubicBezTo>
                    <a:lnTo>
                      <a:pt x="87" y="298"/>
                    </a:lnTo>
                    <a:cubicBezTo>
                      <a:pt x="116" y="291"/>
                      <a:pt x="143" y="281"/>
                      <a:pt x="169" y="267"/>
                    </a:cubicBezTo>
                    <a:lnTo>
                      <a:pt x="169" y="267"/>
                    </a:lnTo>
                    <a:cubicBezTo>
                      <a:pt x="185" y="259"/>
                      <a:pt x="204" y="254"/>
                      <a:pt x="223" y="254"/>
                    </a:cubicBezTo>
                    <a:cubicBezTo>
                      <a:pt x="233" y="254"/>
                      <a:pt x="243" y="256"/>
                      <a:pt x="252" y="258"/>
                    </a:cubicBezTo>
                    <a:lnTo>
                      <a:pt x="252" y="258"/>
                    </a:lnTo>
                    <a:cubicBezTo>
                      <a:pt x="257" y="231"/>
                      <a:pt x="263" y="204"/>
                      <a:pt x="273" y="178"/>
                    </a:cubicBezTo>
                    <a:lnTo>
                      <a:pt x="273" y="178"/>
                    </a:lnTo>
                    <a:cubicBezTo>
                      <a:pt x="285" y="152"/>
                      <a:pt x="292" y="124"/>
                      <a:pt x="293" y="96"/>
                    </a:cubicBezTo>
                    <a:lnTo>
                      <a:pt x="293" y="96"/>
                    </a:lnTo>
                    <a:cubicBezTo>
                      <a:pt x="292" y="82"/>
                      <a:pt x="288" y="68"/>
                      <a:pt x="281" y="56"/>
                    </a:cubicBezTo>
                    <a:cubicBezTo>
                      <a:pt x="277" y="49"/>
                      <a:pt x="273" y="43"/>
                      <a:pt x="268" y="38"/>
                    </a:cubicBezTo>
                    <a:lnTo>
                      <a:pt x="268" y="38"/>
                    </a:lnTo>
                    <a:cubicBezTo>
                      <a:pt x="260" y="29"/>
                      <a:pt x="250" y="22"/>
                      <a:pt x="240" y="16"/>
                    </a:cubicBezTo>
                    <a:cubicBezTo>
                      <a:pt x="232" y="11"/>
                      <a:pt x="223" y="7"/>
                      <a:pt x="214" y="5"/>
                    </a:cubicBezTo>
                    <a:lnTo>
                      <a:pt x="214" y="5"/>
                    </a:lnTo>
                    <a:cubicBezTo>
                      <a:pt x="206" y="2"/>
                      <a:pt x="198" y="0"/>
                      <a:pt x="190" y="0"/>
                    </a:cubicBezTo>
                    <a:cubicBezTo>
                      <a:pt x="181" y="0"/>
                      <a:pt x="172" y="2"/>
                      <a:pt x="163" y="6"/>
                    </a:cubicBezTo>
                    <a:lnTo>
                      <a:pt x="163" y="6"/>
                    </a:lnTo>
                    <a:cubicBezTo>
                      <a:pt x="161" y="8"/>
                      <a:pt x="159" y="9"/>
                      <a:pt x="156" y="11"/>
                    </a:cubicBezTo>
                    <a:cubicBezTo>
                      <a:pt x="154" y="12"/>
                      <a:pt x="153" y="13"/>
                      <a:pt x="151" y="14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40"/>
              <p:cNvSpPr/>
              <p:nvPr/>
            </p:nvSpPr>
            <p:spPr>
              <a:xfrm>
                <a:off x="1211760" y="3831840"/>
                <a:ext cx="6804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04" extrusionOk="0">
                    <a:moveTo>
                      <a:pt x="4" y="52"/>
                    </a:moveTo>
                    <a:lnTo>
                      <a:pt x="4" y="52"/>
                    </a:lnTo>
                    <a:cubicBezTo>
                      <a:pt x="1" y="63"/>
                      <a:pt x="0" y="75"/>
                      <a:pt x="0" y="86"/>
                    </a:cubicBezTo>
                    <a:cubicBezTo>
                      <a:pt x="0" y="118"/>
                      <a:pt x="9" y="150"/>
                      <a:pt x="25" y="178"/>
                    </a:cubicBezTo>
                    <a:cubicBezTo>
                      <a:pt x="30" y="187"/>
                      <a:pt x="36" y="196"/>
                      <a:pt x="43" y="204"/>
                    </a:cubicBezTo>
                    <a:cubicBezTo>
                      <a:pt x="113" y="190"/>
                      <a:pt x="94" y="19"/>
                      <a:pt x="189" y="37"/>
                    </a:cubicBezTo>
                    <a:cubicBezTo>
                      <a:pt x="186" y="27"/>
                      <a:pt x="183" y="17"/>
                      <a:pt x="179" y="7"/>
                    </a:cubicBezTo>
                    <a:lnTo>
                      <a:pt x="179" y="7"/>
                    </a:lnTo>
                    <a:cubicBezTo>
                      <a:pt x="163" y="2"/>
                      <a:pt x="147" y="0"/>
                      <a:pt x="131" y="0"/>
                    </a:cubicBezTo>
                    <a:cubicBezTo>
                      <a:pt x="99" y="0"/>
                      <a:pt x="67" y="10"/>
                      <a:pt x="40" y="25"/>
                    </a:cubicBezTo>
                    <a:cubicBezTo>
                      <a:pt x="27" y="33"/>
                      <a:pt x="14" y="41"/>
                      <a:pt x="4" y="52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40"/>
              <p:cNvSpPr/>
              <p:nvPr/>
            </p:nvSpPr>
            <p:spPr>
              <a:xfrm>
                <a:off x="1009800" y="4171320"/>
                <a:ext cx="122040" cy="200880"/>
              </a:xfrm>
              <a:custGeom>
                <a:avLst/>
                <a:gdLst/>
                <a:ahLst/>
                <a:cxnLst/>
                <a:rect l="l" t="t" r="r" b="b"/>
                <a:pathLst>
                  <a:path w="339" h="558" extrusionOk="0">
                    <a:moveTo>
                      <a:pt x="339" y="34"/>
                    </a:moveTo>
                    <a:cubicBezTo>
                      <a:pt x="298" y="20"/>
                      <a:pt x="255" y="10"/>
                      <a:pt x="213" y="0"/>
                    </a:cubicBezTo>
                    <a:cubicBezTo>
                      <a:pt x="185" y="129"/>
                      <a:pt x="146" y="256"/>
                      <a:pt x="85" y="372"/>
                    </a:cubicBezTo>
                    <a:lnTo>
                      <a:pt x="85" y="372"/>
                    </a:lnTo>
                    <a:cubicBezTo>
                      <a:pt x="84" y="372"/>
                      <a:pt x="84" y="373"/>
                      <a:pt x="83" y="373"/>
                    </a:cubicBezTo>
                    <a:cubicBezTo>
                      <a:pt x="78" y="376"/>
                      <a:pt x="74" y="379"/>
                      <a:pt x="71" y="383"/>
                    </a:cubicBezTo>
                    <a:cubicBezTo>
                      <a:pt x="55" y="398"/>
                      <a:pt x="40" y="414"/>
                      <a:pt x="25" y="430"/>
                    </a:cubicBezTo>
                    <a:cubicBezTo>
                      <a:pt x="12" y="445"/>
                      <a:pt x="-3" y="462"/>
                      <a:pt x="0" y="482"/>
                    </a:cubicBezTo>
                    <a:cubicBezTo>
                      <a:pt x="2" y="502"/>
                      <a:pt x="19" y="516"/>
                      <a:pt x="27" y="532"/>
                    </a:cubicBezTo>
                    <a:lnTo>
                      <a:pt x="27" y="532"/>
                    </a:lnTo>
                    <a:cubicBezTo>
                      <a:pt x="28" y="537"/>
                      <a:pt x="29" y="541"/>
                      <a:pt x="32" y="545"/>
                    </a:cubicBezTo>
                    <a:cubicBezTo>
                      <a:pt x="33" y="547"/>
                      <a:pt x="34" y="549"/>
                      <a:pt x="35" y="550"/>
                    </a:cubicBezTo>
                    <a:lnTo>
                      <a:pt x="35" y="550"/>
                    </a:lnTo>
                    <a:cubicBezTo>
                      <a:pt x="37" y="551"/>
                      <a:pt x="38" y="552"/>
                      <a:pt x="40" y="553"/>
                    </a:cubicBezTo>
                    <a:cubicBezTo>
                      <a:pt x="43" y="555"/>
                      <a:pt x="48" y="557"/>
                      <a:pt x="52" y="557"/>
                    </a:cubicBezTo>
                    <a:cubicBezTo>
                      <a:pt x="80" y="560"/>
                      <a:pt x="107" y="545"/>
                      <a:pt x="131" y="530"/>
                    </a:cubicBezTo>
                    <a:lnTo>
                      <a:pt x="131" y="530"/>
                    </a:lnTo>
                    <a:cubicBezTo>
                      <a:pt x="132" y="530"/>
                      <a:pt x="133" y="530"/>
                      <a:pt x="133" y="529"/>
                    </a:cubicBezTo>
                    <a:cubicBezTo>
                      <a:pt x="138" y="527"/>
                      <a:pt x="142" y="523"/>
                      <a:pt x="145" y="518"/>
                    </a:cubicBezTo>
                    <a:cubicBezTo>
                      <a:pt x="150" y="507"/>
                      <a:pt x="143" y="491"/>
                      <a:pt x="152" y="483"/>
                    </a:cubicBezTo>
                    <a:cubicBezTo>
                      <a:pt x="158" y="479"/>
                      <a:pt x="165" y="480"/>
                      <a:pt x="169" y="476"/>
                    </a:cubicBezTo>
                    <a:lnTo>
                      <a:pt x="169" y="476"/>
                    </a:lnTo>
                    <a:cubicBezTo>
                      <a:pt x="170" y="475"/>
                      <a:pt x="171" y="474"/>
                      <a:pt x="171" y="473"/>
                    </a:cubicBezTo>
                    <a:cubicBezTo>
                      <a:pt x="173" y="470"/>
                      <a:pt x="174" y="466"/>
                      <a:pt x="174" y="462"/>
                    </a:cubicBezTo>
                    <a:cubicBezTo>
                      <a:pt x="174" y="461"/>
                      <a:pt x="174" y="460"/>
                      <a:pt x="174" y="459"/>
                    </a:cubicBezTo>
                    <a:cubicBezTo>
                      <a:pt x="174" y="448"/>
                      <a:pt x="174" y="438"/>
                      <a:pt x="174" y="427"/>
                    </a:cubicBezTo>
                    <a:cubicBezTo>
                      <a:pt x="233" y="297"/>
                      <a:pt x="291" y="168"/>
                      <a:pt x="339" y="34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40"/>
              <p:cNvSpPr/>
              <p:nvPr/>
            </p:nvSpPr>
            <p:spPr>
              <a:xfrm>
                <a:off x="1074960" y="3981240"/>
                <a:ext cx="91800" cy="246240"/>
              </a:xfrm>
              <a:custGeom>
                <a:avLst/>
                <a:gdLst/>
                <a:ahLst/>
                <a:cxnLst/>
                <a:rect l="l" t="t" r="r" b="b"/>
                <a:pathLst>
                  <a:path w="255" h="684" extrusionOk="0">
                    <a:moveTo>
                      <a:pt x="239" y="302"/>
                    </a:moveTo>
                    <a:cubicBezTo>
                      <a:pt x="252" y="243"/>
                      <a:pt x="262" y="183"/>
                      <a:pt x="248" y="124"/>
                    </a:cubicBezTo>
                    <a:cubicBezTo>
                      <a:pt x="234" y="66"/>
                      <a:pt x="191" y="10"/>
                      <a:pt x="132" y="0"/>
                    </a:cubicBezTo>
                    <a:cubicBezTo>
                      <a:pt x="112" y="120"/>
                      <a:pt x="91" y="241"/>
                      <a:pt x="69" y="361"/>
                    </a:cubicBezTo>
                    <a:cubicBezTo>
                      <a:pt x="59" y="419"/>
                      <a:pt x="12" y="548"/>
                      <a:pt x="0" y="606"/>
                    </a:cubicBezTo>
                    <a:cubicBezTo>
                      <a:pt x="42" y="616"/>
                      <a:pt x="102" y="671"/>
                      <a:pt x="144" y="684"/>
                    </a:cubicBezTo>
                    <a:cubicBezTo>
                      <a:pt x="175" y="597"/>
                      <a:pt x="218" y="393"/>
                      <a:pt x="239" y="302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40"/>
              <p:cNvSpPr/>
              <p:nvPr/>
            </p:nvSpPr>
            <p:spPr>
              <a:xfrm>
                <a:off x="1325160" y="3982680"/>
                <a:ext cx="103680" cy="191160"/>
              </a:xfrm>
              <a:custGeom>
                <a:avLst/>
                <a:gdLst/>
                <a:ahLst/>
                <a:cxnLst/>
                <a:rect l="l" t="t" r="r" b="b"/>
                <a:pathLst>
                  <a:path w="288" h="531" extrusionOk="0">
                    <a:moveTo>
                      <a:pt x="268" y="384"/>
                    </a:moveTo>
                    <a:cubicBezTo>
                      <a:pt x="226" y="248"/>
                      <a:pt x="180" y="117"/>
                      <a:pt x="99" y="0"/>
                    </a:cubicBezTo>
                    <a:cubicBezTo>
                      <a:pt x="75" y="52"/>
                      <a:pt x="38" y="104"/>
                      <a:pt x="13" y="156"/>
                    </a:cubicBezTo>
                    <a:lnTo>
                      <a:pt x="13" y="156"/>
                    </a:lnTo>
                    <a:lnTo>
                      <a:pt x="13" y="157"/>
                    </a:lnTo>
                    <a:cubicBezTo>
                      <a:pt x="4" y="172"/>
                      <a:pt x="0" y="189"/>
                      <a:pt x="0" y="206"/>
                    </a:cubicBezTo>
                    <a:cubicBezTo>
                      <a:pt x="0" y="207"/>
                      <a:pt x="0" y="207"/>
                      <a:pt x="0" y="208"/>
                    </a:cubicBezTo>
                    <a:lnTo>
                      <a:pt x="0" y="208"/>
                    </a:lnTo>
                    <a:cubicBezTo>
                      <a:pt x="5" y="234"/>
                      <a:pt x="13" y="259"/>
                      <a:pt x="24" y="282"/>
                    </a:cubicBezTo>
                    <a:lnTo>
                      <a:pt x="24" y="282"/>
                    </a:lnTo>
                    <a:cubicBezTo>
                      <a:pt x="66" y="362"/>
                      <a:pt x="102" y="446"/>
                      <a:pt x="132" y="531"/>
                    </a:cubicBezTo>
                    <a:lnTo>
                      <a:pt x="132" y="531"/>
                    </a:lnTo>
                    <a:cubicBezTo>
                      <a:pt x="146" y="522"/>
                      <a:pt x="160" y="513"/>
                      <a:pt x="174" y="504"/>
                    </a:cubicBezTo>
                    <a:cubicBezTo>
                      <a:pt x="210" y="484"/>
                      <a:pt x="248" y="467"/>
                      <a:pt x="288" y="454"/>
                    </a:cubicBezTo>
                    <a:cubicBezTo>
                      <a:pt x="282" y="431"/>
                      <a:pt x="275" y="407"/>
                      <a:pt x="268" y="384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40"/>
              <p:cNvSpPr/>
              <p:nvPr/>
            </p:nvSpPr>
            <p:spPr>
              <a:xfrm>
                <a:off x="1372680" y="4146120"/>
                <a:ext cx="86400" cy="22212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617" extrusionOk="0">
                    <a:moveTo>
                      <a:pt x="224" y="460"/>
                    </a:moveTo>
                    <a:lnTo>
                      <a:pt x="189" y="395"/>
                    </a:lnTo>
                    <a:cubicBezTo>
                      <a:pt x="179" y="273"/>
                      <a:pt x="183" y="97"/>
                      <a:pt x="156" y="0"/>
                    </a:cubicBezTo>
                    <a:lnTo>
                      <a:pt x="156" y="0"/>
                    </a:lnTo>
                    <a:cubicBezTo>
                      <a:pt x="116" y="13"/>
                      <a:pt x="78" y="29"/>
                      <a:pt x="41" y="50"/>
                    </a:cubicBezTo>
                    <a:cubicBezTo>
                      <a:pt x="27" y="58"/>
                      <a:pt x="13" y="67"/>
                      <a:pt x="0" y="77"/>
                    </a:cubicBezTo>
                    <a:cubicBezTo>
                      <a:pt x="38" y="186"/>
                      <a:pt x="63" y="291"/>
                      <a:pt x="97" y="419"/>
                    </a:cubicBezTo>
                    <a:lnTo>
                      <a:pt x="97" y="419"/>
                    </a:lnTo>
                    <a:cubicBezTo>
                      <a:pt x="95" y="431"/>
                      <a:pt x="93" y="444"/>
                      <a:pt x="93" y="457"/>
                    </a:cubicBezTo>
                    <a:cubicBezTo>
                      <a:pt x="93" y="461"/>
                      <a:pt x="93" y="465"/>
                      <a:pt x="94" y="469"/>
                    </a:cubicBezTo>
                    <a:cubicBezTo>
                      <a:pt x="96" y="509"/>
                      <a:pt x="108" y="547"/>
                      <a:pt x="112" y="586"/>
                    </a:cubicBezTo>
                    <a:lnTo>
                      <a:pt x="112" y="586"/>
                    </a:lnTo>
                    <a:lnTo>
                      <a:pt x="112" y="587"/>
                    </a:lnTo>
                    <a:cubicBezTo>
                      <a:pt x="112" y="594"/>
                      <a:pt x="114" y="600"/>
                      <a:pt x="117" y="606"/>
                    </a:cubicBezTo>
                    <a:cubicBezTo>
                      <a:pt x="118" y="609"/>
                      <a:pt x="120" y="611"/>
                      <a:pt x="122" y="613"/>
                    </a:cubicBezTo>
                    <a:cubicBezTo>
                      <a:pt x="134" y="623"/>
                      <a:pt x="153" y="613"/>
                      <a:pt x="164" y="602"/>
                    </a:cubicBezTo>
                    <a:lnTo>
                      <a:pt x="164" y="602"/>
                    </a:lnTo>
                    <a:cubicBezTo>
                      <a:pt x="172" y="593"/>
                      <a:pt x="178" y="584"/>
                      <a:pt x="184" y="575"/>
                    </a:cubicBezTo>
                    <a:cubicBezTo>
                      <a:pt x="197" y="553"/>
                      <a:pt x="203" y="528"/>
                      <a:pt x="203" y="503"/>
                    </a:cubicBezTo>
                    <a:cubicBezTo>
                      <a:pt x="203" y="501"/>
                      <a:pt x="203" y="499"/>
                      <a:pt x="203" y="497"/>
                    </a:cubicBezTo>
                    <a:cubicBezTo>
                      <a:pt x="216" y="508"/>
                      <a:pt x="210" y="539"/>
                      <a:pt x="220" y="544"/>
                    </a:cubicBezTo>
                    <a:lnTo>
                      <a:pt x="220" y="544"/>
                    </a:lnTo>
                    <a:lnTo>
                      <a:pt x="221" y="543"/>
                    </a:lnTo>
                    <a:cubicBezTo>
                      <a:pt x="227" y="540"/>
                      <a:pt x="232" y="535"/>
                      <a:pt x="235" y="529"/>
                    </a:cubicBezTo>
                    <a:cubicBezTo>
                      <a:pt x="238" y="523"/>
                      <a:pt x="240" y="516"/>
                      <a:pt x="240" y="509"/>
                    </a:cubicBezTo>
                    <a:cubicBezTo>
                      <a:pt x="240" y="508"/>
                      <a:pt x="240" y="506"/>
                      <a:pt x="240" y="504"/>
                    </a:cubicBezTo>
                    <a:lnTo>
                      <a:pt x="240" y="504"/>
                    </a:lnTo>
                    <a:cubicBezTo>
                      <a:pt x="238" y="490"/>
                      <a:pt x="233" y="476"/>
                      <a:pt x="226" y="463"/>
                    </a:cubicBezTo>
                    <a:cubicBezTo>
                      <a:pt x="225" y="462"/>
                      <a:pt x="224" y="461"/>
                      <a:pt x="224" y="46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40"/>
              <p:cNvSpPr/>
              <p:nvPr/>
            </p:nvSpPr>
            <p:spPr>
              <a:xfrm>
                <a:off x="1168200" y="3798720"/>
                <a:ext cx="975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338" extrusionOk="0">
                    <a:moveTo>
                      <a:pt x="252" y="19"/>
                    </a:moveTo>
                    <a:lnTo>
                      <a:pt x="252" y="19"/>
                    </a:lnTo>
                    <a:cubicBezTo>
                      <a:pt x="250" y="17"/>
                      <a:pt x="247" y="15"/>
                      <a:pt x="244" y="13"/>
                    </a:cubicBezTo>
                    <a:cubicBezTo>
                      <a:pt x="233" y="6"/>
                      <a:pt x="220" y="3"/>
                      <a:pt x="208" y="2"/>
                    </a:cubicBezTo>
                    <a:lnTo>
                      <a:pt x="208" y="2"/>
                    </a:lnTo>
                    <a:cubicBezTo>
                      <a:pt x="201" y="1"/>
                      <a:pt x="195" y="0"/>
                      <a:pt x="189" y="0"/>
                    </a:cubicBezTo>
                    <a:cubicBezTo>
                      <a:pt x="174" y="0"/>
                      <a:pt x="159" y="5"/>
                      <a:pt x="147" y="11"/>
                    </a:cubicBezTo>
                    <a:cubicBezTo>
                      <a:pt x="139" y="16"/>
                      <a:pt x="133" y="20"/>
                      <a:pt x="127" y="27"/>
                    </a:cubicBezTo>
                    <a:lnTo>
                      <a:pt x="127" y="27"/>
                    </a:lnTo>
                    <a:cubicBezTo>
                      <a:pt x="118" y="37"/>
                      <a:pt x="110" y="48"/>
                      <a:pt x="104" y="59"/>
                    </a:cubicBezTo>
                    <a:cubicBezTo>
                      <a:pt x="95" y="75"/>
                      <a:pt x="88" y="91"/>
                      <a:pt x="83" y="108"/>
                    </a:cubicBezTo>
                    <a:cubicBezTo>
                      <a:pt x="74" y="135"/>
                      <a:pt x="63" y="137"/>
                      <a:pt x="47" y="160"/>
                    </a:cubicBezTo>
                    <a:cubicBezTo>
                      <a:pt x="31" y="183"/>
                      <a:pt x="51" y="211"/>
                      <a:pt x="41" y="237"/>
                    </a:cubicBezTo>
                    <a:cubicBezTo>
                      <a:pt x="32" y="260"/>
                      <a:pt x="-8" y="266"/>
                      <a:pt x="2" y="299"/>
                    </a:cubicBezTo>
                    <a:cubicBezTo>
                      <a:pt x="23" y="362"/>
                      <a:pt x="216" y="330"/>
                      <a:pt x="264" y="324"/>
                    </a:cubicBezTo>
                    <a:cubicBezTo>
                      <a:pt x="157" y="265"/>
                      <a:pt x="196" y="156"/>
                      <a:pt x="258" y="73"/>
                    </a:cubicBezTo>
                    <a:lnTo>
                      <a:pt x="258" y="73"/>
                    </a:lnTo>
                    <a:cubicBezTo>
                      <a:pt x="260" y="70"/>
                      <a:pt x="263" y="67"/>
                      <a:pt x="265" y="64"/>
                    </a:cubicBezTo>
                    <a:cubicBezTo>
                      <a:pt x="268" y="59"/>
                      <a:pt x="270" y="53"/>
                      <a:pt x="271" y="47"/>
                    </a:cubicBezTo>
                    <a:lnTo>
                      <a:pt x="271" y="47"/>
                    </a:lnTo>
                    <a:cubicBezTo>
                      <a:pt x="270" y="41"/>
                      <a:pt x="269" y="36"/>
                      <a:pt x="266" y="32"/>
                    </a:cubicBezTo>
                    <a:cubicBezTo>
                      <a:pt x="263" y="27"/>
                      <a:pt x="259" y="22"/>
                      <a:pt x="253" y="19"/>
                    </a:cubicBezTo>
                    <a:lnTo>
                      <a:pt x="252" y="19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40"/>
              <p:cNvSpPr/>
              <p:nvPr/>
            </p:nvSpPr>
            <p:spPr>
              <a:xfrm>
                <a:off x="1179720" y="3922920"/>
                <a:ext cx="114120" cy="17676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491" extrusionOk="0">
                    <a:moveTo>
                      <a:pt x="286" y="36"/>
                    </a:moveTo>
                    <a:cubicBezTo>
                      <a:pt x="208" y="58"/>
                      <a:pt x="147" y="19"/>
                      <a:pt x="82" y="0"/>
                    </a:cubicBezTo>
                    <a:cubicBezTo>
                      <a:pt x="62" y="14"/>
                      <a:pt x="54" y="58"/>
                      <a:pt x="38" y="76"/>
                    </a:cubicBezTo>
                    <a:cubicBezTo>
                      <a:pt x="21" y="95"/>
                      <a:pt x="0" y="114"/>
                      <a:pt x="0" y="138"/>
                    </a:cubicBezTo>
                    <a:cubicBezTo>
                      <a:pt x="0" y="173"/>
                      <a:pt x="29" y="197"/>
                      <a:pt x="55" y="221"/>
                    </a:cubicBezTo>
                    <a:lnTo>
                      <a:pt x="55" y="221"/>
                    </a:lnTo>
                    <a:cubicBezTo>
                      <a:pt x="55" y="223"/>
                      <a:pt x="56" y="225"/>
                      <a:pt x="56" y="226"/>
                    </a:cubicBezTo>
                    <a:cubicBezTo>
                      <a:pt x="56" y="237"/>
                      <a:pt x="43" y="246"/>
                      <a:pt x="42" y="256"/>
                    </a:cubicBezTo>
                    <a:cubicBezTo>
                      <a:pt x="40" y="267"/>
                      <a:pt x="56" y="277"/>
                      <a:pt x="61" y="289"/>
                    </a:cubicBezTo>
                    <a:cubicBezTo>
                      <a:pt x="68" y="306"/>
                      <a:pt x="55" y="326"/>
                      <a:pt x="61" y="342"/>
                    </a:cubicBezTo>
                    <a:cubicBezTo>
                      <a:pt x="65" y="352"/>
                      <a:pt x="76" y="357"/>
                      <a:pt x="83" y="365"/>
                    </a:cubicBezTo>
                    <a:lnTo>
                      <a:pt x="83" y="365"/>
                    </a:lnTo>
                    <a:cubicBezTo>
                      <a:pt x="86" y="369"/>
                      <a:pt x="89" y="373"/>
                      <a:pt x="92" y="378"/>
                    </a:cubicBezTo>
                    <a:cubicBezTo>
                      <a:pt x="98" y="389"/>
                      <a:pt x="103" y="402"/>
                      <a:pt x="104" y="414"/>
                    </a:cubicBezTo>
                    <a:lnTo>
                      <a:pt x="122" y="491"/>
                    </a:lnTo>
                    <a:lnTo>
                      <a:pt x="122" y="491"/>
                    </a:lnTo>
                    <a:lnTo>
                      <a:pt x="122" y="491"/>
                    </a:lnTo>
                    <a:cubicBezTo>
                      <a:pt x="122" y="482"/>
                      <a:pt x="125" y="472"/>
                      <a:pt x="129" y="464"/>
                    </a:cubicBezTo>
                    <a:cubicBezTo>
                      <a:pt x="133" y="457"/>
                      <a:pt x="138" y="452"/>
                      <a:pt x="144" y="447"/>
                    </a:cubicBezTo>
                    <a:lnTo>
                      <a:pt x="144" y="447"/>
                    </a:lnTo>
                    <a:cubicBezTo>
                      <a:pt x="148" y="445"/>
                      <a:pt x="151" y="442"/>
                      <a:pt x="155" y="440"/>
                    </a:cubicBezTo>
                    <a:cubicBezTo>
                      <a:pt x="166" y="434"/>
                      <a:pt x="178" y="429"/>
                      <a:pt x="190" y="427"/>
                    </a:cubicBezTo>
                    <a:lnTo>
                      <a:pt x="190" y="427"/>
                    </a:lnTo>
                    <a:cubicBezTo>
                      <a:pt x="197" y="425"/>
                      <a:pt x="204" y="423"/>
                      <a:pt x="210" y="419"/>
                    </a:cubicBezTo>
                    <a:lnTo>
                      <a:pt x="210" y="419"/>
                    </a:lnTo>
                    <a:cubicBezTo>
                      <a:pt x="213" y="418"/>
                      <a:pt x="216" y="415"/>
                      <a:pt x="217" y="412"/>
                    </a:cubicBezTo>
                    <a:cubicBezTo>
                      <a:pt x="219" y="409"/>
                      <a:pt x="220" y="406"/>
                      <a:pt x="220" y="403"/>
                    </a:cubicBezTo>
                    <a:cubicBezTo>
                      <a:pt x="220" y="402"/>
                      <a:pt x="220" y="402"/>
                      <a:pt x="220" y="401"/>
                    </a:cubicBezTo>
                    <a:cubicBezTo>
                      <a:pt x="218" y="394"/>
                      <a:pt x="211" y="388"/>
                      <a:pt x="209" y="381"/>
                    </a:cubicBezTo>
                    <a:lnTo>
                      <a:pt x="209" y="381"/>
                    </a:lnTo>
                    <a:lnTo>
                      <a:pt x="209" y="380"/>
                    </a:lnTo>
                    <a:cubicBezTo>
                      <a:pt x="209" y="375"/>
                      <a:pt x="211" y="371"/>
                      <a:pt x="213" y="367"/>
                    </a:cubicBezTo>
                    <a:cubicBezTo>
                      <a:pt x="215" y="364"/>
                      <a:pt x="218" y="361"/>
                      <a:pt x="222" y="358"/>
                    </a:cubicBezTo>
                    <a:lnTo>
                      <a:pt x="222" y="358"/>
                    </a:lnTo>
                    <a:lnTo>
                      <a:pt x="222" y="358"/>
                    </a:lnTo>
                    <a:cubicBezTo>
                      <a:pt x="223" y="358"/>
                      <a:pt x="223" y="358"/>
                      <a:pt x="224" y="357"/>
                    </a:cubicBezTo>
                    <a:cubicBezTo>
                      <a:pt x="231" y="353"/>
                      <a:pt x="237" y="347"/>
                      <a:pt x="242" y="341"/>
                    </a:cubicBezTo>
                    <a:cubicBezTo>
                      <a:pt x="250" y="327"/>
                      <a:pt x="242" y="307"/>
                      <a:pt x="253" y="295"/>
                    </a:cubicBezTo>
                    <a:cubicBezTo>
                      <a:pt x="259" y="289"/>
                      <a:pt x="268" y="287"/>
                      <a:pt x="272" y="279"/>
                    </a:cubicBezTo>
                    <a:cubicBezTo>
                      <a:pt x="278" y="269"/>
                      <a:pt x="270" y="258"/>
                      <a:pt x="267" y="247"/>
                    </a:cubicBezTo>
                    <a:lnTo>
                      <a:pt x="267" y="247"/>
                    </a:lnTo>
                    <a:cubicBezTo>
                      <a:pt x="267" y="245"/>
                      <a:pt x="267" y="244"/>
                      <a:pt x="267" y="243"/>
                    </a:cubicBezTo>
                    <a:cubicBezTo>
                      <a:pt x="267" y="241"/>
                      <a:pt x="267" y="240"/>
                      <a:pt x="267" y="239"/>
                    </a:cubicBezTo>
                    <a:lnTo>
                      <a:pt x="290" y="223"/>
                    </a:lnTo>
                    <a:lnTo>
                      <a:pt x="290" y="223"/>
                    </a:lnTo>
                    <a:cubicBezTo>
                      <a:pt x="297" y="218"/>
                      <a:pt x="303" y="211"/>
                      <a:pt x="307" y="204"/>
                    </a:cubicBezTo>
                    <a:cubicBezTo>
                      <a:pt x="314" y="192"/>
                      <a:pt x="317" y="179"/>
                      <a:pt x="317" y="165"/>
                    </a:cubicBezTo>
                    <a:cubicBezTo>
                      <a:pt x="317" y="164"/>
                      <a:pt x="317" y="162"/>
                      <a:pt x="317" y="161"/>
                    </a:cubicBezTo>
                    <a:cubicBezTo>
                      <a:pt x="318" y="121"/>
                      <a:pt x="279" y="77"/>
                      <a:pt x="286" y="3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40"/>
              <p:cNvSpPr/>
              <p:nvPr/>
            </p:nvSpPr>
            <p:spPr>
              <a:xfrm>
                <a:off x="1198800" y="3805200"/>
                <a:ext cx="105480" cy="15948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443" extrusionOk="0">
                    <a:moveTo>
                      <a:pt x="31" y="372"/>
                    </a:moveTo>
                    <a:cubicBezTo>
                      <a:pt x="31" y="372"/>
                      <a:pt x="61" y="319"/>
                      <a:pt x="64" y="291"/>
                    </a:cubicBezTo>
                    <a:cubicBezTo>
                      <a:pt x="66" y="264"/>
                      <a:pt x="-41" y="164"/>
                      <a:pt x="18" y="69"/>
                    </a:cubicBezTo>
                    <a:cubicBezTo>
                      <a:pt x="76" y="-26"/>
                      <a:pt x="229" y="-14"/>
                      <a:pt x="258" y="48"/>
                    </a:cubicBezTo>
                    <a:cubicBezTo>
                      <a:pt x="286" y="111"/>
                      <a:pt x="281" y="130"/>
                      <a:pt x="275" y="161"/>
                    </a:cubicBezTo>
                    <a:cubicBezTo>
                      <a:pt x="271" y="182"/>
                      <a:pt x="299" y="220"/>
                      <a:pt x="292" y="228"/>
                    </a:cubicBezTo>
                    <a:cubicBezTo>
                      <a:pt x="284" y="237"/>
                      <a:pt x="264" y="236"/>
                      <a:pt x="264" y="236"/>
                    </a:cubicBezTo>
                    <a:lnTo>
                      <a:pt x="264" y="236"/>
                    </a:lnTo>
                    <a:cubicBezTo>
                      <a:pt x="257" y="262"/>
                      <a:pt x="249" y="287"/>
                      <a:pt x="239" y="311"/>
                    </a:cubicBezTo>
                    <a:cubicBezTo>
                      <a:pt x="227" y="338"/>
                      <a:pt x="192" y="316"/>
                      <a:pt x="172" y="312"/>
                    </a:cubicBezTo>
                    <a:cubicBezTo>
                      <a:pt x="108" y="300"/>
                      <a:pt x="152" y="449"/>
                      <a:pt x="143" y="442"/>
                    </a:cubicBezTo>
                    <a:cubicBezTo>
                      <a:pt x="133" y="435"/>
                      <a:pt x="31" y="372"/>
                      <a:pt x="31" y="372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40"/>
              <p:cNvSpPr/>
              <p:nvPr/>
            </p:nvSpPr>
            <p:spPr>
              <a:xfrm>
                <a:off x="900000" y="4323240"/>
                <a:ext cx="245880" cy="34452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957" extrusionOk="0">
                    <a:moveTo>
                      <a:pt x="429" y="19"/>
                    </a:moveTo>
                    <a:cubicBezTo>
                      <a:pt x="414" y="49"/>
                      <a:pt x="318" y="283"/>
                      <a:pt x="249" y="346"/>
                    </a:cubicBezTo>
                    <a:lnTo>
                      <a:pt x="249" y="346"/>
                    </a:lnTo>
                    <a:cubicBezTo>
                      <a:pt x="230" y="359"/>
                      <a:pt x="213" y="374"/>
                      <a:pt x="198" y="391"/>
                    </a:cubicBezTo>
                    <a:lnTo>
                      <a:pt x="198" y="391"/>
                    </a:lnTo>
                    <a:cubicBezTo>
                      <a:pt x="179" y="416"/>
                      <a:pt x="162" y="443"/>
                      <a:pt x="146" y="471"/>
                    </a:cubicBezTo>
                    <a:cubicBezTo>
                      <a:pt x="130" y="499"/>
                      <a:pt x="115" y="528"/>
                      <a:pt x="102" y="558"/>
                    </a:cubicBezTo>
                    <a:cubicBezTo>
                      <a:pt x="86" y="596"/>
                      <a:pt x="74" y="642"/>
                      <a:pt x="50" y="676"/>
                    </a:cubicBezTo>
                    <a:cubicBezTo>
                      <a:pt x="43" y="686"/>
                      <a:pt x="28" y="694"/>
                      <a:pt x="23" y="706"/>
                    </a:cubicBezTo>
                    <a:lnTo>
                      <a:pt x="23" y="706"/>
                    </a:lnTo>
                    <a:cubicBezTo>
                      <a:pt x="21" y="716"/>
                      <a:pt x="20" y="725"/>
                      <a:pt x="20" y="735"/>
                    </a:cubicBezTo>
                    <a:lnTo>
                      <a:pt x="20" y="735"/>
                    </a:lnTo>
                    <a:cubicBezTo>
                      <a:pt x="16" y="754"/>
                      <a:pt x="12" y="769"/>
                      <a:pt x="10" y="788"/>
                    </a:cubicBezTo>
                    <a:cubicBezTo>
                      <a:pt x="10" y="792"/>
                      <a:pt x="0" y="813"/>
                      <a:pt x="0" y="814"/>
                    </a:cubicBezTo>
                    <a:cubicBezTo>
                      <a:pt x="0" y="822"/>
                      <a:pt x="6" y="827"/>
                      <a:pt x="7" y="834"/>
                    </a:cubicBezTo>
                    <a:cubicBezTo>
                      <a:pt x="9" y="861"/>
                      <a:pt x="10" y="865"/>
                      <a:pt x="33" y="878"/>
                    </a:cubicBezTo>
                    <a:cubicBezTo>
                      <a:pt x="65" y="896"/>
                      <a:pt x="85" y="919"/>
                      <a:pt x="125" y="926"/>
                    </a:cubicBezTo>
                    <a:cubicBezTo>
                      <a:pt x="195" y="938"/>
                      <a:pt x="271" y="925"/>
                      <a:pt x="342" y="928"/>
                    </a:cubicBezTo>
                    <a:cubicBezTo>
                      <a:pt x="409" y="932"/>
                      <a:pt x="473" y="953"/>
                      <a:pt x="540" y="956"/>
                    </a:cubicBezTo>
                    <a:cubicBezTo>
                      <a:pt x="570" y="958"/>
                      <a:pt x="610" y="956"/>
                      <a:pt x="638" y="939"/>
                    </a:cubicBezTo>
                    <a:cubicBezTo>
                      <a:pt x="665" y="923"/>
                      <a:pt x="667" y="877"/>
                      <a:pt x="675" y="845"/>
                    </a:cubicBezTo>
                    <a:cubicBezTo>
                      <a:pt x="699" y="744"/>
                      <a:pt x="662" y="660"/>
                      <a:pt x="639" y="562"/>
                    </a:cubicBezTo>
                    <a:cubicBezTo>
                      <a:pt x="618" y="474"/>
                      <a:pt x="596" y="386"/>
                      <a:pt x="570" y="300"/>
                    </a:cubicBezTo>
                    <a:cubicBezTo>
                      <a:pt x="551" y="237"/>
                      <a:pt x="524" y="173"/>
                      <a:pt x="499" y="112"/>
                    </a:cubicBezTo>
                    <a:lnTo>
                      <a:pt x="499" y="112"/>
                    </a:lnTo>
                    <a:cubicBezTo>
                      <a:pt x="486" y="86"/>
                      <a:pt x="479" y="58"/>
                      <a:pt x="476" y="29"/>
                    </a:cubicBezTo>
                    <a:cubicBezTo>
                      <a:pt x="474" y="9"/>
                      <a:pt x="477" y="-21"/>
                      <a:pt x="429" y="19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40"/>
              <p:cNvSpPr/>
              <p:nvPr/>
            </p:nvSpPr>
            <p:spPr>
              <a:xfrm>
                <a:off x="2081160" y="4427280"/>
                <a:ext cx="9000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87" extrusionOk="0">
                    <a:moveTo>
                      <a:pt x="6" y="287"/>
                    </a:moveTo>
                    <a:lnTo>
                      <a:pt x="52" y="285"/>
                    </a:lnTo>
                    <a:lnTo>
                      <a:pt x="46" y="86"/>
                    </a:lnTo>
                    <a:cubicBezTo>
                      <a:pt x="46" y="65"/>
                      <a:pt x="48" y="53"/>
                      <a:pt x="54" y="49"/>
                    </a:cubicBezTo>
                    <a:lnTo>
                      <a:pt x="54" y="49"/>
                    </a:lnTo>
                    <a:cubicBezTo>
                      <a:pt x="57" y="48"/>
                      <a:pt x="60" y="47"/>
                      <a:pt x="64" y="47"/>
                    </a:cubicBezTo>
                    <a:cubicBezTo>
                      <a:pt x="65" y="47"/>
                      <a:pt x="67" y="47"/>
                      <a:pt x="68" y="47"/>
                    </a:cubicBezTo>
                    <a:cubicBezTo>
                      <a:pt x="114" y="51"/>
                      <a:pt x="148" y="94"/>
                      <a:pt x="165" y="133"/>
                    </a:cubicBezTo>
                    <a:lnTo>
                      <a:pt x="165" y="133"/>
                    </a:lnTo>
                    <a:cubicBezTo>
                      <a:pt x="177" y="162"/>
                      <a:pt x="185" y="193"/>
                      <a:pt x="191" y="224"/>
                    </a:cubicBezTo>
                    <a:cubicBezTo>
                      <a:pt x="196" y="244"/>
                      <a:pt x="200" y="265"/>
                      <a:pt x="206" y="285"/>
                    </a:cubicBezTo>
                    <a:lnTo>
                      <a:pt x="250" y="272"/>
                    </a:lnTo>
                    <a:cubicBezTo>
                      <a:pt x="245" y="253"/>
                      <a:pt x="241" y="234"/>
                      <a:pt x="236" y="214"/>
                    </a:cubicBezTo>
                    <a:lnTo>
                      <a:pt x="236" y="214"/>
                    </a:lnTo>
                    <a:cubicBezTo>
                      <a:pt x="230" y="180"/>
                      <a:pt x="220" y="146"/>
                      <a:pt x="207" y="114"/>
                    </a:cubicBezTo>
                    <a:cubicBezTo>
                      <a:pt x="185" y="63"/>
                      <a:pt x="138" y="6"/>
                      <a:pt x="72" y="1"/>
                    </a:cubicBezTo>
                    <a:lnTo>
                      <a:pt x="72" y="1"/>
                    </a:lnTo>
                    <a:cubicBezTo>
                      <a:pt x="69" y="0"/>
                      <a:pt x="66" y="0"/>
                      <a:pt x="63" y="0"/>
                    </a:cubicBezTo>
                    <a:cubicBezTo>
                      <a:pt x="52" y="0"/>
                      <a:pt x="40" y="3"/>
                      <a:pt x="30" y="9"/>
                    </a:cubicBezTo>
                    <a:cubicBezTo>
                      <a:pt x="-2" y="28"/>
                      <a:pt x="-1" y="71"/>
                      <a:pt x="0" y="87"/>
                    </a:cubicBezTo>
                    <a:lnTo>
                      <a:pt x="6" y="287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40"/>
              <p:cNvSpPr/>
              <p:nvPr/>
            </p:nvSpPr>
            <p:spPr>
              <a:xfrm>
                <a:off x="2026440" y="4508640"/>
                <a:ext cx="240480" cy="35424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984" extrusionOk="0">
                    <a:moveTo>
                      <a:pt x="275" y="7"/>
                    </a:moveTo>
                    <a:cubicBezTo>
                      <a:pt x="202" y="-3"/>
                      <a:pt x="120" y="-10"/>
                      <a:pt x="63" y="37"/>
                    </a:cubicBezTo>
                    <a:cubicBezTo>
                      <a:pt x="-2" y="90"/>
                      <a:pt x="-3" y="188"/>
                      <a:pt x="2" y="271"/>
                    </a:cubicBezTo>
                    <a:lnTo>
                      <a:pt x="44" y="984"/>
                    </a:lnTo>
                    <a:lnTo>
                      <a:pt x="44" y="984"/>
                    </a:lnTo>
                    <a:cubicBezTo>
                      <a:pt x="257" y="982"/>
                      <a:pt x="469" y="942"/>
                      <a:pt x="668" y="864"/>
                    </a:cubicBezTo>
                    <a:cubicBezTo>
                      <a:pt x="669" y="649"/>
                      <a:pt x="602" y="440"/>
                      <a:pt x="536" y="234"/>
                    </a:cubicBezTo>
                    <a:cubicBezTo>
                      <a:pt x="515" y="167"/>
                      <a:pt x="491" y="97"/>
                      <a:pt x="435" y="56"/>
                    </a:cubicBezTo>
                    <a:cubicBezTo>
                      <a:pt x="389" y="23"/>
                      <a:pt x="331" y="14"/>
                      <a:pt x="275" y="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40"/>
              <p:cNvSpPr/>
              <p:nvPr/>
            </p:nvSpPr>
            <p:spPr>
              <a:xfrm>
                <a:off x="2033280" y="4517640"/>
                <a:ext cx="112320" cy="292320"/>
              </a:xfrm>
              <a:custGeom>
                <a:avLst/>
                <a:gdLst/>
                <a:ahLst/>
                <a:cxnLst/>
                <a:rect l="l" t="t" r="r" b="b"/>
                <a:pathLst>
                  <a:path w="312" h="812" extrusionOk="0">
                    <a:moveTo>
                      <a:pt x="25" y="61"/>
                    </a:moveTo>
                    <a:lnTo>
                      <a:pt x="25" y="61"/>
                    </a:lnTo>
                    <a:cubicBezTo>
                      <a:pt x="36" y="43"/>
                      <a:pt x="51" y="29"/>
                      <a:pt x="70" y="18"/>
                    </a:cubicBezTo>
                    <a:cubicBezTo>
                      <a:pt x="90" y="7"/>
                      <a:pt x="113" y="0"/>
                      <a:pt x="136" y="0"/>
                    </a:cubicBezTo>
                    <a:cubicBezTo>
                      <a:pt x="144" y="0"/>
                      <a:pt x="152" y="1"/>
                      <a:pt x="160" y="3"/>
                    </a:cubicBezTo>
                    <a:cubicBezTo>
                      <a:pt x="138" y="44"/>
                      <a:pt x="152" y="94"/>
                      <a:pt x="165" y="139"/>
                    </a:cubicBezTo>
                    <a:cubicBezTo>
                      <a:pt x="231" y="357"/>
                      <a:pt x="272" y="584"/>
                      <a:pt x="312" y="808"/>
                    </a:cubicBezTo>
                    <a:lnTo>
                      <a:pt x="312" y="808"/>
                    </a:lnTo>
                    <a:cubicBezTo>
                      <a:pt x="279" y="807"/>
                      <a:pt x="247" y="806"/>
                      <a:pt x="214" y="806"/>
                    </a:cubicBezTo>
                    <a:cubicBezTo>
                      <a:pt x="162" y="806"/>
                      <a:pt x="109" y="808"/>
                      <a:pt x="57" y="812"/>
                    </a:cubicBezTo>
                    <a:cubicBezTo>
                      <a:pt x="31" y="608"/>
                      <a:pt x="4" y="403"/>
                      <a:pt x="0" y="198"/>
                    </a:cubicBezTo>
                    <a:cubicBezTo>
                      <a:pt x="-1" y="151"/>
                      <a:pt x="0" y="101"/>
                      <a:pt x="25" y="6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40"/>
              <p:cNvSpPr/>
              <p:nvPr/>
            </p:nvSpPr>
            <p:spPr>
              <a:xfrm>
                <a:off x="1539720" y="3549600"/>
                <a:ext cx="484200" cy="385200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1070" extrusionOk="0">
                    <a:moveTo>
                      <a:pt x="1292" y="201"/>
                    </a:moveTo>
                    <a:cubicBezTo>
                      <a:pt x="1208" y="44"/>
                      <a:pt x="1054" y="-39"/>
                      <a:pt x="949" y="18"/>
                    </a:cubicBezTo>
                    <a:lnTo>
                      <a:pt x="949" y="18"/>
                    </a:lnTo>
                    <a:cubicBezTo>
                      <a:pt x="948" y="18"/>
                      <a:pt x="947" y="18"/>
                      <a:pt x="947" y="19"/>
                    </a:cubicBezTo>
                    <a:cubicBezTo>
                      <a:pt x="942" y="22"/>
                      <a:pt x="937" y="25"/>
                      <a:pt x="932" y="29"/>
                    </a:cubicBezTo>
                    <a:lnTo>
                      <a:pt x="932" y="29"/>
                    </a:lnTo>
                    <a:lnTo>
                      <a:pt x="932" y="29"/>
                    </a:lnTo>
                    <a:lnTo>
                      <a:pt x="927" y="33"/>
                    </a:lnTo>
                    <a:cubicBezTo>
                      <a:pt x="631" y="281"/>
                      <a:pt x="272" y="415"/>
                      <a:pt x="142" y="457"/>
                    </a:cubicBezTo>
                    <a:lnTo>
                      <a:pt x="142" y="457"/>
                    </a:lnTo>
                    <a:cubicBezTo>
                      <a:pt x="125" y="460"/>
                      <a:pt x="108" y="465"/>
                      <a:pt x="92" y="473"/>
                    </a:cubicBezTo>
                    <a:cubicBezTo>
                      <a:pt x="-14" y="529"/>
                      <a:pt x="-31" y="705"/>
                      <a:pt x="54" y="865"/>
                    </a:cubicBezTo>
                    <a:cubicBezTo>
                      <a:pt x="139" y="1025"/>
                      <a:pt x="294" y="1109"/>
                      <a:pt x="400" y="1052"/>
                    </a:cubicBezTo>
                    <a:lnTo>
                      <a:pt x="400" y="1052"/>
                    </a:lnTo>
                    <a:cubicBezTo>
                      <a:pt x="401" y="1052"/>
                      <a:pt x="402" y="1051"/>
                      <a:pt x="404" y="1051"/>
                    </a:cubicBezTo>
                    <a:cubicBezTo>
                      <a:pt x="417" y="1042"/>
                      <a:pt x="430" y="1032"/>
                      <a:pt x="441" y="1020"/>
                    </a:cubicBezTo>
                    <a:cubicBezTo>
                      <a:pt x="747" y="782"/>
                      <a:pt x="1091" y="646"/>
                      <a:pt x="1210" y="604"/>
                    </a:cubicBezTo>
                    <a:lnTo>
                      <a:pt x="1210" y="604"/>
                    </a:lnTo>
                    <a:cubicBezTo>
                      <a:pt x="1225" y="601"/>
                      <a:pt x="1239" y="596"/>
                      <a:pt x="1253" y="589"/>
                    </a:cubicBezTo>
                    <a:cubicBezTo>
                      <a:pt x="1359" y="532"/>
                      <a:pt x="1376" y="358"/>
                      <a:pt x="1292" y="20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40"/>
              <p:cNvSpPr/>
              <p:nvPr/>
            </p:nvSpPr>
            <p:spPr>
              <a:xfrm>
                <a:off x="1647720" y="3825000"/>
                <a:ext cx="15516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553" extrusionOk="0">
                    <a:moveTo>
                      <a:pt x="412" y="205"/>
                    </a:moveTo>
                    <a:lnTo>
                      <a:pt x="412" y="205"/>
                    </a:lnTo>
                    <a:cubicBezTo>
                      <a:pt x="338" y="252"/>
                      <a:pt x="266" y="304"/>
                      <a:pt x="196" y="358"/>
                    </a:cubicBezTo>
                    <a:cubicBezTo>
                      <a:pt x="245" y="250"/>
                      <a:pt x="247" y="130"/>
                      <a:pt x="271" y="6"/>
                    </a:cubicBezTo>
                    <a:lnTo>
                      <a:pt x="271" y="6"/>
                    </a:lnTo>
                    <a:cubicBezTo>
                      <a:pt x="261" y="8"/>
                      <a:pt x="251" y="9"/>
                      <a:pt x="241" y="9"/>
                    </a:cubicBezTo>
                    <a:cubicBezTo>
                      <a:pt x="223" y="9"/>
                      <a:pt x="205" y="6"/>
                      <a:pt x="188" y="0"/>
                    </a:cubicBezTo>
                    <a:cubicBezTo>
                      <a:pt x="100" y="156"/>
                      <a:pt x="12" y="338"/>
                      <a:pt x="0" y="516"/>
                    </a:cubicBezTo>
                    <a:lnTo>
                      <a:pt x="0" y="516"/>
                    </a:lnTo>
                    <a:cubicBezTo>
                      <a:pt x="9" y="520"/>
                      <a:pt x="17" y="525"/>
                      <a:pt x="25" y="529"/>
                    </a:cubicBezTo>
                    <a:cubicBezTo>
                      <a:pt x="38" y="537"/>
                      <a:pt x="50" y="544"/>
                      <a:pt x="62" y="553"/>
                    </a:cubicBezTo>
                    <a:lnTo>
                      <a:pt x="62" y="553"/>
                    </a:lnTo>
                    <a:cubicBezTo>
                      <a:pt x="189" y="527"/>
                      <a:pt x="312" y="488"/>
                      <a:pt x="431" y="437"/>
                    </a:cubicBezTo>
                    <a:lnTo>
                      <a:pt x="431" y="437"/>
                    </a:lnTo>
                    <a:cubicBezTo>
                      <a:pt x="431" y="426"/>
                      <a:pt x="431" y="415"/>
                      <a:pt x="431" y="404"/>
                    </a:cubicBezTo>
                    <a:cubicBezTo>
                      <a:pt x="431" y="337"/>
                      <a:pt x="425" y="271"/>
                      <a:pt x="412" y="205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40"/>
              <p:cNvSpPr/>
              <p:nvPr/>
            </p:nvSpPr>
            <p:spPr>
              <a:xfrm>
                <a:off x="1913400" y="3899880"/>
                <a:ext cx="225360" cy="340200"/>
              </a:xfrm>
              <a:custGeom>
                <a:avLst/>
                <a:gdLst/>
                <a:ahLst/>
                <a:cxnLst/>
                <a:rect l="l" t="t" r="r" b="b"/>
                <a:pathLst>
                  <a:path w="626" h="945" extrusionOk="0">
                    <a:moveTo>
                      <a:pt x="304" y="0"/>
                    </a:moveTo>
                    <a:lnTo>
                      <a:pt x="304" y="0"/>
                    </a:lnTo>
                    <a:cubicBezTo>
                      <a:pt x="336" y="2"/>
                      <a:pt x="367" y="11"/>
                      <a:pt x="395" y="27"/>
                    </a:cubicBezTo>
                    <a:cubicBezTo>
                      <a:pt x="424" y="44"/>
                      <a:pt x="449" y="68"/>
                      <a:pt x="468" y="97"/>
                    </a:cubicBezTo>
                    <a:cubicBezTo>
                      <a:pt x="503" y="154"/>
                      <a:pt x="509" y="222"/>
                      <a:pt x="516" y="288"/>
                    </a:cubicBezTo>
                    <a:lnTo>
                      <a:pt x="516" y="288"/>
                    </a:lnTo>
                    <a:cubicBezTo>
                      <a:pt x="534" y="447"/>
                      <a:pt x="567" y="604"/>
                      <a:pt x="614" y="758"/>
                    </a:cubicBezTo>
                    <a:cubicBezTo>
                      <a:pt x="625" y="794"/>
                      <a:pt x="636" y="837"/>
                      <a:pt x="613" y="867"/>
                    </a:cubicBezTo>
                    <a:lnTo>
                      <a:pt x="613" y="867"/>
                    </a:lnTo>
                    <a:cubicBezTo>
                      <a:pt x="605" y="875"/>
                      <a:pt x="596" y="883"/>
                      <a:pt x="587" y="888"/>
                    </a:cubicBezTo>
                    <a:cubicBezTo>
                      <a:pt x="574" y="896"/>
                      <a:pt x="560" y="900"/>
                      <a:pt x="546" y="902"/>
                    </a:cubicBezTo>
                    <a:lnTo>
                      <a:pt x="546" y="902"/>
                    </a:lnTo>
                    <a:cubicBezTo>
                      <a:pt x="462" y="923"/>
                      <a:pt x="376" y="937"/>
                      <a:pt x="289" y="943"/>
                    </a:cubicBezTo>
                    <a:cubicBezTo>
                      <a:pt x="241" y="947"/>
                      <a:pt x="191" y="947"/>
                      <a:pt x="147" y="928"/>
                    </a:cubicBezTo>
                    <a:cubicBezTo>
                      <a:pt x="93" y="904"/>
                      <a:pt x="55" y="852"/>
                      <a:pt x="33" y="797"/>
                    </a:cubicBezTo>
                    <a:cubicBezTo>
                      <a:pt x="-21" y="666"/>
                      <a:pt x="-2" y="516"/>
                      <a:pt x="47" y="383"/>
                    </a:cubicBezTo>
                    <a:cubicBezTo>
                      <a:pt x="95" y="250"/>
                      <a:pt x="172" y="130"/>
                      <a:pt x="234" y="3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40"/>
              <p:cNvSpPr/>
              <p:nvPr/>
            </p:nvSpPr>
            <p:spPr>
              <a:xfrm>
                <a:off x="1757520" y="4280040"/>
                <a:ext cx="148320" cy="56052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557" extrusionOk="0">
                    <a:moveTo>
                      <a:pt x="412" y="0"/>
                    </a:moveTo>
                    <a:lnTo>
                      <a:pt x="48" y="0"/>
                    </a:lnTo>
                    <a:lnTo>
                      <a:pt x="48" y="0"/>
                    </a:lnTo>
                    <a:cubicBezTo>
                      <a:pt x="16" y="274"/>
                      <a:pt x="0" y="550"/>
                      <a:pt x="0" y="826"/>
                    </a:cubicBezTo>
                    <a:cubicBezTo>
                      <a:pt x="0" y="1064"/>
                      <a:pt x="12" y="1302"/>
                      <a:pt x="35" y="1539"/>
                    </a:cubicBezTo>
                    <a:lnTo>
                      <a:pt x="35" y="1539"/>
                    </a:lnTo>
                    <a:cubicBezTo>
                      <a:pt x="51" y="1536"/>
                      <a:pt x="67" y="1535"/>
                      <a:pt x="83" y="1535"/>
                    </a:cubicBezTo>
                    <a:cubicBezTo>
                      <a:pt x="119" y="1535"/>
                      <a:pt x="155" y="1542"/>
                      <a:pt x="189" y="1557"/>
                    </a:cubicBezTo>
                    <a:lnTo>
                      <a:pt x="189" y="1557"/>
                    </a:lnTo>
                    <a:cubicBezTo>
                      <a:pt x="188" y="1547"/>
                      <a:pt x="188" y="1536"/>
                      <a:pt x="188" y="1526"/>
                    </a:cubicBezTo>
                    <a:cubicBezTo>
                      <a:pt x="188" y="1009"/>
                      <a:pt x="264" y="495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40"/>
              <p:cNvSpPr/>
              <p:nvPr/>
            </p:nvSpPr>
            <p:spPr>
              <a:xfrm>
                <a:off x="1865880" y="3721680"/>
                <a:ext cx="12204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69" extrusionOk="0">
                    <a:moveTo>
                      <a:pt x="140" y="324"/>
                    </a:moveTo>
                    <a:cubicBezTo>
                      <a:pt x="152" y="337"/>
                      <a:pt x="173" y="337"/>
                      <a:pt x="191" y="335"/>
                    </a:cubicBezTo>
                    <a:lnTo>
                      <a:pt x="191" y="335"/>
                    </a:lnTo>
                    <a:cubicBezTo>
                      <a:pt x="191" y="338"/>
                      <a:pt x="190" y="340"/>
                      <a:pt x="190" y="343"/>
                    </a:cubicBezTo>
                    <a:cubicBezTo>
                      <a:pt x="190" y="347"/>
                      <a:pt x="192" y="352"/>
                      <a:pt x="194" y="356"/>
                    </a:cubicBezTo>
                    <a:cubicBezTo>
                      <a:pt x="196" y="360"/>
                      <a:pt x="200" y="364"/>
                      <a:pt x="204" y="366"/>
                    </a:cubicBezTo>
                    <a:cubicBezTo>
                      <a:pt x="206" y="368"/>
                      <a:pt x="208" y="368"/>
                      <a:pt x="210" y="369"/>
                    </a:cubicBezTo>
                    <a:lnTo>
                      <a:pt x="210" y="369"/>
                    </a:lnTo>
                    <a:cubicBezTo>
                      <a:pt x="214" y="369"/>
                      <a:pt x="217" y="369"/>
                      <a:pt x="221" y="369"/>
                    </a:cubicBezTo>
                    <a:cubicBezTo>
                      <a:pt x="231" y="369"/>
                      <a:pt x="241" y="368"/>
                      <a:pt x="250" y="362"/>
                    </a:cubicBezTo>
                    <a:cubicBezTo>
                      <a:pt x="251" y="362"/>
                      <a:pt x="251" y="361"/>
                      <a:pt x="252" y="360"/>
                    </a:cubicBezTo>
                    <a:lnTo>
                      <a:pt x="252" y="360"/>
                    </a:lnTo>
                    <a:lnTo>
                      <a:pt x="252" y="360"/>
                    </a:lnTo>
                    <a:cubicBezTo>
                      <a:pt x="284" y="342"/>
                      <a:pt x="311" y="316"/>
                      <a:pt x="330" y="285"/>
                    </a:cubicBezTo>
                    <a:lnTo>
                      <a:pt x="330" y="285"/>
                    </a:lnTo>
                    <a:cubicBezTo>
                      <a:pt x="332" y="284"/>
                      <a:pt x="333" y="282"/>
                      <a:pt x="334" y="280"/>
                    </a:cubicBezTo>
                    <a:cubicBezTo>
                      <a:pt x="336" y="276"/>
                      <a:pt x="338" y="272"/>
                      <a:pt x="339" y="268"/>
                    </a:cubicBezTo>
                    <a:lnTo>
                      <a:pt x="339" y="268"/>
                    </a:lnTo>
                    <a:cubicBezTo>
                      <a:pt x="339" y="267"/>
                      <a:pt x="339" y="266"/>
                      <a:pt x="339" y="265"/>
                    </a:cubicBezTo>
                    <a:cubicBezTo>
                      <a:pt x="339" y="262"/>
                      <a:pt x="338" y="260"/>
                      <a:pt x="337" y="257"/>
                    </a:cubicBezTo>
                    <a:cubicBezTo>
                      <a:pt x="335" y="255"/>
                      <a:pt x="333" y="253"/>
                      <a:pt x="331" y="251"/>
                    </a:cubicBezTo>
                    <a:lnTo>
                      <a:pt x="330" y="251"/>
                    </a:lnTo>
                    <a:lnTo>
                      <a:pt x="330" y="251"/>
                    </a:lnTo>
                    <a:cubicBezTo>
                      <a:pt x="333" y="239"/>
                      <a:pt x="334" y="227"/>
                      <a:pt x="334" y="216"/>
                    </a:cubicBezTo>
                    <a:cubicBezTo>
                      <a:pt x="334" y="210"/>
                      <a:pt x="334" y="204"/>
                      <a:pt x="333" y="199"/>
                    </a:cubicBezTo>
                    <a:lnTo>
                      <a:pt x="333" y="199"/>
                    </a:lnTo>
                    <a:cubicBezTo>
                      <a:pt x="330" y="174"/>
                      <a:pt x="324" y="149"/>
                      <a:pt x="315" y="126"/>
                    </a:cubicBezTo>
                    <a:lnTo>
                      <a:pt x="315" y="126"/>
                    </a:lnTo>
                    <a:cubicBezTo>
                      <a:pt x="308" y="103"/>
                      <a:pt x="299" y="82"/>
                      <a:pt x="288" y="62"/>
                    </a:cubicBezTo>
                    <a:cubicBezTo>
                      <a:pt x="286" y="60"/>
                      <a:pt x="285" y="57"/>
                      <a:pt x="284" y="55"/>
                    </a:cubicBezTo>
                    <a:lnTo>
                      <a:pt x="284" y="55"/>
                    </a:lnTo>
                    <a:cubicBezTo>
                      <a:pt x="276" y="42"/>
                      <a:pt x="264" y="32"/>
                      <a:pt x="250" y="23"/>
                    </a:cubicBezTo>
                    <a:cubicBezTo>
                      <a:pt x="242" y="19"/>
                      <a:pt x="232" y="14"/>
                      <a:pt x="223" y="12"/>
                    </a:cubicBezTo>
                    <a:lnTo>
                      <a:pt x="223" y="12"/>
                    </a:lnTo>
                    <a:cubicBezTo>
                      <a:pt x="220" y="12"/>
                      <a:pt x="218" y="11"/>
                      <a:pt x="216" y="11"/>
                    </a:cubicBezTo>
                    <a:cubicBezTo>
                      <a:pt x="212" y="11"/>
                      <a:pt x="208" y="12"/>
                      <a:pt x="204" y="14"/>
                    </a:cubicBezTo>
                    <a:lnTo>
                      <a:pt x="204" y="14"/>
                    </a:lnTo>
                    <a:cubicBezTo>
                      <a:pt x="203" y="14"/>
                      <a:pt x="203" y="15"/>
                      <a:pt x="202" y="15"/>
                    </a:cubicBezTo>
                    <a:cubicBezTo>
                      <a:pt x="200" y="17"/>
                      <a:pt x="197" y="18"/>
                      <a:pt x="196" y="20"/>
                    </a:cubicBezTo>
                    <a:cubicBezTo>
                      <a:pt x="194" y="23"/>
                      <a:pt x="194" y="25"/>
                      <a:pt x="194" y="28"/>
                    </a:cubicBezTo>
                    <a:lnTo>
                      <a:pt x="194" y="28"/>
                    </a:lnTo>
                    <a:cubicBezTo>
                      <a:pt x="194" y="27"/>
                      <a:pt x="193" y="26"/>
                      <a:pt x="193" y="26"/>
                    </a:cubicBezTo>
                    <a:cubicBezTo>
                      <a:pt x="188" y="18"/>
                      <a:pt x="181" y="12"/>
                      <a:pt x="174" y="7"/>
                    </a:cubicBezTo>
                    <a:cubicBezTo>
                      <a:pt x="166" y="3"/>
                      <a:pt x="158" y="0"/>
                      <a:pt x="149" y="0"/>
                    </a:cubicBezTo>
                    <a:cubicBezTo>
                      <a:pt x="141" y="0"/>
                      <a:pt x="133" y="2"/>
                      <a:pt x="126" y="6"/>
                    </a:cubicBezTo>
                    <a:lnTo>
                      <a:pt x="126" y="6"/>
                    </a:lnTo>
                    <a:cubicBezTo>
                      <a:pt x="125" y="5"/>
                      <a:pt x="124" y="5"/>
                      <a:pt x="123" y="4"/>
                    </a:cubicBezTo>
                    <a:cubicBezTo>
                      <a:pt x="119" y="1"/>
                      <a:pt x="114" y="0"/>
                      <a:pt x="109" y="0"/>
                    </a:cubicBezTo>
                    <a:cubicBezTo>
                      <a:pt x="104" y="0"/>
                      <a:pt x="100" y="2"/>
                      <a:pt x="96" y="4"/>
                    </a:cubicBezTo>
                    <a:cubicBezTo>
                      <a:pt x="94" y="6"/>
                      <a:pt x="92" y="6"/>
                      <a:pt x="90" y="8"/>
                    </a:cubicBezTo>
                    <a:lnTo>
                      <a:pt x="90" y="8"/>
                    </a:lnTo>
                    <a:cubicBezTo>
                      <a:pt x="84" y="7"/>
                      <a:pt x="78" y="6"/>
                      <a:pt x="72" y="6"/>
                    </a:cubicBezTo>
                    <a:cubicBezTo>
                      <a:pt x="61" y="6"/>
                      <a:pt x="49" y="8"/>
                      <a:pt x="39" y="13"/>
                    </a:cubicBezTo>
                    <a:lnTo>
                      <a:pt x="39" y="13"/>
                    </a:lnTo>
                    <a:cubicBezTo>
                      <a:pt x="37" y="13"/>
                      <a:pt x="35" y="15"/>
                      <a:pt x="34" y="15"/>
                    </a:cubicBezTo>
                    <a:cubicBezTo>
                      <a:pt x="30" y="18"/>
                      <a:pt x="27" y="20"/>
                      <a:pt x="24" y="24"/>
                    </a:cubicBezTo>
                    <a:lnTo>
                      <a:pt x="24" y="24"/>
                    </a:lnTo>
                    <a:cubicBezTo>
                      <a:pt x="22" y="30"/>
                      <a:pt x="25" y="39"/>
                      <a:pt x="31" y="39"/>
                    </a:cubicBezTo>
                    <a:lnTo>
                      <a:pt x="31" y="39"/>
                    </a:lnTo>
                    <a:cubicBezTo>
                      <a:pt x="31" y="39"/>
                      <a:pt x="30" y="40"/>
                      <a:pt x="29" y="40"/>
                    </a:cubicBezTo>
                    <a:cubicBezTo>
                      <a:pt x="24" y="43"/>
                      <a:pt x="19" y="48"/>
                      <a:pt x="16" y="53"/>
                    </a:cubicBezTo>
                    <a:cubicBezTo>
                      <a:pt x="13" y="58"/>
                      <a:pt x="12" y="65"/>
                      <a:pt x="12" y="71"/>
                    </a:cubicBezTo>
                    <a:cubicBezTo>
                      <a:pt x="12" y="71"/>
                      <a:pt x="12" y="72"/>
                      <a:pt x="12" y="73"/>
                    </a:cubicBezTo>
                    <a:lnTo>
                      <a:pt x="12" y="73"/>
                    </a:lnTo>
                    <a:cubicBezTo>
                      <a:pt x="8" y="75"/>
                      <a:pt x="5" y="78"/>
                      <a:pt x="3" y="81"/>
                    </a:cubicBezTo>
                    <a:cubicBezTo>
                      <a:pt x="1" y="85"/>
                      <a:pt x="0" y="90"/>
                      <a:pt x="0" y="94"/>
                    </a:cubicBezTo>
                    <a:cubicBezTo>
                      <a:pt x="0" y="97"/>
                      <a:pt x="0" y="100"/>
                      <a:pt x="1" y="103"/>
                    </a:cubicBezTo>
                    <a:lnTo>
                      <a:pt x="1" y="103"/>
                    </a:lnTo>
                    <a:cubicBezTo>
                      <a:pt x="2" y="105"/>
                      <a:pt x="3" y="108"/>
                      <a:pt x="5" y="110"/>
                    </a:cubicBezTo>
                    <a:cubicBezTo>
                      <a:pt x="9" y="117"/>
                      <a:pt x="15" y="123"/>
                      <a:pt x="22" y="127"/>
                    </a:cubicBezTo>
                    <a:lnTo>
                      <a:pt x="23" y="128"/>
                    </a:lnTo>
                    <a:lnTo>
                      <a:pt x="23" y="128"/>
                    </a:lnTo>
                    <a:cubicBezTo>
                      <a:pt x="34" y="133"/>
                      <a:pt x="44" y="138"/>
                      <a:pt x="55" y="141"/>
                    </a:cubicBezTo>
                    <a:lnTo>
                      <a:pt x="55" y="141"/>
                    </a:lnTo>
                    <a:cubicBezTo>
                      <a:pt x="58" y="142"/>
                      <a:pt x="61" y="144"/>
                      <a:pt x="64" y="145"/>
                    </a:cubicBezTo>
                    <a:cubicBezTo>
                      <a:pt x="69" y="148"/>
                      <a:pt x="74" y="153"/>
                      <a:pt x="78" y="159"/>
                    </a:cubicBezTo>
                    <a:cubicBezTo>
                      <a:pt x="78" y="160"/>
                      <a:pt x="79" y="161"/>
                      <a:pt x="79" y="162"/>
                    </a:cubicBezTo>
                    <a:cubicBezTo>
                      <a:pt x="83" y="175"/>
                      <a:pt x="73" y="190"/>
                      <a:pt x="79" y="202"/>
                    </a:cubicBezTo>
                    <a:cubicBezTo>
                      <a:pt x="84" y="215"/>
                      <a:pt x="106" y="217"/>
                      <a:pt x="118" y="227"/>
                    </a:cubicBezTo>
                    <a:lnTo>
                      <a:pt x="118" y="227"/>
                    </a:lnTo>
                    <a:cubicBezTo>
                      <a:pt x="121" y="229"/>
                      <a:pt x="122" y="232"/>
                      <a:pt x="124" y="235"/>
                    </a:cubicBezTo>
                    <a:cubicBezTo>
                      <a:pt x="129" y="243"/>
                      <a:pt x="131" y="253"/>
                      <a:pt x="131" y="262"/>
                    </a:cubicBezTo>
                    <a:cubicBezTo>
                      <a:pt x="131" y="266"/>
                      <a:pt x="131" y="270"/>
                      <a:pt x="130" y="274"/>
                    </a:cubicBezTo>
                    <a:lnTo>
                      <a:pt x="130" y="274"/>
                    </a:lnTo>
                    <a:cubicBezTo>
                      <a:pt x="129" y="278"/>
                      <a:pt x="129" y="283"/>
                      <a:pt x="129" y="288"/>
                    </a:cubicBezTo>
                    <a:cubicBezTo>
                      <a:pt x="129" y="299"/>
                      <a:pt x="132" y="310"/>
                      <a:pt x="137" y="319"/>
                    </a:cubicBezTo>
                    <a:cubicBezTo>
                      <a:pt x="138" y="321"/>
                      <a:pt x="139" y="322"/>
                      <a:pt x="140" y="324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40"/>
              <p:cNvSpPr/>
              <p:nvPr/>
            </p:nvSpPr>
            <p:spPr>
              <a:xfrm>
                <a:off x="1866960" y="4280040"/>
                <a:ext cx="128160" cy="55044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1529" extrusionOk="0">
                    <a:moveTo>
                      <a:pt x="345" y="0"/>
                    </a:moveTo>
                    <a:lnTo>
                      <a:pt x="1" y="0"/>
                    </a:lnTo>
                    <a:cubicBezTo>
                      <a:pt x="-4" y="150"/>
                      <a:pt x="14" y="300"/>
                      <a:pt x="32" y="450"/>
                    </a:cubicBezTo>
                    <a:cubicBezTo>
                      <a:pt x="76" y="814"/>
                      <a:pt x="121" y="1180"/>
                      <a:pt x="241" y="1529"/>
                    </a:cubicBezTo>
                    <a:lnTo>
                      <a:pt x="356" y="1514"/>
                    </a:lnTo>
                    <a:cubicBezTo>
                      <a:pt x="243" y="1018"/>
                      <a:pt x="389" y="503"/>
                      <a:pt x="3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40"/>
              <p:cNvSpPr/>
              <p:nvPr/>
            </p:nvSpPr>
            <p:spPr>
              <a:xfrm>
                <a:off x="1752480" y="3894480"/>
                <a:ext cx="287640" cy="478800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330" extrusionOk="0">
                    <a:moveTo>
                      <a:pt x="666" y="706"/>
                    </a:moveTo>
                    <a:cubicBezTo>
                      <a:pt x="685" y="529"/>
                      <a:pt x="750" y="304"/>
                      <a:pt x="782" y="129"/>
                    </a:cubicBezTo>
                    <a:cubicBezTo>
                      <a:pt x="695" y="88"/>
                      <a:pt x="633" y="59"/>
                      <a:pt x="599" y="33"/>
                    </a:cubicBezTo>
                    <a:cubicBezTo>
                      <a:pt x="517" y="98"/>
                      <a:pt x="408" y="127"/>
                      <a:pt x="317" y="97"/>
                    </a:cubicBezTo>
                    <a:lnTo>
                      <a:pt x="317" y="97"/>
                    </a:lnTo>
                    <a:cubicBezTo>
                      <a:pt x="306" y="86"/>
                      <a:pt x="296" y="74"/>
                      <a:pt x="289" y="60"/>
                    </a:cubicBezTo>
                    <a:cubicBezTo>
                      <a:pt x="278" y="42"/>
                      <a:pt x="271" y="21"/>
                      <a:pt x="266" y="0"/>
                    </a:cubicBezTo>
                    <a:cubicBezTo>
                      <a:pt x="220" y="18"/>
                      <a:pt x="167" y="15"/>
                      <a:pt x="120" y="13"/>
                    </a:cubicBezTo>
                    <a:cubicBezTo>
                      <a:pt x="71" y="206"/>
                      <a:pt x="88" y="367"/>
                      <a:pt x="80" y="566"/>
                    </a:cubicBezTo>
                    <a:cubicBezTo>
                      <a:pt x="71" y="805"/>
                      <a:pt x="35" y="1043"/>
                      <a:pt x="0" y="1280"/>
                    </a:cubicBezTo>
                    <a:cubicBezTo>
                      <a:pt x="126" y="1327"/>
                      <a:pt x="265" y="1337"/>
                      <a:pt x="400" y="1326"/>
                    </a:cubicBezTo>
                    <a:cubicBezTo>
                      <a:pt x="535" y="1316"/>
                      <a:pt x="668" y="1286"/>
                      <a:pt x="799" y="1257"/>
                    </a:cubicBezTo>
                    <a:cubicBezTo>
                      <a:pt x="722" y="1081"/>
                      <a:pt x="647" y="895"/>
                      <a:pt x="666" y="70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40"/>
              <p:cNvSpPr/>
              <p:nvPr/>
            </p:nvSpPr>
            <p:spPr>
              <a:xfrm>
                <a:off x="1823400" y="3898080"/>
                <a:ext cx="252360" cy="21096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86" extrusionOk="0">
                    <a:moveTo>
                      <a:pt x="701" y="122"/>
                    </a:moveTo>
                    <a:lnTo>
                      <a:pt x="701" y="122"/>
                    </a:lnTo>
                    <a:cubicBezTo>
                      <a:pt x="701" y="123"/>
                      <a:pt x="701" y="124"/>
                      <a:pt x="701" y="125"/>
                    </a:cubicBezTo>
                    <a:cubicBezTo>
                      <a:pt x="701" y="127"/>
                      <a:pt x="701" y="129"/>
                      <a:pt x="700" y="132"/>
                    </a:cubicBezTo>
                    <a:cubicBezTo>
                      <a:pt x="696" y="138"/>
                      <a:pt x="687" y="137"/>
                      <a:pt x="680" y="135"/>
                    </a:cubicBezTo>
                    <a:cubicBezTo>
                      <a:pt x="578" y="112"/>
                      <a:pt x="469" y="103"/>
                      <a:pt x="369" y="132"/>
                    </a:cubicBezTo>
                    <a:cubicBezTo>
                      <a:pt x="268" y="162"/>
                      <a:pt x="177" y="232"/>
                      <a:pt x="145" y="333"/>
                    </a:cubicBezTo>
                    <a:cubicBezTo>
                      <a:pt x="121" y="407"/>
                      <a:pt x="131" y="488"/>
                      <a:pt x="145" y="565"/>
                    </a:cubicBezTo>
                    <a:lnTo>
                      <a:pt x="145" y="565"/>
                    </a:lnTo>
                    <a:cubicBezTo>
                      <a:pt x="139" y="567"/>
                      <a:pt x="133" y="568"/>
                      <a:pt x="128" y="568"/>
                    </a:cubicBezTo>
                    <a:cubicBezTo>
                      <a:pt x="118" y="568"/>
                      <a:pt x="108" y="566"/>
                      <a:pt x="100" y="561"/>
                    </a:cubicBezTo>
                    <a:cubicBezTo>
                      <a:pt x="91" y="557"/>
                      <a:pt x="85" y="549"/>
                      <a:pt x="81" y="541"/>
                    </a:cubicBezTo>
                    <a:cubicBezTo>
                      <a:pt x="79" y="537"/>
                      <a:pt x="77" y="534"/>
                      <a:pt x="76" y="530"/>
                    </a:cubicBezTo>
                    <a:lnTo>
                      <a:pt x="76" y="530"/>
                    </a:lnTo>
                    <a:cubicBezTo>
                      <a:pt x="65" y="548"/>
                      <a:pt x="49" y="563"/>
                      <a:pt x="30" y="574"/>
                    </a:cubicBezTo>
                    <a:cubicBezTo>
                      <a:pt x="21" y="579"/>
                      <a:pt x="11" y="584"/>
                      <a:pt x="1" y="586"/>
                    </a:cubicBezTo>
                    <a:cubicBezTo>
                      <a:pt x="-4" y="542"/>
                      <a:pt x="10" y="498"/>
                      <a:pt x="24" y="455"/>
                    </a:cubicBezTo>
                    <a:lnTo>
                      <a:pt x="24" y="455"/>
                    </a:lnTo>
                    <a:cubicBezTo>
                      <a:pt x="39" y="402"/>
                      <a:pt x="59" y="350"/>
                      <a:pt x="84" y="300"/>
                    </a:cubicBezTo>
                    <a:cubicBezTo>
                      <a:pt x="151" y="172"/>
                      <a:pt x="274" y="78"/>
                      <a:pt x="410" y="27"/>
                    </a:cubicBezTo>
                    <a:cubicBezTo>
                      <a:pt x="466" y="6"/>
                      <a:pt x="526" y="-8"/>
                      <a:pt x="584" y="5"/>
                    </a:cubicBezTo>
                    <a:cubicBezTo>
                      <a:pt x="641" y="18"/>
                      <a:pt x="695" y="63"/>
                      <a:pt x="701" y="122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40"/>
              <p:cNvSpPr/>
              <p:nvPr/>
            </p:nvSpPr>
            <p:spPr>
              <a:xfrm>
                <a:off x="1848240" y="3807000"/>
                <a:ext cx="119880" cy="12672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352" extrusionOk="0">
                    <a:moveTo>
                      <a:pt x="333" y="276"/>
                    </a:moveTo>
                    <a:lnTo>
                      <a:pt x="333" y="276"/>
                    </a:lnTo>
                    <a:cubicBezTo>
                      <a:pt x="327" y="272"/>
                      <a:pt x="321" y="267"/>
                      <a:pt x="316" y="262"/>
                    </a:cubicBezTo>
                    <a:cubicBezTo>
                      <a:pt x="260" y="203"/>
                      <a:pt x="284" y="83"/>
                      <a:pt x="295" y="5"/>
                    </a:cubicBezTo>
                    <a:cubicBezTo>
                      <a:pt x="235" y="8"/>
                      <a:pt x="186" y="23"/>
                      <a:pt x="132" y="0"/>
                    </a:cubicBezTo>
                    <a:cubicBezTo>
                      <a:pt x="116" y="156"/>
                      <a:pt x="63" y="219"/>
                      <a:pt x="0" y="243"/>
                    </a:cubicBezTo>
                    <a:lnTo>
                      <a:pt x="0" y="243"/>
                    </a:lnTo>
                    <a:cubicBezTo>
                      <a:pt x="5" y="264"/>
                      <a:pt x="12" y="285"/>
                      <a:pt x="23" y="303"/>
                    </a:cubicBezTo>
                    <a:cubicBezTo>
                      <a:pt x="30" y="317"/>
                      <a:pt x="40" y="329"/>
                      <a:pt x="51" y="340"/>
                    </a:cubicBezTo>
                    <a:cubicBezTo>
                      <a:pt x="142" y="370"/>
                      <a:pt x="250" y="341"/>
                      <a:pt x="333" y="27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40"/>
              <p:cNvSpPr/>
              <p:nvPr/>
            </p:nvSpPr>
            <p:spPr>
              <a:xfrm>
                <a:off x="1861920" y="3807000"/>
                <a:ext cx="9216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256" h="235" extrusionOk="0">
                    <a:moveTo>
                      <a:pt x="95" y="231"/>
                    </a:moveTo>
                    <a:cubicBezTo>
                      <a:pt x="191" y="183"/>
                      <a:pt x="245" y="114"/>
                      <a:pt x="256" y="5"/>
                    </a:cubicBezTo>
                    <a:cubicBezTo>
                      <a:pt x="197" y="8"/>
                      <a:pt x="149" y="23"/>
                      <a:pt x="95" y="0"/>
                    </a:cubicBezTo>
                    <a:cubicBezTo>
                      <a:pt x="83" y="125"/>
                      <a:pt x="46" y="190"/>
                      <a:pt x="0" y="223"/>
                    </a:cubicBezTo>
                    <a:lnTo>
                      <a:pt x="0" y="223"/>
                    </a:lnTo>
                    <a:cubicBezTo>
                      <a:pt x="19" y="231"/>
                      <a:pt x="39" y="235"/>
                      <a:pt x="59" y="235"/>
                    </a:cubicBezTo>
                    <a:cubicBezTo>
                      <a:pt x="71" y="235"/>
                      <a:pt x="83" y="234"/>
                      <a:pt x="95" y="23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9600" rIns="90000" bIns="39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40"/>
              <p:cNvSpPr/>
              <p:nvPr/>
            </p:nvSpPr>
            <p:spPr>
              <a:xfrm>
                <a:off x="1969560" y="3938040"/>
                <a:ext cx="87480" cy="19656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546" extrusionOk="0">
                    <a:moveTo>
                      <a:pt x="232" y="67"/>
                    </a:moveTo>
                    <a:lnTo>
                      <a:pt x="232" y="67"/>
                    </a:lnTo>
                    <a:cubicBezTo>
                      <a:pt x="230" y="61"/>
                      <a:pt x="227" y="54"/>
                      <a:pt x="224" y="48"/>
                    </a:cubicBezTo>
                    <a:cubicBezTo>
                      <a:pt x="215" y="33"/>
                      <a:pt x="202" y="20"/>
                      <a:pt x="187" y="11"/>
                    </a:cubicBezTo>
                    <a:cubicBezTo>
                      <a:pt x="179" y="7"/>
                      <a:pt x="171" y="4"/>
                      <a:pt x="162" y="1"/>
                    </a:cubicBezTo>
                    <a:cubicBezTo>
                      <a:pt x="121" y="-7"/>
                      <a:pt x="78" y="18"/>
                      <a:pt x="58" y="53"/>
                    </a:cubicBezTo>
                    <a:cubicBezTo>
                      <a:pt x="37" y="88"/>
                      <a:pt x="34" y="127"/>
                      <a:pt x="31" y="166"/>
                    </a:cubicBezTo>
                    <a:lnTo>
                      <a:pt x="0" y="529"/>
                    </a:lnTo>
                    <a:lnTo>
                      <a:pt x="140" y="546"/>
                    </a:lnTo>
                    <a:lnTo>
                      <a:pt x="222" y="247"/>
                    </a:lnTo>
                    <a:cubicBezTo>
                      <a:pt x="238" y="188"/>
                      <a:pt x="254" y="125"/>
                      <a:pt x="232" y="6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40"/>
              <p:cNvSpPr/>
              <p:nvPr/>
            </p:nvSpPr>
            <p:spPr>
              <a:xfrm>
                <a:off x="1840680" y="3961080"/>
                <a:ext cx="183600" cy="191160"/>
              </a:xfrm>
              <a:custGeom>
                <a:avLst/>
                <a:gdLst/>
                <a:ahLst/>
                <a:cxnLst/>
                <a:rect l="l" t="t" r="r" b="b"/>
                <a:pathLst>
                  <a:path w="510" h="531" extrusionOk="0">
                    <a:moveTo>
                      <a:pt x="444" y="338"/>
                    </a:moveTo>
                    <a:cubicBezTo>
                      <a:pt x="364" y="271"/>
                      <a:pt x="266" y="217"/>
                      <a:pt x="205" y="138"/>
                    </a:cubicBezTo>
                    <a:cubicBezTo>
                      <a:pt x="205" y="116"/>
                      <a:pt x="206" y="90"/>
                      <a:pt x="205" y="69"/>
                    </a:cubicBezTo>
                    <a:lnTo>
                      <a:pt x="205" y="69"/>
                    </a:lnTo>
                    <a:cubicBezTo>
                      <a:pt x="204" y="66"/>
                      <a:pt x="203" y="63"/>
                      <a:pt x="202" y="60"/>
                    </a:cubicBezTo>
                    <a:cubicBezTo>
                      <a:pt x="200" y="56"/>
                      <a:pt x="197" y="54"/>
                      <a:pt x="194" y="52"/>
                    </a:cubicBezTo>
                    <a:cubicBezTo>
                      <a:pt x="193" y="51"/>
                      <a:pt x="192" y="51"/>
                      <a:pt x="191" y="50"/>
                    </a:cubicBezTo>
                    <a:lnTo>
                      <a:pt x="191" y="50"/>
                    </a:lnTo>
                    <a:cubicBezTo>
                      <a:pt x="178" y="46"/>
                      <a:pt x="166" y="41"/>
                      <a:pt x="155" y="35"/>
                    </a:cubicBezTo>
                    <a:cubicBezTo>
                      <a:pt x="150" y="32"/>
                      <a:pt x="145" y="29"/>
                      <a:pt x="140" y="25"/>
                    </a:cubicBezTo>
                    <a:cubicBezTo>
                      <a:pt x="120" y="9"/>
                      <a:pt x="94" y="-8"/>
                      <a:pt x="67" y="3"/>
                    </a:cubicBezTo>
                    <a:lnTo>
                      <a:pt x="67" y="3"/>
                    </a:lnTo>
                    <a:cubicBezTo>
                      <a:pt x="66" y="3"/>
                      <a:pt x="65" y="4"/>
                      <a:pt x="64" y="4"/>
                    </a:cubicBezTo>
                    <a:cubicBezTo>
                      <a:pt x="58" y="8"/>
                      <a:pt x="52" y="14"/>
                      <a:pt x="49" y="20"/>
                    </a:cubicBezTo>
                    <a:cubicBezTo>
                      <a:pt x="48" y="22"/>
                      <a:pt x="47" y="23"/>
                      <a:pt x="46" y="25"/>
                    </a:cubicBezTo>
                    <a:cubicBezTo>
                      <a:pt x="29" y="60"/>
                      <a:pt x="3" y="75"/>
                      <a:pt x="0" y="110"/>
                    </a:cubicBezTo>
                    <a:lnTo>
                      <a:pt x="0" y="110"/>
                    </a:lnTo>
                    <a:cubicBezTo>
                      <a:pt x="1" y="128"/>
                      <a:pt x="5" y="146"/>
                      <a:pt x="14" y="161"/>
                    </a:cubicBezTo>
                    <a:cubicBezTo>
                      <a:pt x="19" y="171"/>
                      <a:pt x="26" y="178"/>
                      <a:pt x="34" y="185"/>
                    </a:cubicBezTo>
                    <a:cubicBezTo>
                      <a:pt x="61" y="192"/>
                      <a:pt x="87" y="199"/>
                      <a:pt x="113" y="206"/>
                    </a:cubicBezTo>
                    <a:lnTo>
                      <a:pt x="203" y="366"/>
                    </a:lnTo>
                    <a:lnTo>
                      <a:pt x="203" y="366"/>
                    </a:lnTo>
                    <a:cubicBezTo>
                      <a:pt x="207" y="374"/>
                      <a:pt x="211" y="382"/>
                      <a:pt x="215" y="389"/>
                    </a:cubicBezTo>
                    <a:cubicBezTo>
                      <a:pt x="233" y="421"/>
                      <a:pt x="255" y="450"/>
                      <a:pt x="281" y="477"/>
                    </a:cubicBezTo>
                    <a:lnTo>
                      <a:pt x="281" y="477"/>
                    </a:lnTo>
                    <a:cubicBezTo>
                      <a:pt x="292" y="489"/>
                      <a:pt x="305" y="499"/>
                      <a:pt x="319" y="507"/>
                    </a:cubicBezTo>
                    <a:cubicBezTo>
                      <a:pt x="346" y="522"/>
                      <a:pt x="376" y="531"/>
                      <a:pt x="407" y="531"/>
                    </a:cubicBezTo>
                    <a:cubicBezTo>
                      <a:pt x="455" y="529"/>
                      <a:pt x="502" y="498"/>
                      <a:pt x="509" y="454"/>
                    </a:cubicBezTo>
                    <a:cubicBezTo>
                      <a:pt x="515" y="411"/>
                      <a:pt x="480" y="369"/>
                      <a:pt x="444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40"/>
              <p:cNvSpPr/>
              <p:nvPr/>
            </p:nvSpPr>
            <p:spPr>
              <a:xfrm>
                <a:off x="1855080" y="3742200"/>
                <a:ext cx="11340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31" extrusionOk="0">
                    <a:moveTo>
                      <a:pt x="168" y="0"/>
                    </a:moveTo>
                    <a:lnTo>
                      <a:pt x="168" y="0"/>
                    </a:lnTo>
                    <a:cubicBezTo>
                      <a:pt x="166" y="0"/>
                      <a:pt x="164" y="0"/>
                      <a:pt x="162" y="0"/>
                    </a:cubicBezTo>
                    <a:cubicBezTo>
                      <a:pt x="138" y="0"/>
                      <a:pt x="115" y="7"/>
                      <a:pt x="94" y="18"/>
                    </a:cubicBezTo>
                    <a:cubicBezTo>
                      <a:pt x="88" y="22"/>
                      <a:pt x="82" y="26"/>
                      <a:pt x="76" y="30"/>
                    </a:cubicBezTo>
                    <a:cubicBezTo>
                      <a:pt x="58" y="47"/>
                      <a:pt x="63" y="74"/>
                      <a:pt x="47" y="92"/>
                    </a:cubicBezTo>
                    <a:cubicBezTo>
                      <a:pt x="1" y="137"/>
                      <a:pt x="-8" y="236"/>
                      <a:pt x="6" y="310"/>
                    </a:cubicBezTo>
                    <a:lnTo>
                      <a:pt x="6" y="310"/>
                    </a:lnTo>
                    <a:cubicBezTo>
                      <a:pt x="36" y="324"/>
                      <a:pt x="69" y="331"/>
                      <a:pt x="102" y="331"/>
                    </a:cubicBezTo>
                    <a:cubicBezTo>
                      <a:pt x="133" y="331"/>
                      <a:pt x="164" y="324"/>
                      <a:pt x="193" y="312"/>
                    </a:cubicBezTo>
                    <a:cubicBezTo>
                      <a:pt x="249" y="290"/>
                      <a:pt x="298" y="226"/>
                      <a:pt x="311" y="171"/>
                    </a:cubicBezTo>
                    <a:lnTo>
                      <a:pt x="311" y="171"/>
                    </a:lnTo>
                    <a:cubicBezTo>
                      <a:pt x="314" y="161"/>
                      <a:pt x="315" y="151"/>
                      <a:pt x="315" y="141"/>
                    </a:cubicBezTo>
                    <a:cubicBezTo>
                      <a:pt x="315" y="118"/>
                      <a:pt x="309" y="94"/>
                      <a:pt x="297" y="74"/>
                    </a:cubicBezTo>
                    <a:cubicBezTo>
                      <a:pt x="293" y="67"/>
                      <a:pt x="289" y="61"/>
                      <a:pt x="283" y="55"/>
                    </a:cubicBezTo>
                    <a:lnTo>
                      <a:pt x="283" y="55"/>
                    </a:lnTo>
                    <a:cubicBezTo>
                      <a:pt x="272" y="41"/>
                      <a:pt x="258" y="30"/>
                      <a:pt x="243" y="21"/>
                    </a:cubicBezTo>
                    <a:cubicBezTo>
                      <a:pt x="220" y="8"/>
                      <a:pt x="194" y="1"/>
                      <a:pt x="1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40"/>
              <p:cNvSpPr/>
              <p:nvPr/>
            </p:nvSpPr>
            <p:spPr>
              <a:xfrm>
                <a:off x="1941840" y="3805200"/>
                <a:ext cx="2916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83" extrusionOk="0">
                    <a:moveTo>
                      <a:pt x="38" y="3"/>
                    </a:moveTo>
                    <a:lnTo>
                      <a:pt x="38" y="3"/>
                    </a:lnTo>
                    <a:cubicBezTo>
                      <a:pt x="42" y="1"/>
                      <a:pt x="47" y="0"/>
                      <a:pt x="51" y="0"/>
                    </a:cubicBezTo>
                    <a:cubicBezTo>
                      <a:pt x="57" y="0"/>
                      <a:pt x="61" y="2"/>
                      <a:pt x="66" y="4"/>
                    </a:cubicBezTo>
                    <a:cubicBezTo>
                      <a:pt x="69" y="6"/>
                      <a:pt x="72" y="8"/>
                      <a:pt x="74" y="11"/>
                    </a:cubicBezTo>
                    <a:lnTo>
                      <a:pt x="74" y="11"/>
                    </a:lnTo>
                    <a:cubicBezTo>
                      <a:pt x="75" y="12"/>
                      <a:pt x="75" y="13"/>
                      <a:pt x="76" y="14"/>
                    </a:cubicBezTo>
                    <a:cubicBezTo>
                      <a:pt x="79" y="20"/>
                      <a:pt x="81" y="26"/>
                      <a:pt x="81" y="33"/>
                    </a:cubicBezTo>
                    <a:cubicBezTo>
                      <a:pt x="81" y="39"/>
                      <a:pt x="80" y="45"/>
                      <a:pt x="77" y="50"/>
                    </a:cubicBezTo>
                    <a:lnTo>
                      <a:pt x="77" y="50"/>
                    </a:lnTo>
                    <a:cubicBezTo>
                      <a:pt x="77" y="51"/>
                      <a:pt x="76" y="52"/>
                      <a:pt x="76" y="53"/>
                    </a:cubicBezTo>
                    <a:cubicBezTo>
                      <a:pt x="71" y="62"/>
                      <a:pt x="63" y="69"/>
                      <a:pt x="54" y="74"/>
                    </a:cubicBezTo>
                    <a:cubicBezTo>
                      <a:pt x="51" y="76"/>
                      <a:pt x="50" y="77"/>
                      <a:pt x="47" y="78"/>
                    </a:cubicBezTo>
                    <a:lnTo>
                      <a:pt x="47" y="78"/>
                    </a:lnTo>
                    <a:cubicBezTo>
                      <a:pt x="40" y="81"/>
                      <a:pt x="33" y="83"/>
                      <a:pt x="25" y="83"/>
                    </a:cubicBezTo>
                    <a:lnTo>
                      <a:pt x="24" y="83"/>
                    </a:lnTo>
                    <a:lnTo>
                      <a:pt x="24" y="83"/>
                    </a:lnTo>
                    <a:cubicBezTo>
                      <a:pt x="20" y="83"/>
                      <a:pt x="15" y="81"/>
                      <a:pt x="11" y="79"/>
                    </a:cubicBezTo>
                    <a:cubicBezTo>
                      <a:pt x="8" y="78"/>
                      <a:pt x="6" y="75"/>
                      <a:pt x="4" y="73"/>
                    </a:cubicBezTo>
                    <a:lnTo>
                      <a:pt x="4" y="73"/>
                    </a:lnTo>
                    <a:cubicBezTo>
                      <a:pt x="3" y="72"/>
                      <a:pt x="3" y="72"/>
                      <a:pt x="3" y="71"/>
                    </a:cubicBezTo>
                    <a:cubicBezTo>
                      <a:pt x="1" y="68"/>
                      <a:pt x="0" y="66"/>
                      <a:pt x="0" y="62"/>
                    </a:cubicBezTo>
                    <a:cubicBezTo>
                      <a:pt x="0" y="59"/>
                      <a:pt x="1" y="56"/>
                      <a:pt x="3" y="52"/>
                    </a:cubicBezTo>
                    <a:cubicBezTo>
                      <a:pt x="3" y="51"/>
                      <a:pt x="3" y="51"/>
                      <a:pt x="4" y="51"/>
                    </a:cubicBezTo>
                    <a:lnTo>
                      <a:pt x="38" y="3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40"/>
              <p:cNvSpPr/>
              <p:nvPr/>
            </p:nvSpPr>
            <p:spPr>
              <a:xfrm>
                <a:off x="1857240" y="3764160"/>
                <a:ext cx="34200" cy="32760"/>
              </a:xfrm>
              <a:custGeom>
                <a:avLst/>
                <a:gdLst/>
                <a:ahLst/>
                <a:cxnLst/>
                <a:rect l="l" t="t" r="r" b="b"/>
                <a:pathLst>
                  <a:path w="95" h="91" extrusionOk="0">
                    <a:moveTo>
                      <a:pt x="95" y="0"/>
                    </a:moveTo>
                    <a:lnTo>
                      <a:pt x="95" y="0"/>
                    </a:lnTo>
                    <a:cubicBezTo>
                      <a:pt x="94" y="1"/>
                      <a:pt x="94" y="2"/>
                      <a:pt x="93" y="3"/>
                    </a:cubicBezTo>
                    <a:cubicBezTo>
                      <a:pt x="89" y="10"/>
                      <a:pt x="83" y="17"/>
                      <a:pt x="76" y="20"/>
                    </a:cubicBezTo>
                    <a:cubicBezTo>
                      <a:pt x="73" y="22"/>
                      <a:pt x="71" y="23"/>
                      <a:pt x="68" y="24"/>
                    </a:cubicBezTo>
                    <a:lnTo>
                      <a:pt x="68" y="24"/>
                    </a:lnTo>
                    <a:cubicBezTo>
                      <a:pt x="60" y="26"/>
                      <a:pt x="52" y="27"/>
                      <a:pt x="44" y="27"/>
                    </a:cubicBezTo>
                    <a:cubicBezTo>
                      <a:pt x="39" y="27"/>
                      <a:pt x="35" y="27"/>
                      <a:pt x="31" y="26"/>
                    </a:cubicBezTo>
                    <a:lnTo>
                      <a:pt x="31" y="26"/>
                    </a:lnTo>
                    <a:cubicBezTo>
                      <a:pt x="26" y="25"/>
                      <a:pt x="22" y="25"/>
                      <a:pt x="17" y="25"/>
                    </a:cubicBezTo>
                    <a:cubicBezTo>
                      <a:pt x="17" y="25"/>
                      <a:pt x="16" y="25"/>
                      <a:pt x="15" y="25"/>
                    </a:cubicBezTo>
                    <a:lnTo>
                      <a:pt x="15" y="25"/>
                    </a:lnTo>
                    <a:cubicBezTo>
                      <a:pt x="12" y="25"/>
                      <a:pt x="10" y="26"/>
                      <a:pt x="8" y="27"/>
                    </a:cubicBezTo>
                    <a:cubicBezTo>
                      <a:pt x="5" y="29"/>
                      <a:pt x="3" y="30"/>
                      <a:pt x="2" y="33"/>
                    </a:cubicBezTo>
                    <a:lnTo>
                      <a:pt x="2" y="33"/>
                    </a:lnTo>
                    <a:cubicBezTo>
                      <a:pt x="1" y="35"/>
                      <a:pt x="0" y="38"/>
                      <a:pt x="0" y="41"/>
                    </a:cubicBezTo>
                    <a:cubicBezTo>
                      <a:pt x="0" y="44"/>
                      <a:pt x="1" y="47"/>
                      <a:pt x="2" y="49"/>
                    </a:cubicBezTo>
                    <a:lnTo>
                      <a:pt x="2" y="49"/>
                    </a:lnTo>
                    <a:cubicBezTo>
                      <a:pt x="4" y="57"/>
                      <a:pt x="7" y="64"/>
                      <a:pt x="11" y="70"/>
                    </a:cubicBezTo>
                    <a:cubicBezTo>
                      <a:pt x="16" y="78"/>
                      <a:pt x="21" y="85"/>
                      <a:pt x="27" y="91"/>
                    </a:cubicBez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40"/>
              <p:cNvSpPr/>
              <p:nvPr/>
            </p:nvSpPr>
            <p:spPr>
              <a:xfrm>
                <a:off x="1854720" y="3798360"/>
                <a:ext cx="4752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46" extrusionOk="0">
                    <a:moveTo>
                      <a:pt x="8" y="16"/>
                    </a:moveTo>
                    <a:lnTo>
                      <a:pt x="8" y="16"/>
                    </a:lnTo>
                    <a:cubicBezTo>
                      <a:pt x="11" y="13"/>
                      <a:pt x="15" y="11"/>
                      <a:pt x="19" y="8"/>
                    </a:cubicBezTo>
                    <a:cubicBezTo>
                      <a:pt x="28" y="3"/>
                      <a:pt x="38" y="0"/>
                      <a:pt x="49" y="0"/>
                    </a:cubicBezTo>
                    <a:cubicBezTo>
                      <a:pt x="57" y="0"/>
                      <a:pt x="65" y="2"/>
                      <a:pt x="72" y="5"/>
                    </a:cubicBezTo>
                    <a:lnTo>
                      <a:pt x="72" y="5"/>
                    </a:lnTo>
                    <a:cubicBezTo>
                      <a:pt x="82" y="9"/>
                      <a:pt x="92" y="15"/>
                      <a:pt x="101" y="20"/>
                    </a:cubicBezTo>
                    <a:cubicBezTo>
                      <a:pt x="112" y="27"/>
                      <a:pt x="122" y="33"/>
                      <a:pt x="132" y="40"/>
                    </a:cubicBezTo>
                    <a:cubicBezTo>
                      <a:pt x="106" y="47"/>
                      <a:pt x="79" y="29"/>
                      <a:pt x="52" y="30"/>
                    </a:cubicBezTo>
                    <a:lnTo>
                      <a:pt x="52" y="30"/>
                    </a:lnTo>
                    <a:cubicBezTo>
                      <a:pt x="35" y="31"/>
                      <a:pt x="18" y="37"/>
                      <a:pt x="4" y="45"/>
                    </a:cubicBezTo>
                    <a:cubicBezTo>
                      <a:pt x="3" y="46"/>
                      <a:pt x="2" y="46"/>
                      <a:pt x="2" y="46"/>
                    </a:cubicBezTo>
                    <a:lnTo>
                      <a:pt x="2" y="46"/>
                    </a:lnTo>
                    <a:cubicBezTo>
                      <a:pt x="1" y="43"/>
                      <a:pt x="0" y="40"/>
                      <a:pt x="0" y="36"/>
                    </a:cubicBezTo>
                    <a:cubicBezTo>
                      <a:pt x="0" y="31"/>
                      <a:pt x="1" y="26"/>
                      <a:pt x="4" y="22"/>
                    </a:cubicBezTo>
                    <a:cubicBezTo>
                      <a:pt x="5" y="20"/>
                      <a:pt x="6" y="18"/>
                      <a:pt x="8" y="1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40"/>
              <p:cNvSpPr/>
              <p:nvPr/>
            </p:nvSpPr>
            <p:spPr>
              <a:xfrm>
                <a:off x="1870200" y="3762360"/>
                <a:ext cx="14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39" h="31" extrusionOk="0">
                    <a:moveTo>
                      <a:pt x="9" y="31"/>
                    </a:moveTo>
                    <a:lnTo>
                      <a:pt x="0" y="21"/>
                    </a:lnTo>
                    <a:lnTo>
                      <a:pt x="0" y="21"/>
                    </a:lnTo>
                    <a:cubicBezTo>
                      <a:pt x="5" y="16"/>
                      <a:pt x="11" y="12"/>
                      <a:pt x="18" y="8"/>
                    </a:cubicBezTo>
                    <a:cubicBezTo>
                      <a:pt x="23" y="5"/>
                      <a:pt x="29" y="2"/>
                      <a:pt x="35" y="0"/>
                    </a:cubicBezTo>
                    <a:lnTo>
                      <a:pt x="39" y="13"/>
                    </a:lnTo>
                    <a:lnTo>
                      <a:pt x="39" y="13"/>
                    </a:lnTo>
                    <a:cubicBezTo>
                      <a:pt x="34" y="15"/>
                      <a:pt x="29" y="17"/>
                      <a:pt x="24" y="20"/>
                    </a:cubicBezTo>
                    <a:cubicBezTo>
                      <a:pt x="19" y="23"/>
                      <a:pt x="14" y="27"/>
                      <a:pt x="9" y="3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40"/>
              <p:cNvSpPr/>
              <p:nvPr/>
            </p:nvSpPr>
            <p:spPr>
              <a:xfrm>
                <a:off x="1908720" y="3764880"/>
                <a:ext cx="27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53" extrusionOk="0">
                    <a:moveTo>
                      <a:pt x="66" y="53"/>
                    </a:moveTo>
                    <a:lnTo>
                      <a:pt x="66" y="53"/>
                    </a:lnTo>
                    <a:cubicBezTo>
                      <a:pt x="57" y="42"/>
                      <a:pt x="47" y="33"/>
                      <a:pt x="35" y="26"/>
                    </a:cubicBezTo>
                    <a:cubicBezTo>
                      <a:pt x="24" y="20"/>
                      <a:pt x="12" y="16"/>
                      <a:pt x="0" y="13"/>
                    </a:cubicBezTo>
                    <a:lnTo>
                      <a:pt x="2" y="0"/>
                    </a:lnTo>
                    <a:lnTo>
                      <a:pt x="2" y="0"/>
                    </a:lnTo>
                    <a:cubicBezTo>
                      <a:pt x="16" y="3"/>
                      <a:pt x="29" y="7"/>
                      <a:pt x="41" y="14"/>
                    </a:cubicBezTo>
                    <a:cubicBezTo>
                      <a:pt x="55" y="22"/>
                      <a:pt x="67" y="33"/>
                      <a:pt x="76" y="45"/>
                    </a:cubicBezTo>
                    <a:lnTo>
                      <a:pt x="66" y="53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40"/>
              <p:cNvSpPr/>
              <p:nvPr/>
            </p:nvSpPr>
            <p:spPr>
              <a:xfrm>
                <a:off x="1909440" y="3776040"/>
                <a:ext cx="900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0" extrusionOk="0">
                    <a:moveTo>
                      <a:pt x="25" y="20"/>
                    </a:moveTo>
                    <a:lnTo>
                      <a:pt x="1" y="9"/>
                    </a:lnTo>
                    <a:lnTo>
                      <a:pt x="1" y="9"/>
                    </a:lnTo>
                    <a:lnTo>
                      <a:pt x="1" y="9"/>
                    </a:ln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lnTo>
                      <a:pt x="1" y="5"/>
                    </a:lnTo>
                    <a:cubicBezTo>
                      <a:pt x="2" y="4"/>
                      <a:pt x="3" y="3"/>
                      <a:pt x="5" y="2"/>
                    </a:cubicBezTo>
                    <a:cubicBezTo>
                      <a:pt x="7" y="1"/>
                      <a:pt x="10" y="0"/>
                      <a:pt x="12" y="0"/>
                    </a:cubicBezTo>
                    <a:cubicBezTo>
                      <a:pt x="13" y="0"/>
                      <a:pt x="13" y="0"/>
                      <a:pt x="14" y="0"/>
                    </a:cubicBezTo>
                    <a:lnTo>
                      <a:pt x="14" y="0"/>
                    </a:lnTo>
                    <a:cubicBezTo>
                      <a:pt x="15" y="1"/>
                      <a:pt x="16" y="2"/>
                      <a:pt x="17" y="2"/>
                    </a:cubicBezTo>
                    <a:cubicBezTo>
                      <a:pt x="19" y="4"/>
                      <a:pt x="21" y="5"/>
                      <a:pt x="22" y="6"/>
                    </a:cubicBezTo>
                    <a:cubicBezTo>
                      <a:pt x="22" y="7"/>
                      <a:pt x="22" y="8"/>
                      <a:pt x="22" y="8"/>
                    </a:cubicBezTo>
                    <a:lnTo>
                      <a:pt x="22" y="8"/>
                    </a:lnTo>
                    <a:cubicBezTo>
                      <a:pt x="24" y="12"/>
                      <a:pt x="25" y="16"/>
                      <a:pt x="25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40"/>
              <p:cNvSpPr/>
              <p:nvPr/>
            </p:nvSpPr>
            <p:spPr>
              <a:xfrm>
                <a:off x="1948680" y="3753000"/>
                <a:ext cx="234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65" h="156" extrusionOk="0">
                    <a:moveTo>
                      <a:pt x="33" y="8"/>
                    </a:moveTo>
                    <a:lnTo>
                      <a:pt x="33" y="8"/>
                    </a:lnTo>
                    <a:cubicBezTo>
                      <a:pt x="32" y="6"/>
                      <a:pt x="30" y="5"/>
                      <a:pt x="28" y="4"/>
                    </a:cubicBezTo>
                    <a:cubicBezTo>
                      <a:pt x="24" y="2"/>
                      <a:pt x="20" y="0"/>
                      <a:pt x="16" y="0"/>
                    </a:cubicBezTo>
                    <a:cubicBezTo>
                      <a:pt x="14" y="0"/>
                      <a:pt x="13" y="1"/>
                      <a:pt x="11" y="1"/>
                    </a:cubicBezTo>
                    <a:lnTo>
                      <a:pt x="11" y="1"/>
                    </a:lnTo>
                    <a:lnTo>
                      <a:pt x="10" y="1"/>
                    </a:lnTo>
                    <a:cubicBezTo>
                      <a:pt x="7" y="3"/>
                      <a:pt x="5" y="6"/>
                      <a:pt x="3" y="9"/>
                    </a:cubicBezTo>
                    <a:cubicBezTo>
                      <a:pt x="1" y="12"/>
                      <a:pt x="0" y="15"/>
                      <a:pt x="0" y="19"/>
                    </a:cubicBezTo>
                    <a:cubicBezTo>
                      <a:pt x="0" y="20"/>
                      <a:pt x="0" y="22"/>
                      <a:pt x="1" y="23"/>
                    </a:cubicBezTo>
                    <a:lnTo>
                      <a:pt x="1" y="23"/>
                    </a:lnTo>
                    <a:cubicBezTo>
                      <a:pt x="1" y="27"/>
                      <a:pt x="2" y="32"/>
                      <a:pt x="4" y="34"/>
                    </a:cubicBezTo>
                    <a:cubicBezTo>
                      <a:pt x="6" y="40"/>
                      <a:pt x="11" y="43"/>
                      <a:pt x="16" y="46"/>
                    </a:cubicBezTo>
                    <a:cubicBezTo>
                      <a:pt x="18" y="47"/>
                      <a:pt x="20" y="47"/>
                      <a:pt x="21" y="48"/>
                    </a:cubicBezTo>
                    <a:lnTo>
                      <a:pt x="21" y="48"/>
                    </a:lnTo>
                    <a:cubicBezTo>
                      <a:pt x="20" y="48"/>
                      <a:pt x="19" y="50"/>
                      <a:pt x="18" y="50"/>
                    </a:cubicBezTo>
                    <a:cubicBezTo>
                      <a:pt x="14" y="53"/>
                      <a:pt x="11" y="55"/>
                      <a:pt x="9" y="58"/>
                    </a:cubicBezTo>
                    <a:cubicBezTo>
                      <a:pt x="7" y="62"/>
                      <a:pt x="6" y="66"/>
                      <a:pt x="6" y="70"/>
                    </a:cubicBezTo>
                    <a:cubicBezTo>
                      <a:pt x="6" y="74"/>
                      <a:pt x="7" y="79"/>
                      <a:pt x="9" y="82"/>
                    </a:cubicBezTo>
                    <a:cubicBezTo>
                      <a:pt x="11" y="86"/>
                      <a:pt x="14" y="88"/>
                      <a:pt x="18" y="90"/>
                    </a:cubicBezTo>
                    <a:cubicBezTo>
                      <a:pt x="19" y="91"/>
                      <a:pt x="20" y="92"/>
                      <a:pt x="21" y="92"/>
                    </a:cubicBezTo>
                    <a:lnTo>
                      <a:pt x="21" y="92"/>
                    </a:lnTo>
                    <a:cubicBezTo>
                      <a:pt x="19" y="97"/>
                      <a:pt x="18" y="102"/>
                      <a:pt x="18" y="107"/>
                    </a:cubicBezTo>
                    <a:cubicBezTo>
                      <a:pt x="18" y="114"/>
                      <a:pt x="20" y="120"/>
                      <a:pt x="23" y="126"/>
                    </a:cubicBezTo>
                    <a:cubicBezTo>
                      <a:pt x="24" y="128"/>
                      <a:pt x="26" y="130"/>
                      <a:pt x="27" y="132"/>
                    </a:cubicBezTo>
                    <a:lnTo>
                      <a:pt x="27" y="132"/>
                    </a:lnTo>
                    <a:cubicBezTo>
                      <a:pt x="34" y="139"/>
                      <a:pt x="41" y="146"/>
                      <a:pt x="49" y="150"/>
                    </a:cubicBezTo>
                    <a:cubicBezTo>
                      <a:pt x="53" y="153"/>
                      <a:pt x="58" y="154"/>
                      <a:pt x="62" y="156"/>
                    </a:cubicBezTo>
                    <a:lnTo>
                      <a:pt x="62" y="156"/>
                    </a:lnTo>
                    <a:cubicBezTo>
                      <a:pt x="64" y="144"/>
                      <a:pt x="65" y="131"/>
                      <a:pt x="65" y="119"/>
                    </a:cubicBezTo>
                    <a:cubicBezTo>
                      <a:pt x="65" y="98"/>
                      <a:pt x="62" y="78"/>
                      <a:pt x="58" y="58"/>
                    </a:cubicBezTo>
                    <a:lnTo>
                      <a:pt x="58" y="58"/>
                    </a:lnTo>
                    <a:cubicBezTo>
                      <a:pt x="56" y="46"/>
                      <a:pt x="52" y="36"/>
                      <a:pt x="46" y="25"/>
                    </a:cubicBezTo>
                    <a:cubicBezTo>
                      <a:pt x="43" y="19"/>
                      <a:pt x="38" y="13"/>
                      <a:pt x="3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11150" rIns="90000" bIns="11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40"/>
              <p:cNvSpPr/>
              <p:nvPr/>
            </p:nvSpPr>
            <p:spPr>
              <a:xfrm>
                <a:off x="1941480" y="3778920"/>
                <a:ext cx="21960" cy="331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92" extrusionOk="0">
                    <a:moveTo>
                      <a:pt x="61" y="47"/>
                    </a:moveTo>
                    <a:lnTo>
                      <a:pt x="61" y="47"/>
                    </a:lnTo>
                    <a:cubicBezTo>
                      <a:pt x="61" y="45"/>
                      <a:pt x="61" y="43"/>
                      <a:pt x="60" y="41"/>
                    </a:cubicBezTo>
                    <a:lnTo>
                      <a:pt x="43" y="0"/>
                    </a:lnTo>
                    <a:lnTo>
                      <a:pt x="43" y="0"/>
                    </a:lnTo>
                    <a:cubicBezTo>
                      <a:pt x="40" y="15"/>
                      <a:pt x="35" y="29"/>
                      <a:pt x="28" y="41"/>
                    </a:cubicBezTo>
                    <a:cubicBezTo>
                      <a:pt x="20" y="54"/>
                      <a:pt x="11" y="66"/>
                      <a:pt x="0" y="75"/>
                    </a:cubicBezTo>
                    <a:lnTo>
                      <a:pt x="0" y="75"/>
                    </a:lnTo>
                    <a:cubicBezTo>
                      <a:pt x="2" y="77"/>
                      <a:pt x="4" y="80"/>
                      <a:pt x="6" y="82"/>
                    </a:cubicBezTo>
                    <a:cubicBezTo>
                      <a:pt x="8" y="85"/>
                      <a:pt x="9" y="89"/>
                      <a:pt x="9" y="92"/>
                    </a:cubicBezTo>
                    <a:lnTo>
                      <a:pt x="54" y="57"/>
                    </a:lnTo>
                    <a:lnTo>
                      <a:pt x="54" y="57"/>
                    </a:lnTo>
                    <a:lnTo>
                      <a:pt x="54" y="57"/>
                    </a:lnTo>
                    <a:cubicBezTo>
                      <a:pt x="57" y="56"/>
                      <a:pt x="59" y="55"/>
                      <a:pt x="60" y="52"/>
                    </a:cubicBezTo>
                    <a:cubicBezTo>
                      <a:pt x="61" y="51"/>
                      <a:pt x="61" y="49"/>
                      <a:pt x="61" y="4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7" name="Google Shape;787;p40"/>
            <p:cNvSpPr/>
            <p:nvPr/>
          </p:nvSpPr>
          <p:spPr>
            <a:xfrm>
              <a:off x="5050324" y="5004528"/>
              <a:ext cx="112600" cy="108892"/>
            </a:xfrm>
            <a:custGeom>
              <a:avLst/>
              <a:gdLst/>
              <a:ahLst/>
              <a:cxnLst/>
              <a:rect l="l" t="t" r="r" b="b"/>
              <a:pathLst>
                <a:path w="183" h="177" extrusionOk="0">
                  <a:moveTo>
                    <a:pt x="76" y="166"/>
                  </a:moveTo>
                  <a:cubicBezTo>
                    <a:pt x="68" y="159"/>
                    <a:pt x="63" y="148"/>
                    <a:pt x="54" y="143"/>
                  </a:cubicBezTo>
                  <a:cubicBezTo>
                    <a:pt x="40" y="136"/>
                    <a:pt x="21" y="141"/>
                    <a:pt x="12" y="130"/>
                  </a:cubicBezTo>
                  <a:lnTo>
                    <a:pt x="12" y="130"/>
                  </a:lnTo>
                  <a:cubicBezTo>
                    <a:pt x="11" y="129"/>
                    <a:pt x="11" y="129"/>
                    <a:pt x="10" y="128"/>
                  </a:cubicBezTo>
                  <a:cubicBezTo>
                    <a:pt x="7" y="123"/>
                    <a:pt x="6" y="117"/>
                    <a:pt x="6" y="111"/>
                  </a:cubicBezTo>
                  <a:cubicBezTo>
                    <a:pt x="6" y="110"/>
                    <a:pt x="6" y="109"/>
                    <a:pt x="6" y="109"/>
                  </a:cubicBezTo>
                  <a:lnTo>
                    <a:pt x="0" y="12"/>
                  </a:lnTo>
                  <a:lnTo>
                    <a:pt x="0" y="12"/>
                  </a:lnTo>
                  <a:cubicBezTo>
                    <a:pt x="27" y="10"/>
                    <a:pt x="53" y="6"/>
                    <a:pt x="79" y="0"/>
                  </a:cubicBezTo>
                  <a:cubicBezTo>
                    <a:pt x="93" y="45"/>
                    <a:pt x="148" y="65"/>
                    <a:pt x="173" y="105"/>
                  </a:cubicBezTo>
                  <a:lnTo>
                    <a:pt x="173" y="105"/>
                  </a:lnTo>
                  <a:cubicBezTo>
                    <a:pt x="174" y="106"/>
                    <a:pt x="175" y="108"/>
                    <a:pt x="177" y="110"/>
                  </a:cubicBezTo>
                  <a:cubicBezTo>
                    <a:pt x="181" y="117"/>
                    <a:pt x="183" y="126"/>
                    <a:pt x="183" y="135"/>
                  </a:cubicBezTo>
                  <a:cubicBezTo>
                    <a:pt x="183" y="144"/>
                    <a:pt x="181" y="152"/>
                    <a:pt x="177" y="160"/>
                  </a:cubicBezTo>
                  <a:cubicBezTo>
                    <a:pt x="176" y="161"/>
                    <a:pt x="176" y="161"/>
                    <a:pt x="176" y="162"/>
                  </a:cubicBezTo>
                  <a:cubicBezTo>
                    <a:pt x="162" y="178"/>
                    <a:pt x="137" y="178"/>
                    <a:pt x="115" y="177"/>
                  </a:cubicBezTo>
                  <a:lnTo>
                    <a:pt x="115" y="177"/>
                  </a:lnTo>
                  <a:cubicBezTo>
                    <a:pt x="114" y="177"/>
                    <a:pt x="114" y="177"/>
                    <a:pt x="113" y="177"/>
                  </a:cubicBezTo>
                  <a:cubicBezTo>
                    <a:pt x="101" y="177"/>
                    <a:pt x="90" y="174"/>
                    <a:pt x="79" y="168"/>
                  </a:cubicBezTo>
                  <a:cubicBezTo>
                    <a:pt x="78" y="167"/>
                    <a:pt x="77" y="167"/>
                    <a:pt x="76" y="16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8700" rIns="90000" bIns="18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0"/>
            <p:cNvSpPr/>
            <p:nvPr/>
          </p:nvSpPr>
          <p:spPr>
            <a:xfrm>
              <a:off x="4806296" y="5022176"/>
              <a:ext cx="87300" cy="101922"/>
            </a:xfrm>
            <a:custGeom>
              <a:avLst/>
              <a:gdLst/>
              <a:ahLst/>
              <a:cxnLst/>
              <a:rect l="l" t="t" r="r" b="b"/>
              <a:pathLst>
                <a:path w="137" h="160" extrusionOk="0">
                  <a:moveTo>
                    <a:pt x="95" y="158"/>
                  </a:moveTo>
                  <a:lnTo>
                    <a:pt x="32" y="158"/>
                  </a:lnTo>
                  <a:lnTo>
                    <a:pt x="32" y="158"/>
                  </a:lnTo>
                  <a:cubicBezTo>
                    <a:pt x="31" y="158"/>
                    <a:pt x="30" y="158"/>
                    <a:pt x="28" y="158"/>
                  </a:cubicBezTo>
                  <a:cubicBezTo>
                    <a:pt x="22" y="158"/>
                    <a:pt x="16" y="156"/>
                    <a:pt x="10" y="153"/>
                  </a:cubicBezTo>
                  <a:cubicBezTo>
                    <a:pt x="10" y="153"/>
                    <a:pt x="9" y="153"/>
                    <a:pt x="9" y="152"/>
                  </a:cubicBezTo>
                  <a:lnTo>
                    <a:pt x="9" y="152"/>
                  </a:lnTo>
                  <a:cubicBezTo>
                    <a:pt x="7" y="151"/>
                    <a:pt x="5" y="148"/>
                    <a:pt x="4" y="146"/>
                  </a:cubicBezTo>
                  <a:cubicBezTo>
                    <a:pt x="1" y="142"/>
                    <a:pt x="0" y="137"/>
                    <a:pt x="0" y="132"/>
                  </a:cubicBezTo>
                  <a:lnTo>
                    <a:pt x="0" y="132"/>
                  </a:lnTo>
                  <a:lnTo>
                    <a:pt x="0" y="131"/>
                  </a:lnTo>
                  <a:cubicBezTo>
                    <a:pt x="0" y="113"/>
                    <a:pt x="4" y="94"/>
                    <a:pt x="12" y="77"/>
                  </a:cubicBezTo>
                  <a:lnTo>
                    <a:pt x="41" y="0"/>
                  </a:lnTo>
                  <a:lnTo>
                    <a:pt x="129" y="1"/>
                  </a:lnTo>
                  <a:cubicBezTo>
                    <a:pt x="131" y="39"/>
                    <a:pt x="133" y="78"/>
                    <a:pt x="135" y="117"/>
                  </a:cubicBezTo>
                  <a:lnTo>
                    <a:pt x="135" y="117"/>
                  </a:lnTo>
                  <a:cubicBezTo>
                    <a:pt x="136" y="120"/>
                    <a:pt x="137" y="124"/>
                    <a:pt x="137" y="128"/>
                  </a:cubicBezTo>
                  <a:cubicBezTo>
                    <a:pt x="137" y="134"/>
                    <a:pt x="135" y="139"/>
                    <a:pt x="133" y="144"/>
                  </a:cubicBezTo>
                  <a:cubicBezTo>
                    <a:pt x="130" y="149"/>
                    <a:pt x="126" y="153"/>
                    <a:pt x="121" y="156"/>
                  </a:cubicBezTo>
                  <a:cubicBezTo>
                    <a:pt x="116" y="159"/>
                    <a:pt x="110" y="160"/>
                    <a:pt x="105" y="160"/>
                  </a:cubicBezTo>
                  <a:cubicBezTo>
                    <a:pt x="102" y="160"/>
                    <a:pt x="99" y="160"/>
                    <a:pt x="96" y="159"/>
                  </a:cubicBezTo>
                  <a:lnTo>
                    <a:pt x="95" y="158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9" name="Google Shape;789;p40"/>
          <p:cNvGrpSpPr/>
          <p:nvPr/>
        </p:nvGrpSpPr>
        <p:grpSpPr>
          <a:xfrm flipH="1">
            <a:off x="7321115" y="2610682"/>
            <a:ext cx="1587258" cy="515880"/>
            <a:chOff x="6608790" y="3205358"/>
            <a:chExt cx="1587258" cy="515880"/>
          </a:xfrm>
        </p:grpSpPr>
        <p:sp>
          <p:nvSpPr>
            <p:cNvPr id="790" name="Google Shape;790;p40"/>
            <p:cNvSpPr/>
            <p:nvPr/>
          </p:nvSpPr>
          <p:spPr>
            <a:xfrm flipH="1">
              <a:off x="6608790" y="3496238"/>
              <a:ext cx="1202760" cy="225000"/>
            </a:xfrm>
            <a:custGeom>
              <a:avLst/>
              <a:gdLst/>
              <a:ahLst/>
              <a:cxnLst/>
              <a:rect l="l" t="t" r="r" b="b"/>
              <a:pathLst>
                <a:path w="3341" h="625" extrusionOk="0">
                  <a:moveTo>
                    <a:pt x="1925" y="603"/>
                  </a:moveTo>
                  <a:cubicBezTo>
                    <a:pt x="1283" y="602"/>
                    <a:pt x="641" y="609"/>
                    <a:pt x="0" y="625"/>
                  </a:cubicBezTo>
                  <a:cubicBezTo>
                    <a:pt x="137" y="622"/>
                    <a:pt x="273" y="572"/>
                    <a:pt x="404" y="545"/>
                  </a:cubicBezTo>
                  <a:cubicBezTo>
                    <a:pt x="641" y="495"/>
                    <a:pt x="869" y="472"/>
                    <a:pt x="1105" y="426"/>
                  </a:cubicBezTo>
                  <a:lnTo>
                    <a:pt x="1105" y="426"/>
                  </a:lnTo>
                  <a:cubicBezTo>
                    <a:pt x="1158" y="415"/>
                    <a:pt x="1209" y="396"/>
                    <a:pt x="1256" y="369"/>
                  </a:cubicBezTo>
                  <a:cubicBezTo>
                    <a:pt x="1260" y="367"/>
                    <a:pt x="1264" y="364"/>
                    <a:pt x="1267" y="362"/>
                  </a:cubicBezTo>
                  <a:cubicBezTo>
                    <a:pt x="1235" y="288"/>
                    <a:pt x="1258" y="198"/>
                    <a:pt x="1309" y="136"/>
                  </a:cubicBezTo>
                  <a:cubicBezTo>
                    <a:pt x="1361" y="74"/>
                    <a:pt x="1437" y="37"/>
                    <a:pt x="1515" y="17"/>
                  </a:cubicBezTo>
                  <a:cubicBezTo>
                    <a:pt x="1603" y="-5"/>
                    <a:pt x="1697" y="-8"/>
                    <a:pt x="1779" y="26"/>
                  </a:cubicBezTo>
                  <a:cubicBezTo>
                    <a:pt x="1862" y="60"/>
                    <a:pt x="1931" y="136"/>
                    <a:pt x="1940" y="226"/>
                  </a:cubicBezTo>
                  <a:lnTo>
                    <a:pt x="1940" y="226"/>
                  </a:lnTo>
                  <a:cubicBezTo>
                    <a:pt x="1983" y="227"/>
                    <a:pt x="2025" y="239"/>
                    <a:pt x="2063" y="261"/>
                  </a:cubicBezTo>
                  <a:cubicBezTo>
                    <a:pt x="2095" y="279"/>
                    <a:pt x="2123" y="305"/>
                    <a:pt x="2145" y="335"/>
                  </a:cubicBezTo>
                  <a:lnTo>
                    <a:pt x="2145" y="335"/>
                  </a:lnTo>
                  <a:cubicBezTo>
                    <a:pt x="2146" y="293"/>
                    <a:pt x="2158" y="251"/>
                    <a:pt x="2179" y="215"/>
                  </a:cubicBezTo>
                  <a:cubicBezTo>
                    <a:pt x="2202" y="177"/>
                    <a:pt x="2232" y="145"/>
                    <a:pt x="2270" y="123"/>
                  </a:cubicBezTo>
                  <a:cubicBezTo>
                    <a:pt x="2308" y="101"/>
                    <a:pt x="2352" y="89"/>
                    <a:pt x="2396" y="89"/>
                  </a:cubicBezTo>
                  <a:cubicBezTo>
                    <a:pt x="2440" y="89"/>
                    <a:pt x="2483" y="101"/>
                    <a:pt x="2521" y="123"/>
                  </a:cubicBezTo>
                  <a:cubicBezTo>
                    <a:pt x="2540" y="134"/>
                    <a:pt x="2557" y="147"/>
                    <a:pt x="2572" y="162"/>
                  </a:cubicBezTo>
                  <a:lnTo>
                    <a:pt x="2572" y="162"/>
                  </a:lnTo>
                  <a:cubicBezTo>
                    <a:pt x="2578" y="157"/>
                    <a:pt x="2585" y="153"/>
                    <a:pt x="2592" y="149"/>
                  </a:cubicBezTo>
                  <a:cubicBezTo>
                    <a:pt x="2622" y="132"/>
                    <a:pt x="2656" y="123"/>
                    <a:pt x="2690" y="123"/>
                  </a:cubicBezTo>
                  <a:cubicBezTo>
                    <a:pt x="2725" y="123"/>
                    <a:pt x="2757" y="132"/>
                    <a:pt x="2787" y="149"/>
                  </a:cubicBezTo>
                  <a:cubicBezTo>
                    <a:pt x="2817" y="166"/>
                    <a:pt x="2841" y="190"/>
                    <a:pt x="2858" y="220"/>
                  </a:cubicBezTo>
                  <a:cubicBezTo>
                    <a:pt x="2876" y="249"/>
                    <a:pt x="2885" y="284"/>
                    <a:pt x="2885" y="318"/>
                  </a:cubicBezTo>
                  <a:cubicBezTo>
                    <a:pt x="2885" y="344"/>
                    <a:pt x="2880" y="369"/>
                    <a:pt x="2870" y="392"/>
                  </a:cubicBezTo>
                  <a:cubicBezTo>
                    <a:pt x="2859" y="422"/>
                    <a:pt x="3312" y="545"/>
                    <a:pt x="3341" y="554"/>
                  </a:cubicBezTo>
                  <a:cubicBezTo>
                    <a:pt x="3085" y="554"/>
                    <a:pt x="2836" y="564"/>
                    <a:pt x="2581" y="579"/>
                  </a:cubicBezTo>
                  <a:cubicBezTo>
                    <a:pt x="2364" y="592"/>
                    <a:pt x="2145" y="603"/>
                    <a:pt x="1925" y="6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1" name="Google Shape;791;p40"/>
            <p:cNvGrpSpPr/>
            <p:nvPr/>
          </p:nvGrpSpPr>
          <p:grpSpPr>
            <a:xfrm>
              <a:off x="7744968" y="3205357"/>
              <a:ext cx="451080" cy="290880"/>
              <a:chOff x="7896505" y="2488733"/>
              <a:chExt cx="451080" cy="290880"/>
            </a:xfrm>
          </p:grpSpPr>
          <p:sp>
            <p:nvSpPr>
              <p:cNvPr id="792" name="Google Shape;792;p40"/>
              <p:cNvSpPr/>
              <p:nvPr/>
            </p:nvSpPr>
            <p:spPr>
              <a:xfrm>
                <a:off x="7896505" y="2488733"/>
                <a:ext cx="26136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41" extrusionOk="0">
                    <a:moveTo>
                      <a:pt x="288" y="102"/>
                    </a:moveTo>
                    <a:lnTo>
                      <a:pt x="288" y="102"/>
                    </a:lnTo>
                    <a:cubicBezTo>
                      <a:pt x="288" y="100"/>
                      <a:pt x="288" y="99"/>
                      <a:pt x="288" y="97"/>
                    </a:cubicBezTo>
                    <a:cubicBezTo>
                      <a:pt x="288" y="94"/>
                      <a:pt x="287" y="90"/>
                      <a:pt x="286" y="86"/>
                    </a:cubicBezTo>
                    <a:lnTo>
                      <a:pt x="286" y="86"/>
                    </a:lnTo>
                    <a:cubicBezTo>
                      <a:pt x="283" y="77"/>
                      <a:pt x="281" y="67"/>
                      <a:pt x="281" y="57"/>
                    </a:cubicBezTo>
                    <a:cubicBezTo>
                      <a:pt x="281" y="55"/>
                      <a:pt x="281" y="53"/>
                      <a:pt x="281" y="51"/>
                    </a:cubicBezTo>
                    <a:cubicBezTo>
                      <a:pt x="283" y="42"/>
                      <a:pt x="287" y="34"/>
                      <a:pt x="289" y="26"/>
                    </a:cubicBezTo>
                    <a:lnTo>
                      <a:pt x="289" y="26"/>
                    </a:lnTo>
                    <a:cubicBezTo>
                      <a:pt x="290" y="23"/>
                      <a:pt x="290" y="20"/>
                      <a:pt x="290" y="18"/>
                    </a:cubicBezTo>
                    <a:cubicBezTo>
                      <a:pt x="290" y="12"/>
                      <a:pt x="290" y="8"/>
                      <a:pt x="286" y="3"/>
                    </a:cubicBezTo>
                    <a:cubicBezTo>
                      <a:pt x="286" y="2"/>
                      <a:pt x="285" y="1"/>
                      <a:pt x="284" y="0"/>
                    </a:cubicBezTo>
                    <a:cubicBezTo>
                      <a:pt x="293" y="1"/>
                      <a:pt x="298" y="11"/>
                      <a:pt x="306" y="17"/>
                    </a:cubicBezTo>
                    <a:cubicBezTo>
                      <a:pt x="310" y="20"/>
                      <a:pt x="314" y="23"/>
                      <a:pt x="318" y="25"/>
                    </a:cubicBezTo>
                    <a:cubicBezTo>
                      <a:pt x="335" y="37"/>
                      <a:pt x="335" y="55"/>
                      <a:pt x="344" y="70"/>
                    </a:cubicBezTo>
                    <a:lnTo>
                      <a:pt x="344" y="70"/>
                    </a:lnTo>
                    <a:cubicBezTo>
                      <a:pt x="344" y="70"/>
                      <a:pt x="345" y="71"/>
                      <a:pt x="345" y="72"/>
                    </a:cubicBezTo>
                    <a:cubicBezTo>
                      <a:pt x="350" y="81"/>
                      <a:pt x="358" y="88"/>
                      <a:pt x="367" y="93"/>
                    </a:cubicBezTo>
                    <a:cubicBezTo>
                      <a:pt x="373" y="97"/>
                      <a:pt x="380" y="99"/>
                      <a:pt x="387" y="101"/>
                    </a:cubicBezTo>
                    <a:cubicBezTo>
                      <a:pt x="411" y="104"/>
                      <a:pt x="432" y="90"/>
                      <a:pt x="453" y="83"/>
                    </a:cubicBezTo>
                    <a:lnTo>
                      <a:pt x="453" y="83"/>
                    </a:lnTo>
                    <a:cubicBezTo>
                      <a:pt x="463" y="81"/>
                      <a:pt x="474" y="80"/>
                      <a:pt x="484" y="80"/>
                    </a:cubicBezTo>
                    <a:cubicBezTo>
                      <a:pt x="502" y="80"/>
                      <a:pt x="520" y="83"/>
                      <a:pt x="537" y="89"/>
                    </a:cubicBezTo>
                    <a:cubicBezTo>
                      <a:pt x="559" y="95"/>
                      <a:pt x="580" y="102"/>
                      <a:pt x="602" y="110"/>
                    </a:cubicBezTo>
                    <a:lnTo>
                      <a:pt x="701" y="146"/>
                    </a:lnTo>
                    <a:lnTo>
                      <a:pt x="701" y="146"/>
                    </a:lnTo>
                    <a:cubicBezTo>
                      <a:pt x="706" y="148"/>
                      <a:pt x="710" y="150"/>
                      <a:pt x="715" y="152"/>
                    </a:cubicBezTo>
                    <a:cubicBezTo>
                      <a:pt x="717" y="153"/>
                      <a:pt x="719" y="155"/>
                      <a:pt x="721" y="156"/>
                    </a:cubicBezTo>
                    <a:cubicBezTo>
                      <a:pt x="724" y="159"/>
                      <a:pt x="727" y="161"/>
                      <a:pt x="725" y="164"/>
                    </a:cubicBezTo>
                    <a:cubicBezTo>
                      <a:pt x="724" y="166"/>
                      <a:pt x="721" y="167"/>
                      <a:pt x="718" y="168"/>
                    </a:cubicBezTo>
                    <a:lnTo>
                      <a:pt x="718" y="168"/>
                    </a:lnTo>
                    <a:cubicBezTo>
                      <a:pt x="704" y="170"/>
                      <a:pt x="689" y="171"/>
                      <a:pt x="675" y="171"/>
                    </a:cubicBezTo>
                    <a:cubicBezTo>
                      <a:pt x="673" y="171"/>
                      <a:pt x="671" y="171"/>
                      <a:pt x="669" y="171"/>
                    </a:cubicBezTo>
                    <a:lnTo>
                      <a:pt x="689" y="189"/>
                    </a:lnTo>
                    <a:cubicBezTo>
                      <a:pt x="691" y="191"/>
                      <a:pt x="693" y="193"/>
                      <a:pt x="692" y="195"/>
                    </a:cubicBezTo>
                    <a:lnTo>
                      <a:pt x="692" y="195"/>
                    </a:lnTo>
                    <a:cubicBezTo>
                      <a:pt x="692" y="196"/>
                      <a:pt x="691" y="196"/>
                      <a:pt x="691" y="196"/>
                    </a:cubicBezTo>
                    <a:cubicBezTo>
                      <a:pt x="690" y="197"/>
                      <a:pt x="689" y="197"/>
                      <a:pt x="688" y="197"/>
                    </a:cubicBezTo>
                    <a:lnTo>
                      <a:pt x="688" y="197"/>
                    </a:lnTo>
                    <a:cubicBezTo>
                      <a:pt x="683" y="198"/>
                      <a:pt x="679" y="198"/>
                      <a:pt x="673" y="198"/>
                    </a:cubicBezTo>
                    <a:cubicBezTo>
                      <a:pt x="668" y="198"/>
                      <a:pt x="662" y="198"/>
                      <a:pt x="657" y="197"/>
                    </a:cubicBezTo>
                    <a:lnTo>
                      <a:pt x="657" y="197"/>
                    </a:lnTo>
                    <a:cubicBezTo>
                      <a:pt x="643" y="197"/>
                      <a:pt x="630" y="193"/>
                      <a:pt x="618" y="187"/>
                    </a:cubicBezTo>
                    <a:lnTo>
                      <a:pt x="618" y="187"/>
                    </a:lnTo>
                    <a:cubicBezTo>
                      <a:pt x="623" y="192"/>
                      <a:pt x="629" y="199"/>
                      <a:pt x="632" y="205"/>
                    </a:cubicBezTo>
                    <a:cubicBezTo>
                      <a:pt x="636" y="211"/>
                      <a:pt x="638" y="218"/>
                      <a:pt x="640" y="224"/>
                    </a:cubicBezTo>
                    <a:lnTo>
                      <a:pt x="640" y="224"/>
                    </a:lnTo>
                    <a:cubicBezTo>
                      <a:pt x="623" y="224"/>
                      <a:pt x="606" y="219"/>
                      <a:pt x="591" y="212"/>
                    </a:cubicBezTo>
                    <a:lnTo>
                      <a:pt x="591" y="212"/>
                    </a:lnTo>
                    <a:cubicBezTo>
                      <a:pt x="592" y="213"/>
                      <a:pt x="592" y="214"/>
                      <a:pt x="593" y="215"/>
                    </a:cubicBezTo>
                    <a:cubicBezTo>
                      <a:pt x="597" y="220"/>
                      <a:pt x="597" y="224"/>
                      <a:pt x="598" y="229"/>
                    </a:cubicBezTo>
                    <a:lnTo>
                      <a:pt x="598" y="229"/>
                    </a:lnTo>
                    <a:lnTo>
                      <a:pt x="598" y="230"/>
                    </a:lnTo>
                    <a:cubicBezTo>
                      <a:pt x="598" y="232"/>
                      <a:pt x="597" y="234"/>
                      <a:pt x="596" y="236"/>
                    </a:cubicBezTo>
                    <a:cubicBezTo>
                      <a:pt x="595" y="237"/>
                      <a:pt x="594" y="239"/>
                      <a:pt x="592" y="240"/>
                    </a:cubicBezTo>
                    <a:cubicBezTo>
                      <a:pt x="591" y="241"/>
                      <a:pt x="589" y="241"/>
                      <a:pt x="587" y="241"/>
                    </a:cubicBezTo>
                    <a:lnTo>
                      <a:pt x="587" y="241"/>
                    </a:lnTo>
                    <a:cubicBezTo>
                      <a:pt x="584" y="241"/>
                      <a:pt x="581" y="240"/>
                      <a:pt x="578" y="238"/>
                    </a:cubicBezTo>
                    <a:cubicBezTo>
                      <a:pt x="578" y="238"/>
                      <a:pt x="577" y="238"/>
                      <a:pt x="577" y="237"/>
                    </a:cubicBezTo>
                    <a:lnTo>
                      <a:pt x="577" y="237"/>
                    </a:lnTo>
                    <a:cubicBezTo>
                      <a:pt x="574" y="236"/>
                      <a:pt x="572" y="234"/>
                      <a:pt x="569" y="233"/>
                    </a:cubicBezTo>
                    <a:cubicBezTo>
                      <a:pt x="564" y="230"/>
                      <a:pt x="560" y="227"/>
                      <a:pt x="555" y="225"/>
                    </a:cubicBezTo>
                    <a:cubicBezTo>
                      <a:pt x="544" y="222"/>
                      <a:pt x="547" y="223"/>
                      <a:pt x="547" y="232"/>
                    </a:cubicBezTo>
                    <a:lnTo>
                      <a:pt x="547" y="232"/>
                    </a:lnTo>
                    <a:lnTo>
                      <a:pt x="547" y="233"/>
                    </a:lnTo>
                    <a:cubicBezTo>
                      <a:pt x="547" y="234"/>
                      <a:pt x="547" y="235"/>
                      <a:pt x="546" y="237"/>
                    </a:cubicBezTo>
                    <a:cubicBezTo>
                      <a:pt x="546" y="238"/>
                      <a:pt x="544" y="239"/>
                      <a:pt x="543" y="240"/>
                    </a:cubicBezTo>
                    <a:lnTo>
                      <a:pt x="542" y="240"/>
                    </a:lnTo>
                    <a:lnTo>
                      <a:pt x="542" y="240"/>
                    </a:lnTo>
                    <a:cubicBezTo>
                      <a:pt x="541" y="240"/>
                      <a:pt x="540" y="241"/>
                      <a:pt x="540" y="241"/>
                    </a:cubicBezTo>
                    <a:cubicBezTo>
                      <a:pt x="537" y="241"/>
                      <a:pt x="534" y="240"/>
                      <a:pt x="531" y="238"/>
                    </a:cubicBezTo>
                    <a:lnTo>
                      <a:pt x="530" y="238"/>
                    </a:lnTo>
                    <a:lnTo>
                      <a:pt x="530" y="238"/>
                    </a:lnTo>
                    <a:cubicBezTo>
                      <a:pt x="528" y="237"/>
                      <a:pt x="526" y="235"/>
                      <a:pt x="524" y="234"/>
                    </a:cubicBezTo>
                    <a:cubicBezTo>
                      <a:pt x="517" y="230"/>
                      <a:pt x="510" y="225"/>
                      <a:pt x="504" y="220"/>
                    </a:cubicBezTo>
                    <a:lnTo>
                      <a:pt x="504" y="220"/>
                    </a:lnTo>
                    <a:cubicBezTo>
                      <a:pt x="506" y="225"/>
                      <a:pt x="507" y="231"/>
                      <a:pt x="507" y="236"/>
                    </a:cubicBezTo>
                    <a:lnTo>
                      <a:pt x="507" y="236"/>
                    </a:lnTo>
                    <a:cubicBezTo>
                      <a:pt x="507" y="237"/>
                      <a:pt x="508" y="238"/>
                      <a:pt x="508" y="239"/>
                    </a:cubicBezTo>
                    <a:cubicBezTo>
                      <a:pt x="508" y="239"/>
                      <a:pt x="507" y="240"/>
                      <a:pt x="507" y="241"/>
                    </a:cubicBezTo>
                    <a:cubicBezTo>
                      <a:pt x="505" y="244"/>
                      <a:pt x="499" y="243"/>
                      <a:pt x="495" y="241"/>
                    </a:cubicBezTo>
                    <a:lnTo>
                      <a:pt x="495" y="241"/>
                    </a:lnTo>
                    <a:cubicBezTo>
                      <a:pt x="492" y="239"/>
                      <a:pt x="490" y="238"/>
                      <a:pt x="487" y="236"/>
                    </a:cubicBezTo>
                    <a:cubicBezTo>
                      <a:pt x="482" y="233"/>
                      <a:pt x="476" y="230"/>
                      <a:pt x="472" y="226"/>
                    </a:cubicBezTo>
                    <a:cubicBezTo>
                      <a:pt x="475" y="231"/>
                      <a:pt x="469" y="236"/>
                      <a:pt x="463" y="236"/>
                    </a:cubicBezTo>
                    <a:cubicBezTo>
                      <a:pt x="457" y="236"/>
                      <a:pt x="451" y="234"/>
                      <a:pt x="446" y="233"/>
                    </a:cubicBezTo>
                    <a:cubicBezTo>
                      <a:pt x="444" y="236"/>
                      <a:pt x="448" y="239"/>
                      <a:pt x="448" y="242"/>
                    </a:cubicBezTo>
                    <a:cubicBezTo>
                      <a:pt x="448" y="245"/>
                      <a:pt x="442" y="245"/>
                      <a:pt x="439" y="244"/>
                    </a:cubicBezTo>
                    <a:lnTo>
                      <a:pt x="439" y="244"/>
                    </a:lnTo>
                    <a:cubicBezTo>
                      <a:pt x="437" y="244"/>
                      <a:pt x="435" y="243"/>
                      <a:pt x="433" y="243"/>
                    </a:cubicBezTo>
                    <a:lnTo>
                      <a:pt x="432" y="243"/>
                    </a:lnTo>
                    <a:cubicBezTo>
                      <a:pt x="432" y="245"/>
                      <a:pt x="432" y="246"/>
                      <a:pt x="432" y="248"/>
                    </a:cubicBezTo>
                    <a:cubicBezTo>
                      <a:pt x="430" y="250"/>
                      <a:pt x="426" y="248"/>
                      <a:pt x="423" y="247"/>
                    </a:cubicBezTo>
                    <a:lnTo>
                      <a:pt x="423" y="247"/>
                    </a:lnTo>
                    <a:cubicBezTo>
                      <a:pt x="422" y="247"/>
                      <a:pt x="422" y="247"/>
                      <a:pt x="421" y="246"/>
                    </a:cubicBezTo>
                    <a:cubicBezTo>
                      <a:pt x="419" y="244"/>
                      <a:pt x="417" y="244"/>
                      <a:pt x="414" y="243"/>
                    </a:cubicBezTo>
                    <a:lnTo>
                      <a:pt x="418" y="255"/>
                    </a:lnTo>
                    <a:lnTo>
                      <a:pt x="418" y="255"/>
                    </a:lnTo>
                    <a:cubicBezTo>
                      <a:pt x="418" y="256"/>
                      <a:pt x="418" y="256"/>
                      <a:pt x="418" y="257"/>
                    </a:cubicBezTo>
                    <a:cubicBezTo>
                      <a:pt x="418" y="258"/>
                      <a:pt x="418" y="259"/>
                      <a:pt x="418" y="260"/>
                    </a:cubicBezTo>
                    <a:lnTo>
                      <a:pt x="418" y="260"/>
                    </a:lnTo>
                    <a:cubicBezTo>
                      <a:pt x="418" y="261"/>
                      <a:pt x="418" y="261"/>
                      <a:pt x="417" y="262"/>
                    </a:cubicBezTo>
                    <a:cubicBezTo>
                      <a:pt x="417" y="262"/>
                      <a:pt x="417" y="263"/>
                      <a:pt x="416" y="263"/>
                    </a:cubicBezTo>
                    <a:cubicBezTo>
                      <a:pt x="415" y="263"/>
                      <a:pt x="415" y="264"/>
                      <a:pt x="414" y="264"/>
                    </a:cubicBezTo>
                    <a:cubicBezTo>
                      <a:pt x="412" y="264"/>
                      <a:pt x="410" y="262"/>
                      <a:pt x="408" y="264"/>
                    </a:cubicBezTo>
                    <a:cubicBezTo>
                      <a:pt x="407" y="265"/>
                      <a:pt x="408" y="267"/>
                      <a:pt x="408" y="268"/>
                    </a:cubicBezTo>
                    <a:cubicBezTo>
                      <a:pt x="438" y="313"/>
                      <a:pt x="471" y="355"/>
                      <a:pt x="504" y="399"/>
                    </a:cubicBezTo>
                    <a:cubicBezTo>
                      <a:pt x="506" y="402"/>
                      <a:pt x="508" y="408"/>
                      <a:pt x="504" y="409"/>
                    </a:cubicBezTo>
                    <a:lnTo>
                      <a:pt x="504" y="409"/>
                    </a:lnTo>
                    <a:cubicBezTo>
                      <a:pt x="503" y="409"/>
                      <a:pt x="503" y="409"/>
                      <a:pt x="503" y="409"/>
                    </a:cubicBezTo>
                    <a:cubicBezTo>
                      <a:pt x="502" y="409"/>
                      <a:pt x="500" y="408"/>
                      <a:pt x="499" y="407"/>
                    </a:cubicBezTo>
                    <a:cubicBezTo>
                      <a:pt x="499" y="407"/>
                      <a:pt x="498" y="407"/>
                      <a:pt x="497" y="406"/>
                    </a:cubicBezTo>
                    <a:lnTo>
                      <a:pt x="465" y="381"/>
                    </a:lnTo>
                    <a:lnTo>
                      <a:pt x="465" y="381"/>
                    </a:lnTo>
                    <a:cubicBezTo>
                      <a:pt x="469" y="390"/>
                      <a:pt x="473" y="400"/>
                      <a:pt x="476" y="410"/>
                    </a:cubicBezTo>
                    <a:lnTo>
                      <a:pt x="476" y="410"/>
                    </a:lnTo>
                    <a:cubicBezTo>
                      <a:pt x="476" y="411"/>
                      <a:pt x="476" y="412"/>
                      <a:pt x="476" y="413"/>
                    </a:cubicBezTo>
                    <a:cubicBezTo>
                      <a:pt x="476" y="414"/>
                      <a:pt x="476" y="415"/>
                      <a:pt x="476" y="416"/>
                    </a:cubicBezTo>
                    <a:cubicBezTo>
                      <a:pt x="473" y="421"/>
                      <a:pt x="465" y="417"/>
                      <a:pt x="461" y="414"/>
                    </a:cubicBezTo>
                    <a:lnTo>
                      <a:pt x="461" y="414"/>
                    </a:lnTo>
                    <a:cubicBezTo>
                      <a:pt x="445" y="401"/>
                      <a:pt x="431" y="385"/>
                      <a:pt x="420" y="367"/>
                    </a:cubicBezTo>
                    <a:lnTo>
                      <a:pt x="420" y="367"/>
                    </a:lnTo>
                    <a:cubicBezTo>
                      <a:pt x="428" y="385"/>
                      <a:pt x="433" y="404"/>
                      <a:pt x="435" y="423"/>
                    </a:cubicBezTo>
                    <a:cubicBezTo>
                      <a:pt x="435" y="429"/>
                      <a:pt x="436" y="436"/>
                      <a:pt x="429" y="437"/>
                    </a:cubicBezTo>
                    <a:cubicBezTo>
                      <a:pt x="423" y="438"/>
                      <a:pt x="419" y="433"/>
                      <a:pt x="416" y="428"/>
                    </a:cubicBezTo>
                    <a:lnTo>
                      <a:pt x="416" y="428"/>
                    </a:lnTo>
                    <a:cubicBezTo>
                      <a:pt x="412" y="423"/>
                      <a:pt x="409" y="417"/>
                      <a:pt x="405" y="411"/>
                    </a:cubicBezTo>
                    <a:cubicBezTo>
                      <a:pt x="399" y="400"/>
                      <a:pt x="393" y="388"/>
                      <a:pt x="388" y="376"/>
                    </a:cubicBezTo>
                    <a:lnTo>
                      <a:pt x="376" y="430"/>
                    </a:lnTo>
                    <a:cubicBezTo>
                      <a:pt x="375" y="436"/>
                      <a:pt x="370" y="443"/>
                      <a:pt x="364" y="441"/>
                    </a:cubicBezTo>
                    <a:lnTo>
                      <a:pt x="364" y="441"/>
                    </a:lnTo>
                    <a:cubicBezTo>
                      <a:pt x="362" y="440"/>
                      <a:pt x="362" y="438"/>
                      <a:pt x="360" y="436"/>
                    </a:cubicBezTo>
                    <a:cubicBezTo>
                      <a:pt x="359" y="435"/>
                      <a:pt x="359" y="434"/>
                      <a:pt x="359" y="433"/>
                    </a:cubicBezTo>
                    <a:lnTo>
                      <a:pt x="359" y="433"/>
                    </a:lnTo>
                    <a:cubicBezTo>
                      <a:pt x="355" y="422"/>
                      <a:pt x="352" y="411"/>
                      <a:pt x="350" y="399"/>
                    </a:cubicBezTo>
                    <a:lnTo>
                      <a:pt x="339" y="417"/>
                    </a:lnTo>
                    <a:cubicBezTo>
                      <a:pt x="337" y="420"/>
                      <a:pt x="334" y="424"/>
                      <a:pt x="329" y="423"/>
                    </a:cubicBezTo>
                    <a:cubicBezTo>
                      <a:pt x="325" y="422"/>
                      <a:pt x="322" y="417"/>
                      <a:pt x="322" y="412"/>
                    </a:cubicBezTo>
                    <a:lnTo>
                      <a:pt x="322" y="412"/>
                    </a:lnTo>
                    <a:cubicBezTo>
                      <a:pt x="321" y="402"/>
                      <a:pt x="320" y="393"/>
                      <a:pt x="320" y="383"/>
                    </a:cubicBezTo>
                    <a:cubicBezTo>
                      <a:pt x="320" y="361"/>
                      <a:pt x="323" y="339"/>
                      <a:pt x="328" y="317"/>
                    </a:cubicBezTo>
                    <a:lnTo>
                      <a:pt x="328" y="317"/>
                    </a:lnTo>
                    <a:cubicBezTo>
                      <a:pt x="329" y="299"/>
                      <a:pt x="332" y="282"/>
                      <a:pt x="336" y="265"/>
                    </a:cubicBezTo>
                    <a:cubicBezTo>
                      <a:pt x="335" y="267"/>
                      <a:pt x="331" y="267"/>
                      <a:pt x="329" y="266"/>
                    </a:cubicBezTo>
                    <a:lnTo>
                      <a:pt x="329" y="266"/>
                    </a:lnTo>
                    <a:cubicBezTo>
                      <a:pt x="327" y="265"/>
                      <a:pt x="325" y="263"/>
                      <a:pt x="324" y="261"/>
                    </a:cubicBezTo>
                    <a:cubicBezTo>
                      <a:pt x="324" y="261"/>
                      <a:pt x="323" y="260"/>
                      <a:pt x="323" y="259"/>
                    </a:cubicBezTo>
                    <a:lnTo>
                      <a:pt x="323" y="259"/>
                    </a:lnTo>
                    <a:cubicBezTo>
                      <a:pt x="321" y="256"/>
                      <a:pt x="321" y="252"/>
                      <a:pt x="321" y="248"/>
                    </a:cubicBezTo>
                    <a:cubicBezTo>
                      <a:pt x="321" y="247"/>
                      <a:pt x="321" y="247"/>
                      <a:pt x="321" y="246"/>
                    </a:cubicBezTo>
                    <a:cubicBezTo>
                      <a:pt x="319" y="250"/>
                      <a:pt x="309" y="262"/>
                      <a:pt x="302" y="257"/>
                    </a:cubicBezTo>
                    <a:cubicBezTo>
                      <a:pt x="295" y="252"/>
                      <a:pt x="302" y="245"/>
                      <a:pt x="299" y="240"/>
                    </a:cubicBezTo>
                    <a:lnTo>
                      <a:pt x="299" y="240"/>
                    </a:lnTo>
                    <a:cubicBezTo>
                      <a:pt x="298" y="243"/>
                      <a:pt x="296" y="246"/>
                      <a:pt x="294" y="249"/>
                    </a:cubicBezTo>
                    <a:cubicBezTo>
                      <a:pt x="290" y="257"/>
                      <a:pt x="283" y="264"/>
                      <a:pt x="274" y="269"/>
                    </a:cubicBezTo>
                    <a:cubicBezTo>
                      <a:pt x="268" y="272"/>
                      <a:pt x="262" y="275"/>
                      <a:pt x="255" y="276"/>
                    </a:cubicBezTo>
                    <a:lnTo>
                      <a:pt x="255" y="276"/>
                    </a:lnTo>
                    <a:cubicBezTo>
                      <a:pt x="254" y="276"/>
                      <a:pt x="253" y="276"/>
                      <a:pt x="252" y="276"/>
                    </a:cubicBezTo>
                    <a:cubicBezTo>
                      <a:pt x="251" y="276"/>
                      <a:pt x="250" y="276"/>
                      <a:pt x="249" y="276"/>
                    </a:cubicBezTo>
                    <a:cubicBezTo>
                      <a:pt x="245" y="274"/>
                      <a:pt x="244" y="269"/>
                      <a:pt x="245" y="265"/>
                    </a:cubicBezTo>
                    <a:lnTo>
                      <a:pt x="245" y="248"/>
                    </a:lnTo>
                    <a:cubicBezTo>
                      <a:pt x="245" y="253"/>
                      <a:pt x="225" y="263"/>
                      <a:pt x="219" y="261"/>
                    </a:cubicBezTo>
                    <a:cubicBezTo>
                      <a:pt x="213" y="259"/>
                      <a:pt x="217" y="247"/>
                      <a:pt x="218" y="240"/>
                    </a:cubicBezTo>
                    <a:lnTo>
                      <a:pt x="218" y="240"/>
                    </a:lnTo>
                    <a:cubicBezTo>
                      <a:pt x="212" y="245"/>
                      <a:pt x="206" y="250"/>
                      <a:pt x="199" y="254"/>
                    </a:cubicBezTo>
                    <a:cubicBezTo>
                      <a:pt x="183" y="263"/>
                      <a:pt x="165" y="268"/>
                      <a:pt x="146" y="268"/>
                    </a:cubicBezTo>
                    <a:lnTo>
                      <a:pt x="146" y="268"/>
                    </a:lnTo>
                    <a:lnTo>
                      <a:pt x="145" y="268"/>
                    </a:lnTo>
                    <a:cubicBezTo>
                      <a:pt x="143" y="268"/>
                      <a:pt x="142" y="268"/>
                      <a:pt x="140" y="267"/>
                    </a:cubicBezTo>
                    <a:lnTo>
                      <a:pt x="140" y="267"/>
                    </a:lnTo>
                    <a:lnTo>
                      <a:pt x="140" y="267"/>
                    </a:lnTo>
                    <a:cubicBezTo>
                      <a:pt x="140" y="267"/>
                      <a:pt x="140" y="266"/>
                      <a:pt x="139" y="265"/>
                    </a:cubicBezTo>
                    <a:cubicBezTo>
                      <a:pt x="139" y="264"/>
                      <a:pt x="138" y="263"/>
                      <a:pt x="138" y="262"/>
                    </a:cubicBezTo>
                    <a:lnTo>
                      <a:pt x="138" y="261"/>
                    </a:lnTo>
                    <a:lnTo>
                      <a:pt x="138" y="261"/>
                    </a:lnTo>
                    <a:lnTo>
                      <a:pt x="138" y="260"/>
                    </a:lnTo>
                    <a:cubicBezTo>
                      <a:pt x="138" y="255"/>
                      <a:pt x="139" y="250"/>
                      <a:pt x="141" y="246"/>
                    </a:cubicBezTo>
                    <a:cubicBezTo>
                      <a:pt x="142" y="245"/>
                      <a:pt x="142" y="245"/>
                      <a:pt x="142" y="245"/>
                    </a:cubicBezTo>
                    <a:lnTo>
                      <a:pt x="142" y="245"/>
                    </a:lnTo>
                    <a:cubicBezTo>
                      <a:pt x="141" y="247"/>
                      <a:pt x="140" y="250"/>
                      <a:pt x="139" y="252"/>
                    </a:cubicBezTo>
                    <a:cubicBezTo>
                      <a:pt x="133" y="262"/>
                      <a:pt x="124" y="270"/>
                      <a:pt x="114" y="276"/>
                    </a:cubicBezTo>
                    <a:cubicBezTo>
                      <a:pt x="110" y="279"/>
                      <a:pt x="106" y="280"/>
                      <a:pt x="102" y="282"/>
                    </a:cubicBezTo>
                    <a:cubicBezTo>
                      <a:pt x="96" y="283"/>
                      <a:pt x="88" y="282"/>
                      <a:pt x="87" y="276"/>
                    </a:cubicBezTo>
                    <a:lnTo>
                      <a:pt x="87" y="276"/>
                    </a:lnTo>
                    <a:cubicBezTo>
                      <a:pt x="86" y="275"/>
                      <a:pt x="86" y="275"/>
                      <a:pt x="86" y="274"/>
                    </a:cubicBezTo>
                    <a:cubicBezTo>
                      <a:pt x="86" y="273"/>
                      <a:pt x="86" y="272"/>
                      <a:pt x="87" y="271"/>
                    </a:cubicBezTo>
                    <a:lnTo>
                      <a:pt x="94" y="247"/>
                    </a:lnTo>
                    <a:lnTo>
                      <a:pt x="94" y="247"/>
                    </a:lnTo>
                    <a:cubicBezTo>
                      <a:pt x="87" y="257"/>
                      <a:pt x="78" y="266"/>
                      <a:pt x="67" y="273"/>
                    </a:cubicBezTo>
                    <a:lnTo>
                      <a:pt x="67" y="273"/>
                    </a:lnTo>
                    <a:cubicBezTo>
                      <a:pt x="67" y="274"/>
                      <a:pt x="67" y="274"/>
                      <a:pt x="66" y="274"/>
                    </a:cubicBezTo>
                    <a:cubicBezTo>
                      <a:pt x="59" y="278"/>
                      <a:pt x="52" y="280"/>
                      <a:pt x="44" y="280"/>
                    </a:cubicBezTo>
                    <a:cubicBezTo>
                      <a:pt x="39" y="280"/>
                      <a:pt x="33" y="279"/>
                      <a:pt x="28" y="277"/>
                    </a:cubicBezTo>
                    <a:cubicBezTo>
                      <a:pt x="32" y="268"/>
                      <a:pt x="37" y="260"/>
                      <a:pt x="41" y="250"/>
                    </a:cubicBezTo>
                    <a:lnTo>
                      <a:pt x="41" y="250"/>
                    </a:lnTo>
                    <a:cubicBezTo>
                      <a:pt x="39" y="252"/>
                      <a:pt x="37" y="253"/>
                      <a:pt x="34" y="255"/>
                    </a:cubicBezTo>
                    <a:cubicBezTo>
                      <a:pt x="28" y="259"/>
                      <a:pt x="19" y="262"/>
                      <a:pt x="11" y="265"/>
                    </a:cubicBezTo>
                    <a:lnTo>
                      <a:pt x="11" y="265"/>
                    </a:lnTo>
                    <a:cubicBezTo>
                      <a:pt x="9" y="266"/>
                      <a:pt x="8" y="267"/>
                      <a:pt x="6" y="267"/>
                    </a:cubicBezTo>
                    <a:cubicBezTo>
                      <a:pt x="5" y="267"/>
                      <a:pt x="5" y="266"/>
                      <a:pt x="4" y="266"/>
                    </a:cubicBezTo>
                    <a:cubicBezTo>
                      <a:pt x="0" y="265"/>
                      <a:pt x="0" y="260"/>
                      <a:pt x="0" y="257"/>
                    </a:cubicBezTo>
                    <a:cubicBezTo>
                      <a:pt x="4" y="218"/>
                      <a:pt x="46" y="188"/>
                      <a:pt x="74" y="164"/>
                    </a:cubicBezTo>
                    <a:cubicBezTo>
                      <a:pt x="103" y="140"/>
                      <a:pt x="138" y="112"/>
                      <a:pt x="182" y="112"/>
                    </a:cubicBezTo>
                    <a:cubicBezTo>
                      <a:pt x="204" y="112"/>
                      <a:pt x="227" y="115"/>
                      <a:pt x="249" y="115"/>
                    </a:cubicBezTo>
                    <a:lnTo>
                      <a:pt x="249" y="115"/>
                    </a:lnTo>
                    <a:cubicBezTo>
                      <a:pt x="251" y="115"/>
                      <a:pt x="252" y="115"/>
                      <a:pt x="253" y="115"/>
                    </a:cubicBezTo>
                    <a:cubicBezTo>
                      <a:pt x="262" y="115"/>
                      <a:pt x="271" y="113"/>
                      <a:pt x="279" y="111"/>
                    </a:cubicBezTo>
                    <a:lnTo>
                      <a:pt x="279" y="111"/>
                    </a:lnTo>
                    <a:cubicBezTo>
                      <a:pt x="280" y="110"/>
                      <a:pt x="281" y="110"/>
                      <a:pt x="283" y="109"/>
                    </a:cubicBezTo>
                    <a:cubicBezTo>
                      <a:pt x="284" y="108"/>
                      <a:pt x="286" y="107"/>
                      <a:pt x="286" y="106"/>
                    </a:cubicBezTo>
                    <a:cubicBezTo>
                      <a:pt x="288" y="104"/>
                      <a:pt x="287" y="103"/>
                      <a:pt x="288" y="1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40"/>
              <p:cNvSpPr/>
              <p:nvPr/>
            </p:nvSpPr>
            <p:spPr>
              <a:xfrm>
                <a:off x="8172985" y="2653613"/>
                <a:ext cx="17460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50" extrusionOk="0">
                    <a:moveTo>
                      <a:pt x="278" y="263"/>
                    </a:moveTo>
                    <a:lnTo>
                      <a:pt x="278" y="263"/>
                    </a:lnTo>
                    <a:cubicBezTo>
                      <a:pt x="279" y="267"/>
                      <a:pt x="280" y="271"/>
                      <a:pt x="281" y="275"/>
                    </a:cubicBezTo>
                    <a:lnTo>
                      <a:pt x="281" y="275"/>
                    </a:lnTo>
                    <a:cubicBezTo>
                      <a:pt x="283" y="290"/>
                      <a:pt x="289" y="305"/>
                      <a:pt x="296" y="318"/>
                    </a:cubicBezTo>
                    <a:cubicBezTo>
                      <a:pt x="302" y="328"/>
                      <a:pt x="309" y="337"/>
                      <a:pt x="317" y="345"/>
                    </a:cubicBezTo>
                    <a:lnTo>
                      <a:pt x="317" y="345"/>
                    </a:lnTo>
                    <a:cubicBezTo>
                      <a:pt x="317" y="343"/>
                      <a:pt x="317" y="340"/>
                      <a:pt x="317" y="338"/>
                    </a:cubicBezTo>
                    <a:cubicBezTo>
                      <a:pt x="317" y="331"/>
                      <a:pt x="316" y="324"/>
                      <a:pt x="314" y="318"/>
                    </a:cubicBezTo>
                    <a:lnTo>
                      <a:pt x="314" y="318"/>
                    </a:lnTo>
                    <a:cubicBezTo>
                      <a:pt x="319" y="325"/>
                      <a:pt x="325" y="331"/>
                      <a:pt x="331" y="336"/>
                    </a:cubicBezTo>
                    <a:lnTo>
                      <a:pt x="331" y="336"/>
                    </a:lnTo>
                    <a:cubicBezTo>
                      <a:pt x="332" y="336"/>
                      <a:pt x="332" y="337"/>
                      <a:pt x="332" y="337"/>
                    </a:cubicBezTo>
                    <a:cubicBezTo>
                      <a:pt x="333" y="337"/>
                      <a:pt x="334" y="338"/>
                      <a:pt x="334" y="338"/>
                    </a:cubicBezTo>
                    <a:cubicBezTo>
                      <a:pt x="338" y="338"/>
                      <a:pt x="339" y="333"/>
                      <a:pt x="338" y="330"/>
                    </a:cubicBezTo>
                    <a:lnTo>
                      <a:pt x="338" y="330"/>
                    </a:lnTo>
                    <a:cubicBezTo>
                      <a:pt x="336" y="327"/>
                      <a:pt x="335" y="324"/>
                      <a:pt x="335" y="320"/>
                    </a:cubicBezTo>
                    <a:lnTo>
                      <a:pt x="335" y="320"/>
                    </a:lnTo>
                    <a:cubicBezTo>
                      <a:pt x="343" y="330"/>
                      <a:pt x="352" y="340"/>
                      <a:pt x="362" y="347"/>
                    </a:cubicBezTo>
                    <a:cubicBezTo>
                      <a:pt x="365" y="350"/>
                      <a:pt x="369" y="352"/>
                      <a:pt x="372" y="349"/>
                    </a:cubicBezTo>
                    <a:lnTo>
                      <a:pt x="372" y="349"/>
                    </a:lnTo>
                    <a:cubicBezTo>
                      <a:pt x="372" y="348"/>
                      <a:pt x="372" y="346"/>
                      <a:pt x="372" y="345"/>
                    </a:cubicBezTo>
                    <a:cubicBezTo>
                      <a:pt x="372" y="343"/>
                      <a:pt x="372" y="343"/>
                      <a:pt x="372" y="342"/>
                    </a:cubicBezTo>
                    <a:lnTo>
                      <a:pt x="372" y="342"/>
                    </a:lnTo>
                    <a:cubicBezTo>
                      <a:pt x="368" y="328"/>
                      <a:pt x="363" y="315"/>
                      <a:pt x="357" y="302"/>
                    </a:cubicBezTo>
                    <a:lnTo>
                      <a:pt x="357" y="302"/>
                    </a:lnTo>
                    <a:cubicBezTo>
                      <a:pt x="361" y="306"/>
                      <a:pt x="365" y="310"/>
                      <a:pt x="370" y="313"/>
                    </a:cubicBezTo>
                    <a:cubicBezTo>
                      <a:pt x="377" y="317"/>
                      <a:pt x="384" y="319"/>
                      <a:pt x="392" y="319"/>
                    </a:cubicBezTo>
                    <a:lnTo>
                      <a:pt x="392" y="319"/>
                    </a:lnTo>
                    <a:cubicBezTo>
                      <a:pt x="391" y="315"/>
                      <a:pt x="390" y="311"/>
                      <a:pt x="388" y="307"/>
                    </a:cubicBezTo>
                    <a:cubicBezTo>
                      <a:pt x="385" y="302"/>
                      <a:pt x="380" y="297"/>
                      <a:pt x="375" y="294"/>
                    </a:cubicBezTo>
                    <a:lnTo>
                      <a:pt x="375" y="294"/>
                    </a:lnTo>
                    <a:lnTo>
                      <a:pt x="375" y="294"/>
                    </a:lnTo>
                    <a:cubicBezTo>
                      <a:pt x="376" y="295"/>
                      <a:pt x="378" y="296"/>
                      <a:pt x="379" y="297"/>
                    </a:cubicBezTo>
                    <a:cubicBezTo>
                      <a:pt x="385" y="300"/>
                      <a:pt x="392" y="302"/>
                      <a:pt x="398" y="302"/>
                    </a:cubicBezTo>
                    <a:cubicBezTo>
                      <a:pt x="405" y="302"/>
                      <a:pt x="411" y="300"/>
                      <a:pt x="417" y="297"/>
                    </a:cubicBezTo>
                    <a:cubicBezTo>
                      <a:pt x="418" y="297"/>
                      <a:pt x="418" y="297"/>
                      <a:pt x="418" y="297"/>
                    </a:cubicBezTo>
                    <a:lnTo>
                      <a:pt x="418" y="297"/>
                    </a:lnTo>
                    <a:cubicBezTo>
                      <a:pt x="413" y="292"/>
                      <a:pt x="407" y="288"/>
                      <a:pt x="401" y="284"/>
                    </a:cubicBezTo>
                    <a:cubicBezTo>
                      <a:pt x="394" y="280"/>
                      <a:pt x="386" y="277"/>
                      <a:pt x="378" y="275"/>
                    </a:cubicBezTo>
                    <a:lnTo>
                      <a:pt x="399" y="269"/>
                    </a:lnTo>
                    <a:cubicBezTo>
                      <a:pt x="384" y="266"/>
                      <a:pt x="368" y="263"/>
                      <a:pt x="354" y="259"/>
                    </a:cubicBezTo>
                    <a:lnTo>
                      <a:pt x="354" y="259"/>
                    </a:lnTo>
                    <a:cubicBezTo>
                      <a:pt x="345" y="257"/>
                      <a:pt x="337" y="254"/>
                      <a:pt x="329" y="249"/>
                    </a:cubicBezTo>
                    <a:cubicBezTo>
                      <a:pt x="324" y="246"/>
                      <a:pt x="318" y="241"/>
                      <a:pt x="313" y="237"/>
                    </a:cubicBezTo>
                    <a:cubicBezTo>
                      <a:pt x="306" y="225"/>
                      <a:pt x="332" y="226"/>
                      <a:pt x="340" y="221"/>
                    </a:cubicBezTo>
                    <a:lnTo>
                      <a:pt x="340" y="221"/>
                    </a:lnTo>
                    <a:lnTo>
                      <a:pt x="340" y="221"/>
                    </a:lnTo>
                    <a:cubicBezTo>
                      <a:pt x="333" y="217"/>
                      <a:pt x="328" y="211"/>
                      <a:pt x="323" y="205"/>
                    </a:cubicBezTo>
                    <a:cubicBezTo>
                      <a:pt x="326" y="209"/>
                      <a:pt x="355" y="200"/>
                      <a:pt x="359" y="199"/>
                    </a:cubicBezTo>
                    <a:cubicBezTo>
                      <a:pt x="363" y="197"/>
                      <a:pt x="363" y="197"/>
                      <a:pt x="363" y="195"/>
                    </a:cubicBezTo>
                    <a:lnTo>
                      <a:pt x="363" y="195"/>
                    </a:lnTo>
                    <a:cubicBezTo>
                      <a:pt x="363" y="195"/>
                      <a:pt x="363" y="194"/>
                      <a:pt x="362" y="193"/>
                    </a:cubicBezTo>
                    <a:lnTo>
                      <a:pt x="361" y="192"/>
                    </a:lnTo>
                    <a:lnTo>
                      <a:pt x="361" y="192"/>
                    </a:lnTo>
                    <a:cubicBezTo>
                      <a:pt x="357" y="188"/>
                      <a:pt x="353" y="185"/>
                      <a:pt x="348" y="182"/>
                    </a:cubicBezTo>
                    <a:cubicBezTo>
                      <a:pt x="347" y="181"/>
                      <a:pt x="345" y="180"/>
                      <a:pt x="343" y="179"/>
                    </a:cubicBezTo>
                    <a:lnTo>
                      <a:pt x="343" y="179"/>
                    </a:lnTo>
                    <a:cubicBezTo>
                      <a:pt x="357" y="179"/>
                      <a:pt x="370" y="175"/>
                      <a:pt x="382" y="168"/>
                    </a:cubicBezTo>
                    <a:cubicBezTo>
                      <a:pt x="387" y="165"/>
                      <a:pt x="392" y="162"/>
                      <a:pt x="396" y="158"/>
                    </a:cubicBezTo>
                    <a:lnTo>
                      <a:pt x="396" y="158"/>
                    </a:lnTo>
                    <a:cubicBezTo>
                      <a:pt x="390" y="157"/>
                      <a:pt x="384" y="156"/>
                      <a:pt x="378" y="156"/>
                    </a:cubicBezTo>
                    <a:cubicBezTo>
                      <a:pt x="377" y="156"/>
                      <a:pt x="377" y="156"/>
                      <a:pt x="376" y="156"/>
                    </a:cubicBezTo>
                    <a:cubicBezTo>
                      <a:pt x="386" y="156"/>
                      <a:pt x="441" y="141"/>
                      <a:pt x="424" y="125"/>
                    </a:cubicBezTo>
                    <a:lnTo>
                      <a:pt x="424" y="125"/>
                    </a:lnTo>
                    <a:cubicBezTo>
                      <a:pt x="423" y="125"/>
                      <a:pt x="423" y="124"/>
                      <a:pt x="421" y="123"/>
                    </a:cubicBezTo>
                    <a:cubicBezTo>
                      <a:pt x="418" y="122"/>
                      <a:pt x="415" y="121"/>
                      <a:pt x="412" y="120"/>
                    </a:cubicBezTo>
                    <a:lnTo>
                      <a:pt x="450" y="109"/>
                    </a:lnTo>
                    <a:lnTo>
                      <a:pt x="450" y="109"/>
                    </a:lnTo>
                    <a:cubicBezTo>
                      <a:pt x="452" y="109"/>
                      <a:pt x="453" y="108"/>
                      <a:pt x="454" y="107"/>
                    </a:cubicBezTo>
                    <a:lnTo>
                      <a:pt x="455" y="107"/>
                    </a:lnTo>
                    <a:lnTo>
                      <a:pt x="455" y="107"/>
                    </a:lnTo>
                    <a:cubicBezTo>
                      <a:pt x="456" y="106"/>
                      <a:pt x="456" y="106"/>
                      <a:pt x="456" y="106"/>
                    </a:cubicBezTo>
                    <a:cubicBezTo>
                      <a:pt x="457" y="104"/>
                      <a:pt x="457" y="102"/>
                      <a:pt x="457" y="101"/>
                    </a:cubicBezTo>
                    <a:cubicBezTo>
                      <a:pt x="457" y="99"/>
                      <a:pt x="457" y="98"/>
                      <a:pt x="456" y="97"/>
                    </a:cubicBezTo>
                    <a:cubicBezTo>
                      <a:pt x="455" y="95"/>
                      <a:pt x="454" y="94"/>
                      <a:pt x="453" y="94"/>
                    </a:cubicBezTo>
                    <a:lnTo>
                      <a:pt x="453" y="94"/>
                    </a:lnTo>
                    <a:cubicBezTo>
                      <a:pt x="450" y="92"/>
                      <a:pt x="446" y="91"/>
                      <a:pt x="442" y="91"/>
                    </a:cubicBezTo>
                    <a:cubicBezTo>
                      <a:pt x="441" y="91"/>
                      <a:pt x="440" y="91"/>
                      <a:pt x="440" y="91"/>
                    </a:cubicBezTo>
                    <a:lnTo>
                      <a:pt x="440" y="91"/>
                    </a:lnTo>
                    <a:cubicBezTo>
                      <a:pt x="447" y="89"/>
                      <a:pt x="454" y="86"/>
                      <a:pt x="460" y="82"/>
                    </a:cubicBezTo>
                    <a:cubicBezTo>
                      <a:pt x="466" y="79"/>
                      <a:pt x="471" y="75"/>
                      <a:pt x="476" y="70"/>
                    </a:cubicBezTo>
                    <a:lnTo>
                      <a:pt x="476" y="70"/>
                    </a:lnTo>
                    <a:cubicBezTo>
                      <a:pt x="467" y="66"/>
                      <a:pt x="458" y="63"/>
                      <a:pt x="448" y="63"/>
                    </a:cubicBezTo>
                    <a:lnTo>
                      <a:pt x="448" y="63"/>
                    </a:lnTo>
                    <a:cubicBezTo>
                      <a:pt x="450" y="62"/>
                      <a:pt x="451" y="61"/>
                      <a:pt x="453" y="60"/>
                    </a:cubicBezTo>
                    <a:cubicBezTo>
                      <a:pt x="465" y="53"/>
                      <a:pt x="475" y="44"/>
                      <a:pt x="481" y="33"/>
                    </a:cubicBezTo>
                    <a:cubicBezTo>
                      <a:pt x="483" y="30"/>
                      <a:pt x="484" y="27"/>
                      <a:pt x="485" y="24"/>
                    </a:cubicBezTo>
                    <a:lnTo>
                      <a:pt x="485" y="24"/>
                    </a:lnTo>
                    <a:cubicBezTo>
                      <a:pt x="474" y="29"/>
                      <a:pt x="462" y="32"/>
                      <a:pt x="450" y="35"/>
                    </a:cubicBezTo>
                    <a:lnTo>
                      <a:pt x="450" y="35"/>
                    </a:lnTo>
                    <a:cubicBezTo>
                      <a:pt x="463" y="25"/>
                      <a:pt x="474" y="14"/>
                      <a:pt x="484" y="0"/>
                    </a:cubicBezTo>
                    <a:lnTo>
                      <a:pt x="484" y="0"/>
                    </a:lnTo>
                    <a:cubicBezTo>
                      <a:pt x="457" y="9"/>
                      <a:pt x="430" y="21"/>
                      <a:pt x="405" y="35"/>
                    </a:cubicBezTo>
                    <a:cubicBezTo>
                      <a:pt x="397" y="40"/>
                      <a:pt x="388" y="45"/>
                      <a:pt x="380" y="51"/>
                    </a:cubicBezTo>
                    <a:lnTo>
                      <a:pt x="380" y="51"/>
                    </a:lnTo>
                    <a:lnTo>
                      <a:pt x="379" y="51"/>
                    </a:lnTo>
                    <a:cubicBezTo>
                      <a:pt x="368" y="58"/>
                      <a:pt x="358" y="65"/>
                      <a:pt x="348" y="74"/>
                    </a:cubicBezTo>
                    <a:lnTo>
                      <a:pt x="348" y="74"/>
                    </a:lnTo>
                    <a:cubicBezTo>
                      <a:pt x="336" y="87"/>
                      <a:pt x="325" y="101"/>
                      <a:pt x="317" y="116"/>
                    </a:cubicBezTo>
                    <a:cubicBezTo>
                      <a:pt x="313" y="123"/>
                      <a:pt x="309" y="130"/>
                      <a:pt x="306" y="137"/>
                    </a:cubicBezTo>
                    <a:cubicBezTo>
                      <a:pt x="297" y="155"/>
                      <a:pt x="296" y="184"/>
                      <a:pt x="274" y="190"/>
                    </a:cubicBezTo>
                    <a:lnTo>
                      <a:pt x="274" y="190"/>
                    </a:lnTo>
                    <a:cubicBezTo>
                      <a:pt x="272" y="190"/>
                      <a:pt x="270" y="190"/>
                      <a:pt x="268" y="190"/>
                    </a:cubicBezTo>
                    <a:cubicBezTo>
                      <a:pt x="260" y="190"/>
                      <a:pt x="252" y="188"/>
                      <a:pt x="245" y="184"/>
                    </a:cubicBezTo>
                    <a:cubicBezTo>
                      <a:pt x="243" y="183"/>
                      <a:pt x="242" y="182"/>
                      <a:pt x="240" y="181"/>
                    </a:cubicBezTo>
                    <a:cubicBezTo>
                      <a:pt x="205" y="161"/>
                      <a:pt x="174" y="122"/>
                      <a:pt x="134" y="116"/>
                    </a:cubicBezTo>
                    <a:cubicBezTo>
                      <a:pt x="94" y="110"/>
                      <a:pt x="51" y="101"/>
                      <a:pt x="8" y="98"/>
                    </a:cubicBezTo>
                    <a:cubicBezTo>
                      <a:pt x="5" y="98"/>
                      <a:pt x="0" y="98"/>
                      <a:pt x="0" y="103"/>
                    </a:cubicBezTo>
                    <a:lnTo>
                      <a:pt x="0" y="103"/>
                    </a:lnTo>
                    <a:cubicBezTo>
                      <a:pt x="0" y="104"/>
                      <a:pt x="0" y="105"/>
                      <a:pt x="1" y="106"/>
                    </a:cubicBezTo>
                    <a:lnTo>
                      <a:pt x="1" y="106"/>
                    </a:lnTo>
                    <a:lnTo>
                      <a:pt x="1" y="106"/>
                    </a:lnTo>
                    <a:cubicBezTo>
                      <a:pt x="5" y="112"/>
                      <a:pt x="10" y="116"/>
                      <a:pt x="16" y="120"/>
                    </a:cubicBezTo>
                    <a:cubicBezTo>
                      <a:pt x="19" y="121"/>
                      <a:pt x="22" y="123"/>
                      <a:pt x="25" y="124"/>
                    </a:cubicBezTo>
                    <a:cubicBezTo>
                      <a:pt x="34" y="127"/>
                      <a:pt x="44" y="130"/>
                      <a:pt x="53" y="134"/>
                    </a:cubicBezTo>
                    <a:lnTo>
                      <a:pt x="19" y="141"/>
                    </a:lnTo>
                    <a:cubicBezTo>
                      <a:pt x="18" y="141"/>
                      <a:pt x="17" y="142"/>
                      <a:pt x="17" y="143"/>
                    </a:cubicBezTo>
                    <a:lnTo>
                      <a:pt x="17" y="143"/>
                    </a:lnTo>
                    <a:lnTo>
                      <a:pt x="17" y="143"/>
                    </a:lnTo>
                    <a:cubicBezTo>
                      <a:pt x="27" y="149"/>
                      <a:pt x="38" y="153"/>
                      <a:pt x="50" y="154"/>
                    </a:cubicBezTo>
                    <a:cubicBezTo>
                      <a:pt x="57" y="155"/>
                      <a:pt x="65" y="154"/>
                      <a:pt x="69" y="162"/>
                    </a:cubicBezTo>
                    <a:cubicBezTo>
                      <a:pt x="60" y="167"/>
                      <a:pt x="49" y="167"/>
                      <a:pt x="39" y="171"/>
                    </a:cubicBezTo>
                    <a:lnTo>
                      <a:pt x="39" y="171"/>
                    </a:lnTo>
                    <a:lnTo>
                      <a:pt x="38" y="172"/>
                    </a:lnTo>
                    <a:lnTo>
                      <a:pt x="37" y="173"/>
                    </a:lnTo>
                    <a:lnTo>
                      <a:pt x="37" y="173"/>
                    </a:lnTo>
                    <a:cubicBezTo>
                      <a:pt x="36" y="174"/>
                      <a:pt x="36" y="174"/>
                      <a:pt x="36" y="174"/>
                    </a:cubicBezTo>
                    <a:cubicBezTo>
                      <a:pt x="36" y="175"/>
                      <a:pt x="37" y="176"/>
                      <a:pt x="37" y="177"/>
                    </a:cubicBezTo>
                    <a:lnTo>
                      <a:pt x="38" y="178"/>
                    </a:lnTo>
                    <a:lnTo>
                      <a:pt x="38" y="178"/>
                    </a:lnTo>
                    <a:cubicBezTo>
                      <a:pt x="40" y="180"/>
                      <a:pt x="41" y="181"/>
                      <a:pt x="43" y="182"/>
                    </a:cubicBezTo>
                    <a:cubicBezTo>
                      <a:pt x="48" y="185"/>
                      <a:pt x="53" y="186"/>
                      <a:pt x="58" y="186"/>
                    </a:cubicBezTo>
                    <a:lnTo>
                      <a:pt x="58" y="186"/>
                    </a:lnTo>
                    <a:lnTo>
                      <a:pt x="58" y="186"/>
                    </a:lnTo>
                    <a:cubicBezTo>
                      <a:pt x="62" y="186"/>
                      <a:pt x="66" y="186"/>
                      <a:pt x="70" y="186"/>
                    </a:cubicBezTo>
                    <a:cubicBezTo>
                      <a:pt x="78" y="186"/>
                      <a:pt x="85" y="186"/>
                      <a:pt x="93" y="184"/>
                    </a:cubicBezTo>
                    <a:cubicBezTo>
                      <a:pt x="98" y="184"/>
                      <a:pt x="116" y="181"/>
                      <a:pt x="119" y="177"/>
                    </a:cubicBezTo>
                    <a:lnTo>
                      <a:pt x="100" y="206"/>
                    </a:lnTo>
                    <a:lnTo>
                      <a:pt x="100" y="206"/>
                    </a:lnTo>
                    <a:cubicBezTo>
                      <a:pt x="102" y="206"/>
                      <a:pt x="104" y="207"/>
                      <a:pt x="106" y="207"/>
                    </a:cubicBezTo>
                    <a:cubicBezTo>
                      <a:pt x="116" y="207"/>
                      <a:pt x="125" y="204"/>
                      <a:pt x="133" y="200"/>
                    </a:cubicBezTo>
                    <a:cubicBezTo>
                      <a:pt x="133" y="199"/>
                      <a:pt x="134" y="199"/>
                      <a:pt x="135" y="198"/>
                    </a:cubicBezTo>
                    <a:lnTo>
                      <a:pt x="128" y="216"/>
                    </a:lnTo>
                    <a:lnTo>
                      <a:pt x="128" y="216"/>
                    </a:lnTo>
                    <a:cubicBezTo>
                      <a:pt x="127" y="217"/>
                      <a:pt x="127" y="219"/>
                      <a:pt x="127" y="221"/>
                    </a:cubicBezTo>
                    <a:cubicBezTo>
                      <a:pt x="127" y="222"/>
                      <a:pt x="127" y="223"/>
                      <a:pt x="127" y="224"/>
                    </a:cubicBezTo>
                    <a:cubicBezTo>
                      <a:pt x="129" y="230"/>
                      <a:pt x="139" y="228"/>
                      <a:pt x="143" y="224"/>
                    </a:cubicBezTo>
                    <a:cubicBezTo>
                      <a:pt x="147" y="219"/>
                      <a:pt x="151" y="212"/>
                      <a:pt x="157" y="210"/>
                    </a:cubicBezTo>
                    <a:lnTo>
                      <a:pt x="157" y="210"/>
                    </a:lnTo>
                    <a:cubicBezTo>
                      <a:pt x="157" y="211"/>
                      <a:pt x="157" y="211"/>
                      <a:pt x="157" y="212"/>
                    </a:cubicBezTo>
                    <a:cubicBezTo>
                      <a:pt x="157" y="215"/>
                      <a:pt x="156" y="219"/>
                      <a:pt x="155" y="222"/>
                    </a:cubicBezTo>
                    <a:cubicBezTo>
                      <a:pt x="155" y="226"/>
                      <a:pt x="157" y="231"/>
                      <a:pt x="161" y="230"/>
                    </a:cubicBezTo>
                    <a:lnTo>
                      <a:pt x="161" y="230"/>
                    </a:lnTo>
                    <a:cubicBezTo>
                      <a:pt x="161" y="230"/>
                      <a:pt x="163" y="231"/>
                      <a:pt x="163" y="230"/>
                    </a:cubicBezTo>
                    <a:cubicBezTo>
                      <a:pt x="164" y="229"/>
                      <a:pt x="164" y="229"/>
                      <a:pt x="164" y="228"/>
                    </a:cubicBezTo>
                    <a:lnTo>
                      <a:pt x="182" y="214"/>
                    </a:lnTo>
                    <a:cubicBezTo>
                      <a:pt x="180" y="215"/>
                      <a:pt x="195" y="237"/>
                      <a:pt x="197" y="238"/>
                    </a:cubicBezTo>
                    <a:lnTo>
                      <a:pt x="197" y="238"/>
                    </a:lnTo>
                    <a:cubicBezTo>
                      <a:pt x="197" y="239"/>
                      <a:pt x="198" y="240"/>
                      <a:pt x="200" y="241"/>
                    </a:cubicBezTo>
                    <a:cubicBezTo>
                      <a:pt x="200" y="241"/>
                      <a:pt x="201" y="242"/>
                      <a:pt x="202" y="242"/>
                    </a:cubicBezTo>
                    <a:cubicBezTo>
                      <a:pt x="205" y="242"/>
                      <a:pt x="209" y="238"/>
                      <a:pt x="209" y="234"/>
                    </a:cubicBezTo>
                    <a:lnTo>
                      <a:pt x="209" y="234"/>
                    </a:lnTo>
                    <a:cubicBezTo>
                      <a:pt x="209" y="231"/>
                      <a:pt x="208" y="228"/>
                      <a:pt x="206" y="225"/>
                    </a:cubicBezTo>
                    <a:cubicBezTo>
                      <a:pt x="206" y="224"/>
                      <a:pt x="205" y="224"/>
                      <a:pt x="205" y="223"/>
                    </a:cubicBezTo>
                    <a:lnTo>
                      <a:pt x="205" y="223"/>
                    </a:lnTo>
                    <a:cubicBezTo>
                      <a:pt x="211" y="229"/>
                      <a:pt x="217" y="233"/>
                      <a:pt x="224" y="237"/>
                    </a:cubicBezTo>
                    <a:cubicBezTo>
                      <a:pt x="227" y="239"/>
                      <a:pt x="231" y="241"/>
                      <a:pt x="235" y="243"/>
                    </a:cubicBezTo>
                    <a:lnTo>
                      <a:pt x="235" y="243"/>
                    </a:lnTo>
                    <a:cubicBezTo>
                      <a:pt x="235" y="240"/>
                      <a:pt x="234" y="238"/>
                      <a:pt x="233" y="236"/>
                    </a:cubicBezTo>
                    <a:cubicBezTo>
                      <a:pt x="231" y="233"/>
                      <a:pt x="229" y="231"/>
                      <a:pt x="226" y="229"/>
                    </a:cubicBezTo>
                    <a:lnTo>
                      <a:pt x="248" y="241"/>
                    </a:lnTo>
                    <a:cubicBezTo>
                      <a:pt x="250" y="241"/>
                      <a:pt x="252" y="242"/>
                      <a:pt x="253" y="241"/>
                    </a:cubicBezTo>
                    <a:cubicBezTo>
                      <a:pt x="255" y="240"/>
                      <a:pt x="253" y="237"/>
                      <a:pt x="251" y="238"/>
                    </a:cubicBezTo>
                    <a:cubicBezTo>
                      <a:pt x="258" y="247"/>
                      <a:pt x="271" y="250"/>
                      <a:pt x="276" y="260"/>
                    </a:cubicBezTo>
                    <a:lnTo>
                      <a:pt x="278" y="2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94" name="Google Shape;794;p40"/>
          <p:cNvSpPr/>
          <p:nvPr/>
        </p:nvSpPr>
        <p:spPr>
          <a:xfrm>
            <a:off x="6541759" y="4782716"/>
            <a:ext cx="2602232" cy="366601"/>
          </a:xfrm>
          <a:custGeom>
            <a:avLst/>
            <a:gdLst/>
            <a:ahLst/>
            <a:cxnLst/>
            <a:rect l="l" t="t" r="r" b="b"/>
            <a:pathLst>
              <a:path w="4117" h="580" extrusionOk="0">
                <a:moveTo>
                  <a:pt x="4117" y="572"/>
                </a:moveTo>
                <a:lnTo>
                  <a:pt x="144" y="572"/>
                </a:lnTo>
                <a:cubicBezTo>
                  <a:pt x="107" y="572"/>
                  <a:pt x="33" y="589"/>
                  <a:pt x="0" y="572"/>
                </a:cubicBezTo>
                <a:lnTo>
                  <a:pt x="29" y="560"/>
                </a:lnTo>
                <a:lnTo>
                  <a:pt x="29" y="560"/>
                </a:lnTo>
                <a:cubicBezTo>
                  <a:pt x="26" y="556"/>
                  <a:pt x="24" y="552"/>
                  <a:pt x="21" y="548"/>
                </a:cubicBezTo>
                <a:cubicBezTo>
                  <a:pt x="18" y="541"/>
                  <a:pt x="14" y="534"/>
                  <a:pt x="12" y="527"/>
                </a:cubicBezTo>
                <a:cubicBezTo>
                  <a:pt x="43" y="513"/>
                  <a:pt x="80" y="548"/>
                  <a:pt x="110" y="534"/>
                </a:cubicBezTo>
                <a:lnTo>
                  <a:pt x="110" y="534"/>
                </a:lnTo>
                <a:cubicBezTo>
                  <a:pt x="120" y="528"/>
                  <a:pt x="128" y="520"/>
                  <a:pt x="134" y="510"/>
                </a:cubicBezTo>
                <a:cubicBezTo>
                  <a:pt x="148" y="491"/>
                  <a:pt x="163" y="468"/>
                  <a:pt x="158" y="444"/>
                </a:cubicBezTo>
                <a:cubicBezTo>
                  <a:pt x="156" y="433"/>
                  <a:pt x="149" y="422"/>
                  <a:pt x="146" y="411"/>
                </a:cubicBezTo>
                <a:lnTo>
                  <a:pt x="146" y="411"/>
                </a:lnTo>
                <a:cubicBezTo>
                  <a:pt x="144" y="408"/>
                  <a:pt x="144" y="404"/>
                  <a:pt x="144" y="401"/>
                </a:cubicBezTo>
                <a:cubicBezTo>
                  <a:pt x="144" y="396"/>
                  <a:pt x="145" y="392"/>
                  <a:pt x="147" y="388"/>
                </a:cubicBezTo>
                <a:cubicBezTo>
                  <a:pt x="149" y="384"/>
                  <a:pt x="152" y="382"/>
                  <a:pt x="155" y="379"/>
                </a:cubicBezTo>
                <a:lnTo>
                  <a:pt x="155" y="379"/>
                </a:lnTo>
                <a:cubicBezTo>
                  <a:pt x="159" y="378"/>
                  <a:pt x="163" y="377"/>
                  <a:pt x="167" y="377"/>
                </a:cubicBezTo>
                <a:cubicBezTo>
                  <a:pt x="168" y="377"/>
                  <a:pt x="170" y="377"/>
                  <a:pt x="172" y="378"/>
                </a:cubicBezTo>
                <a:lnTo>
                  <a:pt x="283" y="384"/>
                </a:lnTo>
                <a:lnTo>
                  <a:pt x="240" y="316"/>
                </a:lnTo>
                <a:lnTo>
                  <a:pt x="240" y="316"/>
                </a:lnTo>
                <a:cubicBezTo>
                  <a:pt x="239" y="315"/>
                  <a:pt x="239" y="314"/>
                  <a:pt x="238" y="313"/>
                </a:cubicBezTo>
                <a:cubicBezTo>
                  <a:pt x="236" y="309"/>
                  <a:pt x="235" y="305"/>
                  <a:pt x="234" y="301"/>
                </a:cubicBezTo>
                <a:cubicBezTo>
                  <a:pt x="234" y="284"/>
                  <a:pt x="259" y="282"/>
                  <a:pt x="276" y="286"/>
                </a:cubicBezTo>
                <a:cubicBezTo>
                  <a:pt x="338" y="302"/>
                  <a:pt x="449" y="353"/>
                  <a:pt x="510" y="338"/>
                </a:cubicBezTo>
                <a:lnTo>
                  <a:pt x="510" y="338"/>
                </a:lnTo>
                <a:cubicBezTo>
                  <a:pt x="493" y="311"/>
                  <a:pt x="473" y="286"/>
                  <a:pt x="451" y="264"/>
                </a:cubicBezTo>
                <a:lnTo>
                  <a:pt x="569" y="314"/>
                </a:lnTo>
                <a:lnTo>
                  <a:pt x="569" y="314"/>
                </a:lnTo>
                <a:cubicBezTo>
                  <a:pt x="556" y="291"/>
                  <a:pt x="550" y="265"/>
                  <a:pt x="550" y="239"/>
                </a:cubicBezTo>
                <a:cubicBezTo>
                  <a:pt x="550" y="219"/>
                  <a:pt x="554" y="199"/>
                  <a:pt x="561" y="181"/>
                </a:cubicBezTo>
                <a:lnTo>
                  <a:pt x="561" y="181"/>
                </a:lnTo>
                <a:cubicBezTo>
                  <a:pt x="583" y="197"/>
                  <a:pt x="601" y="217"/>
                  <a:pt x="615" y="241"/>
                </a:cubicBezTo>
                <a:cubicBezTo>
                  <a:pt x="615" y="242"/>
                  <a:pt x="616" y="243"/>
                  <a:pt x="616" y="243"/>
                </a:cubicBezTo>
                <a:lnTo>
                  <a:pt x="616" y="243"/>
                </a:lnTo>
                <a:cubicBezTo>
                  <a:pt x="617" y="215"/>
                  <a:pt x="626" y="188"/>
                  <a:pt x="639" y="163"/>
                </a:cubicBezTo>
                <a:cubicBezTo>
                  <a:pt x="646" y="152"/>
                  <a:pt x="653" y="142"/>
                  <a:pt x="661" y="133"/>
                </a:cubicBezTo>
                <a:lnTo>
                  <a:pt x="661" y="133"/>
                </a:lnTo>
                <a:cubicBezTo>
                  <a:pt x="665" y="128"/>
                  <a:pt x="671" y="123"/>
                  <a:pt x="676" y="120"/>
                </a:cubicBezTo>
                <a:cubicBezTo>
                  <a:pt x="680" y="118"/>
                  <a:pt x="683" y="116"/>
                  <a:pt x="686" y="115"/>
                </a:cubicBezTo>
                <a:cubicBezTo>
                  <a:pt x="710" y="110"/>
                  <a:pt x="730" y="136"/>
                  <a:pt x="729" y="160"/>
                </a:cubicBezTo>
                <a:lnTo>
                  <a:pt x="729" y="160"/>
                </a:lnTo>
                <a:cubicBezTo>
                  <a:pt x="726" y="174"/>
                  <a:pt x="721" y="188"/>
                  <a:pt x="714" y="200"/>
                </a:cubicBezTo>
                <a:cubicBezTo>
                  <a:pt x="710" y="208"/>
                  <a:pt x="704" y="216"/>
                  <a:pt x="697" y="223"/>
                </a:cubicBezTo>
                <a:lnTo>
                  <a:pt x="697" y="223"/>
                </a:lnTo>
                <a:cubicBezTo>
                  <a:pt x="698" y="223"/>
                  <a:pt x="699" y="223"/>
                  <a:pt x="699" y="222"/>
                </a:cubicBezTo>
                <a:cubicBezTo>
                  <a:pt x="711" y="215"/>
                  <a:pt x="723" y="212"/>
                  <a:pt x="736" y="212"/>
                </a:cubicBezTo>
                <a:cubicBezTo>
                  <a:pt x="740" y="212"/>
                  <a:pt x="745" y="212"/>
                  <a:pt x="749" y="213"/>
                </a:cubicBezTo>
                <a:lnTo>
                  <a:pt x="749" y="213"/>
                </a:lnTo>
                <a:cubicBezTo>
                  <a:pt x="744" y="225"/>
                  <a:pt x="742" y="238"/>
                  <a:pt x="742" y="251"/>
                </a:cubicBezTo>
                <a:cubicBezTo>
                  <a:pt x="742" y="270"/>
                  <a:pt x="748" y="289"/>
                  <a:pt x="757" y="306"/>
                </a:cubicBezTo>
                <a:cubicBezTo>
                  <a:pt x="765" y="320"/>
                  <a:pt x="775" y="331"/>
                  <a:pt x="787" y="340"/>
                </a:cubicBezTo>
                <a:lnTo>
                  <a:pt x="827" y="261"/>
                </a:lnTo>
                <a:lnTo>
                  <a:pt x="868" y="323"/>
                </a:lnTo>
                <a:lnTo>
                  <a:pt x="868" y="323"/>
                </a:lnTo>
                <a:cubicBezTo>
                  <a:pt x="869" y="308"/>
                  <a:pt x="874" y="294"/>
                  <a:pt x="881" y="281"/>
                </a:cubicBezTo>
                <a:cubicBezTo>
                  <a:pt x="889" y="268"/>
                  <a:pt x="899" y="256"/>
                  <a:pt x="912" y="248"/>
                </a:cubicBezTo>
                <a:lnTo>
                  <a:pt x="912" y="248"/>
                </a:lnTo>
                <a:cubicBezTo>
                  <a:pt x="921" y="265"/>
                  <a:pt x="926" y="284"/>
                  <a:pt x="926" y="304"/>
                </a:cubicBezTo>
                <a:cubicBezTo>
                  <a:pt x="926" y="310"/>
                  <a:pt x="925" y="316"/>
                  <a:pt x="924" y="322"/>
                </a:cubicBezTo>
                <a:lnTo>
                  <a:pt x="924" y="322"/>
                </a:lnTo>
                <a:cubicBezTo>
                  <a:pt x="929" y="315"/>
                  <a:pt x="936" y="309"/>
                  <a:pt x="944" y="304"/>
                </a:cubicBezTo>
                <a:cubicBezTo>
                  <a:pt x="953" y="299"/>
                  <a:pt x="964" y="296"/>
                  <a:pt x="975" y="296"/>
                </a:cubicBezTo>
                <a:cubicBezTo>
                  <a:pt x="980" y="296"/>
                  <a:pt x="985" y="297"/>
                  <a:pt x="989" y="298"/>
                </a:cubicBezTo>
                <a:cubicBezTo>
                  <a:pt x="1013" y="305"/>
                  <a:pt x="1026" y="339"/>
                  <a:pt x="1008" y="357"/>
                </a:cubicBezTo>
                <a:lnTo>
                  <a:pt x="1008" y="357"/>
                </a:lnTo>
                <a:cubicBezTo>
                  <a:pt x="1012" y="357"/>
                  <a:pt x="1015" y="357"/>
                  <a:pt x="1019" y="357"/>
                </a:cubicBezTo>
                <a:cubicBezTo>
                  <a:pt x="1035" y="357"/>
                  <a:pt x="1051" y="353"/>
                  <a:pt x="1064" y="345"/>
                </a:cubicBezTo>
                <a:cubicBezTo>
                  <a:pt x="1078" y="337"/>
                  <a:pt x="1090" y="326"/>
                  <a:pt x="1098" y="312"/>
                </a:cubicBezTo>
                <a:cubicBezTo>
                  <a:pt x="1100" y="309"/>
                  <a:pt x="1101" y="306"/>
                  <a:pt x="1102" y="302"/>
                </a:cubicBezTo>
                <a:lnTo>
                  <a:pt x="1102" y="302"/>
                </a:lnTo>
                <a:cubicBezTo>
                  <a:pt x="1103" y="303"/>
                  <a:pt x="1103" y="303"/>
                  <a:pt x="1103" y="304"/>
                </a:cubicBezTo>
                <a:cubicBezTo>
                  <a:pt x="1110" y="315"/>
                  <a:pt x="1120" y="325"/>
                  <a:pt x="1131" y="331"/>
                </a:cubicBezTo>
                <a:cubicBezTo>
                  <a:pt x="1143" y="338"/>
                  <a:pt x="1156" y="341"/>
                  <a:pt x="1169" y="341"/>
                </a:cubicBezTo>
                <a:cubicBezTo>
                  <a:pt x="1183" y="341"/>
                  <a:pt x="1195" y="337"/>
                  <a:pt x="1206" y="331"/>
                </a:cubicBezTo>
                <a:cubicBezTo>
                  <a:pt x="1213" y="327"/>
                  <a:pt x="1219" y="323"/>
                  <a:pt x="1224" y="318"/>
                </a:cubicBezTo>
                <a:lnTo>
                  <a:pt x="1284" y="348"/>
                </a:lnTo>
                <a:lnTo>
                  <a:pt x="1300" y="245"/>
                </a:lnTo>
                <a:lnTo>
                  <a:pt x="1325" y="305"/>
                </a:lnTo>
                <a:cubicBezTo>
                  <a:pt x="1343" y="281"/>
                  <a:pt x="1350" y="252"/>
                  <a:pt x="1364" y="226"/>
                </a:cubicBezTo>
                <a:cubicBezTo>
                  <a:pt x="1378" y="200"/>
                  <a:pt x="1405" y="177"/>
                  <a:pt x="1433" y="182"/>
                </a:cubicBezTo>
                <a:cubicBezTo>
                  <a:pt x="1462" y="187"/>
                  <a:pt x="1475" y="235"/>
                  <a:pt x="1448" y="245"/>
                </a:cubicBezTo>
                <a:lnTo>
                  <a:pt x="1448" y="245"/>
                </a:lnTo>
                <a:cubicBezTo>
                  <a:pt x="1451" y="243"/>
                  <a:pt x="1455" y="241"/>
                  <a:pt x="1458" y="239"/>
                </a:cubicBezTo>
                <a:cubicBezTo>
                  <a:pt x="1480" y="227"/>
                  <a:pt x="1504" y="220"/>
                  <a:pt x="1529" y="220"/>
                </a:cubicBezTo>
                <a:cubicBezTo>
                  <a:pt x="1540" y="220"/>
                  <a:pt x="1551" y="222"/>
                  <a:pt x="1561" y="224"/>
                </a:cubicBezTo>
                <a:lnTo>
                  <a:pt x="1536" y="321"/>
                </a:lnTo>
                <a:lnTo>
                  <a:pt x="1536" y="321"/>
                </a:lnTo>
                <a:cubicBezTo>
                  <a:pt x="1583" y="303"/>
                  <a:pt x="1631" y="288"/>
                  <a:pt x="1679" y="276"/>
                </a:cubicBezTo>
                <a:lnTo>
                  <a:pt x="1732" y="139"/>
                </a:lnTo>
                <a:lnTo>
                  <a:pt x="1732" y="139"/>
                </a:lnTo>
                <a:cubicBezTo>
                  <a:pt x="1743" y="174"/>
                  <a:pt x="1751" y="209"/>
                  <a:pt x="1756" y="245"/>
                </a:cubicBezTo>
                <a:cubicBezTo>
                  <a:pt x="1784" y="227"/>
                  <a:pt x="1789" y="184"/>
                  <a:pt x="1818" y="169"/>
                </a:cubicBezTo>
                <a:lnTo>
                  <a:pt x="1818" y="169"/>
                </a:lnTo>
                <a:cubicBezTo>
                  <a:pt x="1825" y="166"/>
                  <a:pt x="1832" y="164"/>
                  <a:pt x="1839" y="164"/>
                </a:cubicBezTo>
                <a:cubicBezTo>
                  <a:pt x="1846" y="164"/>
                  <a:pt x="1854" y="166"/>
                  <a:pt x="1860" y="170"/>
                </a:cubicBezTo>
                <a:cubicBezTo>
                  <a:pt x="1867" y="174"/>
                  <a:pt x="1872" y="180"/>
                  <a:pt x="1876" y="186"/>
                </a:cubicBezTo>
                <a:cubicBezTo>
                  <a:pt x="1880" y="193"/>
                  <a:pt x="1882" y="200"/>
                  <a:pt x="1882" y="207"/>
                </a:cubicBezTo>
                <a:cubicBezTo>
                  <a:pt x="1882" y="215"/>
                  <a:pt x="1880" y="222"/>
                  <a:pt x="1876" y="229"/>
                </a:cubicBezTo>
                <a:cubicBezTo>
                  <a:pt x="1872" y="236"/>
                  <a:pt x="1867" y="241"/>
                  <a:pt x="1860" y="245"/>
                </a:cubicBezTo>
                <a:cubicBezTo>
                  <a:pt x="1857" y="247"/>
                  <a:pt x="1853" y="248"/>
                  <a:pt x="1850" y="249"/>
                </a:cubicBezTo>
                <a:lnTo>
                  <a:pt x="1850" y="249"/>
                </a:lnTo>
                <a:cubicBezTo>
                  <a:pt x="1853" y="244"/>
                  <a:pt x="1858" y="239"/>
                  <a:pt x="1863" y="236"/>
                </a:cubicBezTo>
                <a:cubicBezTo>
                  <a:pt x="1869" y="233"/>
                  <a:pt x="1876" y="231"/>
                  <a:pt x="1882" y="231"/>
                </a:cubicBezTo>
                <a:cubicBezTo>
                  <a:pt x="1889" y="231"/>
                  <a:pt x="1896" y="233"/>
                  <a:pt x="1901" y="236"/>
                </a:cubicBezTo>
                <a:cubicBezTo>
                  <a:pt x="1907" y="239"/>
                  <a:pt x="1911" y="245"/>
                  <a:pt x="1914" y="250"/>
                </a:cubicBezTo>
                <a:cubicBezTo>
                  <a:pt x="1918" y="256"/>
                  <a:pt x="1919" y="262"/>
                  <a:pt x="1919" y="268"/>
                </a:cubicBezTo>
                <a:cubicBezTo>
                  <a:pt x="1919" y="275"/>
                  <a:pt x="1918" y="281"/>
                  <a:pt x="1914" y="287"/>
                </a:cubicBezTo>
                <a:cubicBezTo>
                  <a:pt x="1911" y="293"/>
                  <a:pt x="1907" y="298"/>
                  <a:pt x="1901" y="301"/>
                </a:cubicBezTo>
                <a:cubicBezTo>
                  <a:pt x="1901" y="301"/>
                  <a:pt x="1900" y="301"/>
                  <a:pt x="1899" y="302"/>
                </a:cubicBezTo>
                <a:lnTo>
                  <a:pt x="1899" y="302"/>
                </a:lnTo>
                <a:cubicBezTo>
                  <a:pt x="1906" y="298"/>
                  <a:pt x="1913" y="296"/>
                  <a:pt x="1921" y="296"/>
                </a:cubicBezTo>
                <a:cubicBezTo>
                  <a:pt x="1929" y="296"/>
                  <a:pt x="1937" y="298"/>
                  <a:pt x="1944" y="302"/>
                </a:cubicBezTo>
                <a:cubicBezTo>
                  <a:pt x="1951" y="306"/>
                  <a:pt x="1957" y="312"/>
                  <a:pt x="1961" y="319"/>
                </a:cubicBezTo>
                <a:cubicBezTo>
                  <a:pt x="1965" y="326"/>
                  <a:pt x="1967" y="333"/>
                  <a:pt x="1967" y="340"/>
                </a:cubicBezTo>
                <a:lnTo>
                  <a:pt x="1967" y="340"/>
                </a:lnTo>
                <a:cubicBezTo>
                  <a:pt x="1969" y="338"/>
                  <a:pt x="1972" y="337"/>
                  <a:pt x="1974" y="336"/>
                </a:cubicBezTo>
                <a:cubicBezTo>
                  <a:pt x="1987" y="328"/>
                  <a:pt x="2002" y="323"/>
                  <a:pt x="2017" y="322"/>
                </a:cubicBezTo>
                <a:lnTo>
                  <a:pt x="2017" y="322"/>
                </a:lnTo>
                <a:lnTo>
                  <a:pt x="2017" y="322"/>
                </a:lnTo>
                <a:cubicBezTo>
                  <a:pt x="2023" y="322"/>
                  <a:pt x="2030" y="324"/>
                  <a:pt x="2035" y="327"/>
                </a:cubicBezTo>
                <a:cubicBezTo>
                  <a:pt x="2041" y="330"/>
                  <a:pt x="2045" y="334"/>
                  <a:pt x="2048" y="340"/>
                </a:cubicBezTo>
                <a:cubicBezTo>
                  <a:pt x="2051" y="344"/>
                  <a:pt x="2052" y="349"/>
                  <a:pt x="2052" y="354"/>
                </a:cubicBezTo>
                <a:cubicBezTo>
                  <a:pt x="2107" y="328"/>
                  <a:pt x="2156" y="333"/>
                  <a:pt x="2213" y="341"/>
                </a:cubicBezTo>
                <a:cubicBezTo>
                  <a:pt x="2239" y="345"/>
                  <a:pt x="2404" y="385"/>
                  <a:pt x="2353" y="326"/>
                </a:cubicBezTo>
                <a:cubicBezTo>
                  <a:pt x="2431" y="343"/>
                  <a:pt x="2498" y="304"/>
                  <a:pt x="2444" y="224"/>
                </a:cubicBezTo>
                <a:cubicBezTo>
                  <a:pt x="2467" y="252"/>
                  <a:pt x="2491" y="280"/>
                  <a:pt x="2514" y="308"/>
                </a:cubicBezTo>
                <a:lnTo>
                  <a:pt x="2514" y="308"/>
                </a:lnTo>
                <a:cubicBezTo>
                  <a:pt x="2503" y="271"/>
                  <a:pt x="2498" y="232"/>
                  <a:pt x="2496" y="194"/>
                </a:cubicBezTo>
                <a:lnTo>
                  <a:pt x="2496" y="194"/>
                </a:lnTo>
                <a:cubicBezTo>
                  <a:pt x="2504" y="196"/>
                  <a:pt x="2513" y="198"/>
                  <a:pt x="2520" y="203"/>
                </a:cubicBezTo>
                <a:cubicBezTo>
                  <a:pt x="2535" y="212"/>
                  <a:pt x="2546" y="223"/>
                  <a:pt x="2554" y="237"/>
                </a:cubicBezTo>
                <a:lnTo>
                  <a:pt x="2554" y="237"/>
                </a:lnTo>
                <a:cubicBezTo>
                  <a:pt x="2553" y="229"/>
                  <a:pt x="2553" y="221"/>
                  <a:pt x="2553" y="213"/>
                </a:cubicBezTo>
                <a:cubicBezTo>
                  <a:pt x="2553" y="162"/>
                  <a:pt x="2567" y="112"/>
                  <a:pt x="2592" y="67"/>
                </a:cubicBezTo>
                <a:cubicBezTo>
                  <a:pt x="2607" y="42"/>
                  <a:pt x="2625" y="20"/>
                  <a:pt x="2646" y="0"/>
                </a:cubicBezTo>
                <a:lnTo>
                  <a:pt x="2646" y="0"/>
                </a:lnTo>
                <a:cubicBezTo>
                  <a:pt x="2652" y="16"/>
                  <a:pt x="2656" y="34"/>
                  <a:pt x="2656" y="52"/>
                </a:cubicBezTo>
                <a:cubicBezTo>
                  <a:pt x="2656" y="75"/>
                  <a:pt x="2650" y="99"/>
                  <a:pt x="2638" y="119"/>
                </a:cubicBezTo>
                <a:lnTo>
                  <a:pt x="2700" y="75"/>
                </a:lnTo>
                <a:cubicBezTo>
                  <a:pt x="2708" y="69"/>
                  <a:pt x="2719" y="63"/>
                  <a:pt x="2729" y="66"/>
                </a:cubicBezTo>
                <a:cubicBezTo>
                  <a:pt x="2744" y="73"/>
                  <a:pt x="2740" y="96"/>
                  <a:pt x="2731" y="110"/>
                </a:cubicBezTo>
                <a:lnTo>
                  <a:pt x="2731" y="110"/>
                </a:lnTo>
                <a:cubicBezTo>
                  <a:pt x="2716" y="137"/>
                  <a:pt x="2695" y="160"/>
                  <a:pt x="2670" y="178"/>
                </a:cubicBezTo>
                <a:lnTo>
                  <a:pt x="2670" y="178"/>
                </a:lnTo>
                <a:cubicBezTo>
                  <a:pt x="2672" y="177"/>
                  <a:pt x="2674" y="175"/>
                  <a:pt x="2677" y="174"/>
                </a:cubicBezTo>
                <a:cubicBezTo>
                  <a:pt x="2708" y="156"/>
                  <a:pt x="2743" y="146"/>
                  <a:pt x="2780" y="146"/>
                </a:cubicBezTo>
                <a:cubicBezTo>
                  <a:pt x="2783" y="146"/>
                  <a:pt x="2786" y="146"/>
                  <a:pt x="2789" y="147"/>
                </a:cubicBezTo>
                <a:lnTo>
                  <a:pt x="2789" y="147"/>
                </a:lnTo>
                <a:cubicBezTo>
                  <a:pt x="2785" y="159"/>
                  <a:pt x="2780" y="170"/>
                  <a:pt x="2773" y="181"/>
                </a:cubicBezTo>
                <a:cubicBezTo>
                  <a:pt x="2758" y="208"/>
                  <a:pt x="2737" y="231"/>
                  <a:pt x="2712" y="250"/>
                </a:cubicBezTo>
                <a:cubicBezTo>
                  <a:pt x="2758" y="241"/>
                  <a:pt x="2781" y="332"/>
                  <a:pt x="2826" y="317"/>
                </a:cubicBezTo>
                <a:lnTo>
                  <a:pt x="2826" y="317"/>
                </a:lnTo>
                <a:cubicBezTo>
                  <a:pt x="2827" y="317"/>
                  <a:pt x="2828" y="316"/>
                  <a:pt x="2830" y="315"/>
                </a:cubicBezTo>
                <a:cubicBezTo>
                  <a:pt x="2838" y="310"/>
                  <a:pt x="2845" y="303"/>
                  <a:pt x="2849" y="295"/>
                </a:cubicBezTo>
                <a:cubicBezTo>
                  <a:pt x="2852" y="291"/>
                  <a:pt x="2853" y="288"/>
                  <a:pt x="2854" y="283"/>
                </a:cubicBezTo>
                <a:lnTo>
                  <a:pt x="2854" y="283"/>
                </a:lnTo>
                <a:cubicBezTo>
                  <a:pt x="2869" y="249"/>
                  <a:pt x="2876" y="212"/>
                  <a:pt x="2876" y="174"/>
                </a:cubicBezTo>
                <a:cubicBezTo>
                  <a:pt x="2876" y="169"/>
                  <a:pt x="2876" y="164"/>
                  <a:pt x="2876" y="159"/>
                </a:cubicBezTo>
                <a:lnTo>
                  <a:pt x="2876" y="159"/>
                </a:lnTo>
                <a:cubicBezTo>
                  <a:pt x="2880" y="181"/>
                  <a:pt x="2889" y="202"/>
                  <a:pt x="2900" y="222"/>
                </a:cubicBezTo>
                <a:cubicBezTo>
                  <a:pt x="2906" y="231"/>
                  <a:pt x="2911" y="240"/>
                  <a:pt x="2918" y="249"/>
                </a:cubicBezTo>
                <a:lnTo>
                  <a:pt x="2944" y="134"/>
                </a:lnTo>
                <a:lnTo>
                  <a:pt x="2944" y="134"/>
                </a:lnTo>
                <a:cubicBezTo>
                  <a:pt x="2958" y="160"/>
                  <a:pt x="2966" y="188"/>
                  <a:pt x="2968" y="218"/>
                </a:cubicBezTo>
                <a:lnTo>
                  <a:pt x="2968" y="218"/>
                </a:lnTo>
                <a:cubicBezTo>
                  <a:pt x="2971" y="208"/>
                  <a:pt x="2976" y="199"/>
                  <a:pt x="2980" y="191"/>
                </a:cubicBezTo>
                <a:cubicBezTo>
                  <a:pt x="2994" y="169"/>
                  <a:pt x="3011" y="151"/>
                  <a:pt x="3032" y="139"/>
                </a:cubicBezTo>
                <a:cubicBezTo>
                  <a:pt x="3044" y="132"/>
                  <a:pt x="3057" y="127"/>
                  <a:pt x="3071" y="124"/>
                </a:cubicBezTo>
                <a:lnTo>
                  <a:pt x="3071" y="124"/>
                </a:lnTo>
                <a:cubicBezTo>
                  <a:pt x="3069" y="139"/>
                  <a:pt x="3065" y="153"/>
                  <a:pt x="3056" y="167"/>
                </a:cubicBezTo>
                <a:cubicBezTo>
                  <a:pt x="3051" y="176"/>
                  <a:pt x="3044" y="185"/>
                  <a:pt x="3036" y="192"/>
                </a:cubicBezTo>
                <a:lnTo>
                  <a:pt x="3036" y="192"/>
                </a:lnTo>
                <a:lnTo>
                  <a:pt x="3037" y="192"/>
                </a:lnTo>
                <a:cubicBezTo>
                  <a:pt x="3068" y="174"/>
                  <a:pt x="3103" y="165"/>
                  <a:pt x="3138" y="165"/>
                </a:cubicBezTo>
                <a:cubicBezTo>
                  <a:pt x="3147" y="165"/>
                  <a:pt x="3156" y="165"/>
                  <a:pt x="3165" y="166"/>
                </a:cubicBezTo>
                <a:lnTo>
                  <a:pt x="3165" y="166"/>
                </a:lnTo>
                <a:cubicBezTo>
                  <a:pt x="3164" y="168"/>
                  <a:pt x="3163" y="169"/>
                  <a:pt x="3162" y="171"/>
                </a:cubicBezTo>
                <a:cubicBezTo>
                  <a:pt x="3150" y="192"/>
                  <a:pt x="3132" y="210"/>
                  <a:pt x="3110" y="223"/>
                </a:cubicBezTo>
                <a:cubicBezTo>
                  <a:pt x="3108" y="224"/>
                  <a:pt x="3106" y="225"/>
                  <a:pt x="3103" y="226"/>
                </a:cubicBezTo>
                <a:lnTo>
                  <a:pt x="3103" y="226"/>
                </a:lnTo>
                <a:cubicBezTo>
                  <a:pt x="3115" y="223"/>
                  <a:pt x="3127" y="222"/>
                  <a:pt x="3140" y="222"/>
                </a:cubicBezTo>
                <a:cubicBezTo>
                  <a:pt x="3157" y="222"/>
                  <a:pt x="3174" y="225"/>
                  <a:pt x="3190" y="231"/>
                </a:cubicBezTo>
                <a:lnTo>
                  <a:pt x="3137" y="322"/>
                </a:lnTo>
                <a:lnTo>
                  <a:pt x="3208" y="305"/>
                </a:lnTo>
                <a:lnTo>
                  <a:pt x="3208" y="305"/>
                </a:lnTo>
                <a:cubicBezTo>
                  <a:pt x="3208" y="309"/>
                  <a:pt x="3209" y="314"/>
                  <a:pt x="3209" y="319"/>
                </a:cubicBezTo>
                <a:cubicBezTo>
                  <a:pt x="3209" y="325"/>
                  <a:pt x="3208" y="331"/>
                  <a:pt x="3206" y="337"/>
                </a:cubicBezTo>
                <a:cubicBezTo>
                  <a:pt x="3230" y="315"/>
                  <a:pt x="3268" y="334"/>
                  <a:pt x="3298" y="344"/>
                </a:cubicBezTo>
                <a:cubicBezTo>
                  <a:pt x="3329" y="355"/>
                  <a:pt x="3377" y="336"/>
                  <a:pt x="3364" y="306"/>
                </a:cubicBezTo>
                <a:lnTo>
                  <a:pt x="3404" y="329"/>
                </a:lnTo>
                <a:lnTo>
                  <a:pt x="3404" y="329"/>
                </a:lnTo>
                <a:cubicBezTo>
                  <a:pt x="3417" y="298"/>
                  <a:pt x="3423" y="266"/>
                  <a:pt x="3423" y="232"/>
                </a:cubicBezTo>
                <a:cubicBezTo>
                  <a:pt x="3423" y="218"/>
                  <a:pt x="3422" y="203"/>
                  <a:pt x="3419" y="189"/>
                </a:cubicBezTo>
                <a:lnTo>
                  <a:pt x="3419" y="189"/>
                </a:lnTo>
                <a:cubicBezTo>
                  <a:pt x="3420" y="191"/>
                  <a:pt x="3421" y="192"/>
                  <a:pt x="3422" y="194"/>
                </a:cubicBezTo>
                <a:cubicBezTo>
                  <a:pt x="3435" y="217"/>
                  <a:pt x="3454" y="236"/>
                  <a:pt x="3477" y="249"/>
                </a:cubicBezTo>
                <a:lnTo>
                  <a:pt x="3477" y="249"/>
                </a:lnTo>
                <a:cubicBezTo>
                  <a:pt x="3485" y="226"/>
                  <a:pt x="3495" y="203"/>
                  <a:pt x="3507" y="182"/>
                </a:cubicBezTo>
                <a:cubicBezTo>
                  <a:pt x="3525" y="151"/>
                  <a:pt x="3547" y="123"/>
                  <a:pt x="3573" y="98"/>
                </a:cubicBezTo>
                <a:lnTo>
                  <a:pt x="3573" y="98"/>
                </a:lnTo>
                <a:cubicBezTo>
                  <a:pt x="3577" y="102"/>
                  <a:pt x="3580" y="106"/>
                  <a:pt x="3583" y="111"/>
                </a:cubicBezTo>
                <a:cubicBezTo>
                  <a:pt x="3588" y="119"/>
                  <a:pt x="3590" y="128"/>
                  <a:pt x="3590" y="137"/>
                </a:cubicBezTo>
                <a:cubicBezTo>
                  <a:pt x="3590" y="146"/>
                  <a:pt x="3588" y="155"/>
                  <a:pt x="3583" y="163"/>
                </a:cubicBezTo>
                <a:cubicBezTo>
                  <a:pt x="3582" y="165"/>
                  <a:pt x="3581" y="167"/>
                  <a:pt x="3580" y="168"/>
                </a:cubicBezTo>
                <a:lnTo>
                  <a:pt x="3580" y="168"/>
                </a:lnTo>
                <a:cubicBezTo>
                  <a:pt x="3583" y="166"/>
                  <a:pt x="3586" y="164"/>
                  <a:pt x="3589" y="162"/>
                </a:cubicBezTo>
                <a:cubicBezTo>
                  <a:pt x="3614" y="148"/>
                  <a:pt x="3641" y="140"/>
                  <a:pt x="3669" y="139"/>
                </a:cubicBezTo>
                <a:lnTo>
                  <a:pt x="3669" y="139"/>
                </a:lnTo>
                <a:cubicBezTo>
                  <a:pt x="3668" y="158"/>
                  <a:pt x="3662" y="176"/>
                  <a:pt x="3652" y="193"/>
                </a:cubicBezTo>
                <a:cubicBezTo>
                  <a:pt x="3647" y="202"/>
                  <a:pt x="3641" y="210"/>
                  <a:pt x="3634" y="217"/>
                </a:cubicBezTo>
                <a:lnTo>
                  <a:pt x="3634" y="217"/>
                </a:lnTo>
                <a:cubicBezTo>
                  <a:pt x="3651" y="212"/>
                  <a:pt x="3668" y="209"/>
                  <a:pt x="3686" y="209"/>
                </a:cubicBezTo>
                <a:cubicBezTo>
                  <a:pt x="3701" y="209"/>
                  <a:pt x="3716" y="211"/>
                  <a:pt x="3731" y="215"/>
                </a:cubicBezTo>
                <a:lnTo>
                  <a:pt x="3731" y="215"/>
                </a:lnTo>
                <a:cubicBezTo>
                  <a:pt x="3727" y="224"/>
                  <a:pt x="3724" y="232"/>
                  <a:pt x="3719" y="240"/>
                </a:cubicBezTo>
                <a:cubicBezTo>
                  <a:pt x="3709" y="259"/>
                  <a:pt x="3693" y="276"/>
                  <a:pt x="3676" y="291"/>
                </a:cubicBezTo>
                <a:lnTo>
                  <a:pt x="3782" y="284"/>
                </a:lnTo>
                <a:lnTo>
                  <a:pt x="3782" y="284"/>
                </a:lnTo>
                <a:cubicBezTo>
                  <a:pt x="3781" y="286"/>
                  <a:pt x="3780" y="288"/>
                  <a:pt x="3778" y="291"/>
                </a:cubicBezTo>
                <a:cubicBezTo>
                  <a:pt x="3772" y="303"/>
                  <a:pt x="3767" y="317"/>
                  <a:pt x="3767" y="331"/>
                </a:cubicBezTo>
                <a:cubicBezTo>
                  <a:pt x="3767" y="340"/>
                  <a:pt x="3768" y="348"/>
                  <a:pt x="3771" y="357"/>
                </a:cubicBezTo>
                <a:lnTo>
                  <a:pt x="3870" y="269"/>
                </a:lnTo>
                <a:lnTo>
                  <a:pt x="3870" y="269"/>
                </a:lnTo>
                <a:cubicBezTo>
                  <a:pt x="3867" y="282"/>
                  <a:pt x="3866" y="295"/>
                  <a:pt x="3866" y="308"/>
                </a:cubicBezTo>
                <a:cubicBezTo>
                  <a:pt x="3866" y="323"/>
                  <a:pt x="3868" y="338"/>
                  <a:pt x="3871" y="352"/>
                </a:cubicBezTo>
                <a:lnTo>
                  <a:pt x="3871" y="352"/>
                </a:lnTo>
                <a:cubicBezTo>
                  <a:pt x="3891" y="324"/>
                  <a:pt x="3915" y="300"/>
                  <a:pt x="3944" y="281"/>
                </a:cubicBezTo>
                <a:lnTo>
                  <a:pt x="3944" y="281"/>
                </a:lnTo>
                <a:cubicBezTo>
                  <a:pt x="3945" y="288"/>
                  <a:pt x="3946" y="294"/>
                  <a:pt x="3946" y="301"/>
                </a:cubicBezTo>
                <a:cubicBezTo>
                  <a:pt x="3946" y="318"/>
                  <a:pt x="3942" y="334"/>
                  <a:pt x="3933" y="348"/>
                </a:cubicBezTo>
                <a:cubicBezTo>
                  <a:pt x="3930" y="354"/>
                  <a:pt x="3926" y="359"/>
                  <a:pt x="3922" y="364"/>
                </a:cubicBezTo>
                <a:cubicBezTo>
                  <a:pt x="3917" y="369"/>
                  <a:pt x="4104" y="355"/>
                  <a:pt x="4116" y="355"/>
                </a:cubicBezTo>
                <a:lnTo>
                  <a:pt x="4117" y="57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5" name="Google Shape;795;p40"/>
          <p:cNvGrpSpPr/>
          <p:nvPr/>
        </p:nvGrpSpPr>
        <p:grpSpPr>
          <a:xfrm>
            <a:off x="853276" y="1737747"/>
            <a:ext cx="965329" cy="830153"/>
            <a:chOff x="853276" y="1737747"/>
            <a:chExt cx="965329" cy="830153"/>
          </a:xfrm>
        </p:grpSpPr>
        <p:sp>
          <p:nvSpPr>
            <p:cNvPr id="796" name="Google Shape;796;p40"/>
            <p:cNvSpPr/>
            <p:nvPr/>
          </p:nvSpPr>
          <p:spPr>
            <a:xfrm>
              <a:off x="865480" y="1737747"/>
              <a:ext cx="144000" cy="211680"/>
            </a:xfrm>
            <a:custGeom>
              <a:avLst/>
              <a:gdLst/>
              <a:ahLst/>
              <a:cxnLst/>
              <a:rect l="l" t="t" r="r" b="b"/>
              <a:pathLst>
                <a:path w="400" h="588" extrusionOk="0">
                  <a:moveTo>
                    <a:pt x="102" y="472"/>
                  </a:moveTo>
                  <a:lnTo>
                    <a:pt x="102" y="472"/>
                  </a:lnTo>
                  <a:cubicBezTo>
                    <a:pt x="103" y="471"/>
                    <a:pt x="104" y="470"/>
                    <a:pt x="105" y="469"/>
                  </a:cubicBezTo>
                  <a:cubicBezTo>
                    <a:pt x="115" y="460"/>
                    <a:pt x="144" y="469"/>
                    <a:pt x="151" y="476"/>
                  </a:cubicBezTo>
                  <a:lnTo>
                    <a:pt x="151" y="476"/>
                  </a:lnTo>
                  <a:cubicBezTo>
                    <a:pt x="154" y="480"/>
                    <a:pt x="158" y="484"/>
                    <a:pt x="162" y="487"/>
                  </a:cubicBezTo>
                  <a:lnTo>
                    <a:pt x="162" y="487"/>
                  </a:lnTo>
                  <a:lnTo>
                    <a:pt x="162" y="487"/>
                  </a:lnTo>
                  <a:cubicBezTo>
                    <a:pt x="164" y="488"/>
                    <a:pt x="166" y="489"/>
                    <a:pt x="168" y="489"/>
                  </a:cubicBezTo>
                  <a:cubicBezTo>
                    <a:pt x="170" y="489"/>
                    <a:pt x="172" y="488"/>
                    <a:pt x="174" y="487"/>
                  </a:cubicBezTo>
                  <a:cubicBezTo>
                    <a:pt x="175" y="487"/>
                    <a:pt x="177" y="485"/>
                    <a:pt x="177" y="484"/>
                  </a:cubicBezTo>
                  <a:lnTo>
                    <a:pt x="177" y="484"/>
                  </a:lnTo>
                  <a:cubicBezTo>
                    <a:pt x="178" y="489"/>
                    <a:pt x="180" y="493"/>
                    <a:pt x="182" y="497"/>
                  </a:cubicBezTo>
                  <a:cubicBezTo>
                    <a:pt x="183" y="500"/>
                    <a:pt x="185" y="502"/>
                    <a:pt x="187" y="504"/>
                  </a:cubicBezTo>
                  <a:lnTo>
                    <a:pt x="187" y="504"/>
                  </a:lnTo>
                  <a:lnTo>
                    <a:pt x="187" y="504"/>
                  </a:lnTo>
                  <a:cubicBezTo>
                    <a:pt x="189" y="505"/>
                    <a:pt x="192" y="506"/>
                    <a:pt x="194" y="506"/>
                  </a:cubicBezTo>
                  <a:cubicBezTo>
                    <a:pt x="196" y="506"/>
                    <a:pt x="198" y="505"/>
                    <a:pt x="200" y="504"/>
                  </a:cubicBezTo>
                  <a:cubicBezTo>
                    <a:pt x="202" y="503"/>
                    <a:pt x="204" y="502"/>
                    <a:pt x="205" y="500"/>
                  </a:cubicBezTo>
                  <a:cubicBezTo>
                    <a:pt x="206" y="499"/>
                    <a:pt x="206" y="498"/>
                    <a:pt x="206" y="497"/>
                  </a:cubicBezTo>
                  <a:cubicBezTo>
                    <a:pt x="210" y="507"/>
                    <a:pt x="214" y="518"/>
                    <a:pt x="224" y="521"/>
                  </a:cubicBezTo>
                  <a:lnTo>
                    <a:pt x="224" y="521"/>
                  </a:lnTo>
                  <a:cubicBezTo>
                    <a:pt x="225" y="521"/>
                    <a:pt x="226" y="521"/>
                    <a:pt x="227" y="521"/>
                  </a:cubicBezTo>
                  <a:cubicBezTo>
                    <a:pt x="230" y="521"/>
                    <a:pt x="233" y="520"/>
                    <a:pt x="236" y="519"/>
                  </a:cubicBezTo>
                  <a:cubicBezTo>
                    <a:pt x="239" y="517"/>
                    <a:pt x="242" y="515"/>
                    <a:pt x="243" y="512"/>
                  </a:cubicBezTo>
                  <a:cubicBezTo>
                    <a:pt x="245" y="509"/>
                    <a:pt x="245" y="506"/>
                    <a:pt x="245" y="503"/>
                  </a:cubicBezTo>
                  <a:lnTo>
                    <a:pt x="245" y="502"/>
                  </a:lnTo>
                  <a:cubicBezTo>
                    <a:pt x="248" y="513"/>
                    <a:pt x="255" y="523"/>
                    <a:pt x="265" y="523"/>
                  </a:cubicBezTo>
                  <a:cubicBezTo>
                    <a:pt x="275" y="523"/>
                    <a:pt x="286" y="505"/>
                    <a:pt x="278" y="498"/>
                  </a:cubicBezTo>
                  <a:lnTo>
                    <a:pt x="278" y="498"/>
                  </a:lnTo>
                  <a:cubicBezTo>
                    <a:pt x="287" y="509"/>
                    <a:pt x="298" y="518"/>
                    <a:pt x="311" y="526"/>
                  </a:cubicBezTo>
                  <a:cubicBezTo>
                    <a:pt x="314" y="528"/>
                    <a:pt x="318" y="529"/>
                    <a:pt x="321" y="531"/>
                  </a:cubicBezTo>
                  <a:lnTo>
                    <a:pt x="321" y="531"/>
                  </a:lnTo>
                  <a:lnTo>
                    <a:pt x="321" y="531"/>
                  </a:lnTo>
                  <a:cubicBezTo>
                    <a:pt x="323" y="532"/>
                    <a:pt x="324" y="532"/>
                    <a:pt x="326" y="532"/>
                  </a:cubicBezTo>
                  <a:cubicBezTo>
                    <a:pt x="328" y="532"/>
                    <a:pt x="329" y="532"/>
                    <a:pt x="331" y="531"/>
                  </a:cubicBezTo>
                  <a:lnTo>
                    <a:pt x="331" y="531"/>
                  </a:lnTo>
                  <a:lnTo>
                    <a:pt x="331" y="531"/>
                  </a:lnTo>
                  <a:cubicBezTo>
                    <a:pt x="332" y="530"/>
                    <a:pt x="333" y="529"/>
                    <a:pt x="334" y="527"/>
                  </a:cubicBezTo>
                  <a:cubicBezTo>
                    <a:pt x="335" y="525"/>
                    <a:pt x="336" y="523"/>
                    <a:pt x="336" y="520"/>
                  </a:cubicBezTo>
                  <a:cubicBezTo>
                    <a:pt x="336" y="518"/>
                    <a:pt x="335" y="515"/>
                    <a:pt x="334" y="513"/>
                  </a:cubicBezTo>
                  <a:lnTo>
                    <a:pt x="334" y="513"/>
                  </a:lnTo>
                  <a:cubicBezTo>
                    <a:pt x="331" y="508"/>
                    <a:pt x="330" y="503"/>
                    <a:pt x="330" y="497"/>
                  </a:cubicBezTo>
                  <a:lnTo>
                    <a:pt x="330" y="497"/>
                  </a:lnTo>
                  <a:cubicBezTo>
                    <a:pt x="351" y="509"/>
                    <a:pt x="375" y="517"/>
                    <a:pt x="400" y="521"/>
                  </a:cubicBezTo>
                  <a:lnTo>
                    <a:pt x="400" y="521"/>
                  </a:lnTo>
                  <a:cubicBezTo>
                    <a:pt x="398" y="518"/>
                    <a:pt x="397" y="515"/>
                    <a:pt x="395" y="512"/>
                  </a:cubicBezTo>
                  <a:cubicBezTo>
                    <a:pt x="389" y="501"/>
                    <a:pt x="380" y="491"/>
                    <a:pt x="369" y="483"/>
                  </a:cubicBezTo>
                  <a:lnTo>
                    <a:pt x="394" y="478"/>
                  </a:lnTo>
                  <a:lnTo>
                    <a:pt x="394" y="478"/>
                  </a:lnTo>
                  <a:cubicBezTo>
                    <a:pt x="384" y="463"/>
                    <a:pt x="372" y="449"/>
                    <a:pt x="359" y="437"/>
                  </a:cubicBezTo>
                  <a:lnTo>
                    <a:pt x="359" y="437"/>
                  </a:lnTo>
                  <a:cubicBezTo>
                    <a:pt x="360" y="438"/>
                    <a:pt x="361" y="438"/>
                    <a:pt x="362" y="438"/>
                  </a:cubicBezTo>
                  <a:cubicBezTo>
                    <a:pt x="368" y="438"/>
                    <a:pt x="373" y="436"/>
                    <a:pt x="378" y="433"/>
                  </a:cubicBezTo>
                  <a:cubicBezTo>
                    <a:pt x="380" y="432"/>
                    <a:pt x="382" y="431"/>
                    <a:pt x="384" y="429"/>
                  </a:cubicBezTo>
                  <a:lnTo>
                    <a:pt x="384" y="429"/>
                  </a:lnTo>
                  <a:cubicBezTo>
                    <a:pt x="378" y="425"/>
                    <a:pt x="372" y="421"/>
                    <a:pt x="366" y="418"/>
                  </a:cubicBezTo>
                  <a:cubicBezTo>
                    <a:pt x="337" y="401"/>
                    <a:pt x="304" y="391"/>
                    <a:pt x="270" y="389"/>
                  </a:cubicBezTo>
                  <a:cubicBezTo>
                    <a:pt x="231" y="387"/>
                    <a:pt x="190" y="397"/>
                    <a:pt x="153" y="389"/>
                  </a:cubicBezTo>
                  <a:cubicBezTo>
                    <a:pt x="48" y="367"/>
                    <a:pt x="138" y="206"/>
                    <a:pt x="110" y="120"/>
                  </a:cubicBezTo>
                  <a:cubicBezTo>
                    <a:pt x="96" y="76"/>
                    <a:pt x="60" y="47"/>
                    <a:pt x="49" y="0"/>
                  </a:cubicBezTo>
                  <a:lnTo>
                    <a:pt x="49" y="0"/>
                  </a:lnTo>
                  <a:cubicBezTo>
                    <a:pt x="44" y="11"/>
                    <a:pt x="42" y="23"/>
                    <a:pt x="42" y="35"/>
                  </a:cubicBezTo>
                  <a:cubicBezTo>
                    <a:pt x="42" y="46"/>
                    <a:pt x="44" y="58"/>
                    <a:pt x="49" y="69"/>
                  </a:cubicBezTo>
                  <a:cubicBezTo>
                    <a:pt x="43" y="66"/>
                    <a:pt x="33" y="65"/>
                    <a:pt x="29" y="73"/>
                  </a:cubicBezTo>
                  <a:cubicBezTo>
                    <a:pt x="24" y="84"/>
                    <a:pt x="39" y="93"/>
                    <a:pt x="34" y="105"/>
                  </a:cubicBezTo>
                  <a:cubicBezTo>
                    <a:pt x="29" y="96"/>
                    <a:pt x="15" y="105"/>
                    <a:pt x="12" y="116"/>
                  </a:cubicBezTo>
                  <a:lnTo>
                    <a:pt x="12" y="116"/>
                  </a:lnTo>
                  <a:cubicBezTo>
                    <a:pt x="12" y="118"/>
                    <a:pt x="11" y="120"/>
                    <a:pt x="11" y="122"/>
                  </a:cubicBezTo>
                  <a:cubicBezTo>
                    <a:pt x="11" y="126"/>
                    <a:pt x="12" y="130"/>
                    <a:pt x="15" y="134"/>
                  </a:cubicBezTo>
                  <a:cubicBezTo>
                    <a:pt x="17" y="137"/>
                    <a:pt x="20" y="140"/>
                    <a:pt x="23" y="143"/>
                  </a:cubicBezTo>
                  <a:cubicBezTo>
                    <a:pt x="12" y="147"/>
                    <a:pt x="12" y="168"/>
                    <a:pt x="18" y="178"/>
                  </a:cubicBezTo>
                  <a:cubicBezTo>
                    <a:pt x="25" y="187"/>
                    <a:pt x="36" y="197"/>
                    <a:pt x="33" y="211"/>
                  </a:cubicBezTo>
                  <a:lnTo>
                    <a:pt x="33" y="211"/>
                  </a:lnTo>
                  <a:cubicBezTo>
                    <a:pt x="28" y="209"/>
                    <a:pt x="23" y="208"/>
                    <a:pt x="18" y="208"/>
                  </a:cubicBezTo>
                  <a:cubicBezTo>
                    <a:pt x="13" y="208"/>
                    <a:pt x="7" y="209"/>
                    <a:pt x="2" y="212"/>
                  </a:cubicBezTo>
                  <a:cubicBezTo>
                    <a:pt x="2" y="212"/>
                    <a:pt x="1" y="213"/>
                    <a:pt x="0" y="213"/>
                  </a:cubicBezTo>
                  <a:lnTo>
                    <a:pt x="0" y="213"/>
                  </a:lnTo>
                  <a:cubicBezTo>
                    <a:pt x="11" y="226"/>
                    <a:pt x="23" y="236"/>
                    <a:pt x="37" y="245"/>
                  </a:cubicBezTo>
                  <a:lnTo>
                    <a:pt x="37" y="245"/>
                  </a:lnTo>
                  <a:cubicBezTo>
                    <a:pt x="28" y="246"/>
                    <a:pt x="20" y="249"/>
                    <a:pt x="13" y="253"/>
                  </a:cubicBezTo>
                  <a:cubicBezTo>
                    <a:pt x="13" y="253"/>
                    <a:pt x="12" y="253"/>
                    <a:pt x="12" y="254"/>
                  </a:cubicBezTo>
                  <a:lnTo>
                    <a:pt x="39" y="272"/>
                  </a:lnTo>
                  <a:lnTo>
                    <a:pt x="39" y="272"/>
                  </a:lnTo>
                  <a:cubicBezTo>
                    <a:pt x="33" y="277"/>
                    <a:pt x="28" y="282"/>
                    <a:pt x="24" y="289"/>
                  </a:cubicBezTo>
                  <a:cubicBezTo>
                    <a:pt x="21" y="296"/>
                    <a:pt x="20" y="304"/>
                    <a:pt x="24" y="308"/>
                  </a:cubicBezTo>
                  <a:cubicBezTo>
                    <a:pt x="28" y="311"/>
                    <a:pt x="35" y="311"/>
                    <a:pt x="36" y="316"/>
                  </a:cubicBezTo>
                  <a:lnTo>
                    <a:pt x="36" y="316"/>
                  </a:lnTo>
                  <a:cubicBezTo>
                    <a:pt x="36" y="317"/>
                    <a:pt x="36" y="318"/>
                    <a:pt x="36" y="318"/>
                  </a:cubicBezTo>
                  <a:cubicBezTo>
                    <a:pt x="36" y="321"/>
                    <a:pt x="36" y="323"/>
                    <a:pt x="35" y="325"/>
                  </a:cubicBezTo>
                  <a:cubicBezTo>
                    <a:pt x="28" y="340"/>
                    <a:pt x="42" y="384"/>
                    <a:pt x="44" y="399"/>
                  </a:cubicBezTo>
                  <a:cubicBezTo>
                    <a:pt x="50" y="439"/>
                    <a:pt x="44" y="447"/>
                    <a:pt x="22" y="482"/>
                  </a:cubicBezTo>
                  <a:lnTo>
                    <a:pt x="22" y="482"/>
                  </a:lnTo>
                  <a:cubicBezTo>
                    <a:pt x="22" y="483"/>
                    <a:pt x="21" y="484"/>
                    <a:pt x="21" y="484"/>
                  </a:cubicBezTo>
                  <a:cubicBezTo>
                    <a:pt x="13" y="497"/>
                    <a:pt x="8" y="512"/>
                    <a:pt x="7" y="527"/>
                  </a:cubicBezTo>
                  <a:lnTo>
                    <a:pt x="16" y="522"/>
                  </a:lnTo>
                  <a:lnTo>
                    <a:pt x="16" y="522"/>
                  </a:lnTo>
                  <a:lnTo>
                    <a:pt x="15" y="523"/>
                  </a:lnTo>
                  <a:cubicBezTo>
                    <a:pt x="13" y="527"/>
                    <a:pt x="11" y="533"/>
                    <a:pt x="10" y="538"/>
                  </a:cubicBezTo>
                  <a:cubicBezTo>
                    <a:pt x="10" y="544"/>
                    <a:pt x="13" y="549"/>
                    <a:pt x="17" y="549"/>
                  </a:cubicBezTo>
                  <a:cubicBezTo>
                    <a:pt x="22" y="548"/>
                    <a:pt x="28" y="538"/>
                    <a:pt x="29" y="531"/>
                  </a:cubicBezTo>
                  <a:lnTo>
                    <a:pt x="29" y="531"/>
                  </a:lnTo>
                  <a:cubicBezTo>
                    <a:pt x="29" y="535"/>
                    <a:pt x="28" y="539"/>
                    <a:pt x="28" y="543"/>
                  </a:cubicBezTo>
                  <a:cubicBezTo>
                    <a:pt x="28" y="549"/>
                    <a:pt x="29" y="556"/>
                    <a:pt x="31" y="562"/>
                  </a:cubicBezTo>
                  <a:cubicBezTo>
                    <a:pt x="34" y="570"/>
                    <a:pt x="41" y="577"/>
                    <a:pt x="49" y="573"/>
                  </a:cubicBezTo>
                  <a:cubicBezTo>
                    <a:pt x="57" y="569"/>
                    <a:pt x="58" y="559"/>
                    <a:pt x="60" y="551"/>
                  </a:cubicBezTo>
                  <a:cubicBezTo>
                    <a:pt x="62" y="560"/>
                    <a:pt x="65" y="569"/>
                    <a:pt x="67" y="577"/>
                  </a:cubicBezTo>
                  <a:lnTo>
                    <a:pt x="67" y="577"/>
                  </a:lnTo>
                  <a:cubicBezTo>
                    <a:pt x="68" y="580"/>
                    <a:pt x="70" y="581"/>
                    <a:pt x="70" y="583"/>
                  </a:cubicBezTo>
                  <a:cubicBezTo>
                    <a:pt x="71" y="585"/>
                    <a:pt x="71" y="586"/>
                    <a:pt x="72" y="587"/>
                  </a:cubicBezTo>
                  <a:cubicBezTo>
                    <a:pt x="79" y="592"/>
                    <a:pt x="90" y="583"/>
                    <a:pt x="92" y="573"/>
                  </a:cubicBezTo>
                  <a:lnTo>
                    <a:pt x="92" y="573"/>
                  </a:lnTo>
                  <a:cubicBezTo>
                    <a:pt x="92" y="570"/>
                    <a:pt x="93" y="567"/>
                    <a:pt x="93" y="564"/>
                  </a:cubicBezTo>
                  <a:cubicBezTo>
                    <a:pt x="93" y="557"/>
                    <a:pt x="91" y="551"/>
                    <a:pt x="89" y="545"/>
                  </a:cubicBezTo>
                  <a:lnTo>
                    <a:pt x="89" y="545"/>
                  </a:lnTo>
                  <a:cubicBezTo>
                    <a:pt x="90" y="548"/>
                    <a:pt x="92" y="549"/>
                    <a:pt x="93" y="552"/>
                  </a:cubicBezTo>
                  <a:cubicBezTo>
                    <a:pt x="100" y="562"/>
                    <a:pt x="108" y="572"/>
                    <a:pt x="118" y="578"/>
                  </a:cubicBezTo>
                  <a:cubicBezTo>
                    <a:pt x="124" y="582"/>
                    <a:pt x="131" y="584"/>
                    <a:pt x="138" y="586"/>
                  </a:cubicBezTo>
                  <a:lnTo>
                    <a:pt x="138" y="586"/>
                  </a:lnTo>
                  <a:cubicBezTo>
                    <a:pt x="134" y="573"/>
                    <a:pt x="129" y="561"/>
                    <a:pt x="122" y="550"/>
                  </a:cubicBezTo>
                  <a:cubicBezTo>
                    <a:pt x="119" y="543"/>
                    <a:pt x="114" y="537"/>
                    <a:pt x="110" y="531"/>
                  </a:cubicBezTo>
                  <a:cubicBezTo>
                    <a:pt x="104" y="520"/>
                    <a:pt x="90" y="489"/>
                    <a:pt x="102" y="4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0"/>
            <p:cNvSpPr/>
            <p:nvPr/>
          </p:nvSpPr>
          <p:spPr>
            <a:xfrm>
              <a:off x="853276" y="2254550"/>
              <a:ext cx="965329" cy="313351"/>
            </a:xfrm>
            <a:custGeom>
              <a:avLst/>
              <a:gdLst/>
              <a:ahLst/>
              <a:cxnLst/>
              <a:rect l="l" t="t" r="r" b="b"/>
              <a:pathLst>
                <a:path w="5385" h="1748" extrusionOk="0">
                  <a:moveTo>
                    <a:pt x="4758" y="1743"/>
                  </a:moveTo>
                  <a:cubicBezTo>
                    <a:pt x="4477" y="1758"/>
                    <a:pt x="4189" y="1736"/>
                    <a:pt x="3921" y="1736"/>
                  </a:cubicBezTo>
                  <a:cubicBezTo>
                    <a:pt x="2717" y="1736"/>
                    <a:pt x="1513" y="1721"/>
                    <a:pt x="310" y="1715"/>
                  </a:cubicBezTo>
                  <a:cubicBezTo>
                    <a:pt x="201" y="1715"/>
                    <a:pt x="83" y="1711"/>
                    <a:pt x="0" y="1641"/>
                  </a:cubicBezTo>
                  <a:lnTo>
                    <a:pt x="0" y="1641"/>
                  </a:lnTo>
                  <a:cubicBezTo>
                    <a:pt x="12" y="1630"/>
                    <a:pt x="26" y="1621"/>
                    <a:pt x="40" y="1613"/>
                  </a:cubicBezTo>
                  <a:cubicBezTo>
                    <a:pt x="79" y="1590"/>
                    <a:pt x="124" y="1577"/>
                    <a:pt x="170" y="1575"/>
                  </a:cubicBezTo>
                  <a:cubicBezTo>
                    <a:pt x="246" y="1319"/>
                    <a:pt x="585" y="1183"/>
                    <a:pt x="818" y="1315"/>
                  </a:cubicBezTo>
                  <a:cubicBezTo>
                    <a:pt x="774" y="1116"/>
                    <a:pt x="959" y="945"/>
                    <a:pt x="1147" y="941"/>
                  </a:cubicBezTo>
                  <a:cubicBezTo>
                    <a:pt x="1182" y="563"/>
                    <a:pt x="1448" y="277"/>
                    <a:pt x="1795" y="112"/>
                  </a:cubicBezTo>
                  <a:cubicBezTo>
                    <a:pt x="2078" y="-23"/>
                    <a:pt x="2421" y="-43"/>
                    <a:pt x="2704" y="93"/>
                  </a:cubicBezTo>
                  <a:cubicBezTo>
                    <a:pt x="2986" y="229"/>
                    <a:pt x="3192" y="530"/>
                    <a:pt x="3180" y="843"/>
                  </a:cubicBezTo>
                  <a:cubicBezTo>
                    <a:pt x="3387" y="718"/>
                    <a:pt x="3689" y="791"/>
                    <a:pt x="3815" y="996"/>
                  </a:cubicBezTo>
                  <a:lnTo>
                    <a:pt x="3815" y="996"/>
                  </a:lnTo>
                  <a:cubicBezTo>
                    <a:pt x="3820" y="986"/>
                    <a:pt x="3825" y="976"/>
                    <a:pt x="3831" y="967"/>
                  </a:cubicBezTo>
                  <a:cubicBezTo>
                    <a:pt x="3874" y="891"/>
                    <a:pt x="3937" y="828"/>
                    <a:pt x="4013" y="785"/>
                  </a:cubicBezTo>
                  <a:cubicBezTo>
                    <a:pt x="4089" y="741"/>
                    <a:pt x="4174" y="718"/>
                    <a:pt x="4262" y="718"/>
                  </a:cubicBezTo>
                  <a:cubicBezTo>
                    <a:pt x="4349" y="718"/>
                    <a:pt x="4435" y="741"/>
                    <a:pt x="4511" y="785"/>
                  </a:cubicBezTo>
                  <a:cubicBezTo>
                    <a:pt x="4586" y="828"/>
                    <a:pt x="4649" y="891"/>
                    <a:pt x="4693" y="967"/>
                  </a:cubicBezTo>
                  <a:cubicBezTo>
                    <a:pt x="4736" y="1043"/>
                    <a:pt x="4759" y="1128"/>
                    <a:pt x="4759" y="1216"/>
                  </a:cubicBezTo>
                  <a:cubicBezTo>
                    <a:pt x="4759" y="1225"/>
                    <a:pt x="4759" y="1234"/>
                    <a:pt x="4759" y="1243"/>
                  </a:cubicBezTo>
                  <a:cubicBezTo>
                    <a:pt x="4974" y="1130"/>
                    <a:pt x="5276" y="1241"/>
                    <a:pt x="5369" y="1466"/>
                  </a:cubicBezTo>
                  <a:cubicBezTo>
                    <a:pt x="5387" y="1510"/>
                    <a:pt x="5395" y="1564"/>
                    <a:pt x="5369" y="1603"/>
                  </a:cubicBezTo>
                  <a:lnTo>
                    <a:pt x="5369" y="1603"/>
                  </a:lnTo>
                  <a:cubicBezTo>
                    <a:pt x="5358" y="1615"/>
                    <a:pt x="5345" y="1625"/>
                    <a:pt x="5331" y="1633"/>
                  </a:cubicBezTo>
                  <a:cubicBezTo>
                    <a:pt x="5317" y="1641"/>
                    <a:pt x="5302" y="1647"/>
                    <a:pt x="5286" y="1651"/>
                  </a:cubicBezTo>
                  <a:lnTo>
                    <a:pt x="5286" y="1651"/>
                  </a:lnTo>
                  <a:cubicBezTo>
                    <a:pt x="5115" y="1705"/>
                    <a:pt x="4937" y="1736"/>
                    <a:pt x="4758" y="17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9D66C86-89D5-4FEF-A30D-D15B5E17CE26}"/>
              </a:ext>
            </a:extLst>
          </p:cNvPr>
          <p:cNvSpPr txBox="1"/>
          <p:nvPr/>
        </p:nvSpPr>
        <p:spPr>
          <a:xfrm>
            <a:off x="78302" y="317798"/>
            <a:ext cx="6951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b="1" dirty="0"/>
              <a:t>WorkFlow:  Rag Chatbot </a:t>
            </a:r>
            <a:r>
              <a:rPr lang="en-US" sz="2400" b="1" i="1" dirty="0" err="1"/>
              <a:t>MigrantNav</a:t>
            </a:r>
            <a:r>
              <a:rPr lang="en" sz="2400" b="1" dirty="0"/>
              <a:t> </a:t>
            </a:r>
            <a:endParaRPr lang="en-IN" sz="2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8C1664-E334-43C8-9E00-D856986CC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33" y="926646"/>
            <a:ext cx="6894958" cy="33205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2"/>
          <p:cNvSpPr txBox="1">
            <a:spLocks noGrp="1"/>
          </p:cNvSpPr>
          <p:nvPr>
            <p:ph type="subTitle" idx="1"/>
          </p:nvPr>
        </p:nvSpPr>
        <p:spPr>
          <a:xfrm>
            <a:off x="4572000" y="1529745"/>
            <a:ext cx="3519600" cy="8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THANK YOU</a:t>
            </a:r>
            <a:endParaRPr sz="4000" b="1" dirty="0"/>
          </a:p>
        </p:txBody>
      </p:sp>
      <p:grpSp>
        <p:nvGrpSpPr>
          <p:cNvPr id="830" name="Google Shape;830;p42"/>
          <p:cNvGrpSpPr/>
          <p:nvPr/>
        </p:nvGrpSpPr>
        <p:grpSpPr>
          <a:xfrm>
            <a:off x="4485244" y="3863331"/>
            <a:ext cx="508774" cy="1280169"/>
            <a:chOff x="6099840" y="1247760"/>
            <a:chExt cx="845280" cy="2126880"/>
          </a:xfrm>
        </p:grpSpPr>
        <p:sp>
          <p:nvSpPr>
            <p:cNvPr id="831" name="Google Shape;831;p42"/>
            <p:cNvSpPr/>
            <p:nvPr/>
          </p:nvSpPr>
          <p:spPr>
            <a:xfrm>
              <a:off x="6099840" y="1361160"/>
              <a:ext cx="102240" cy="204480"/>
            </a:xfrm>
            <a:custGeom>
              <a:avLst/>
              <a:gdLst/>
              <a:ahLst/>
              <a:cxnLst/>
              <a:rect l="l" t="t" r="r" b="b"/>
              <a:pathLst>
                <a:path w="284" h="568" extrusionOk="0">
                  <a:moveTo>
                    <a:pt x="0" y="284"/>
                  </a:moveTo>
                  <a:lnTo>
                    <a:pt x="284" y="568"/>
                  </a:lnTo>
                  <a:lnTo>
                    <a:pt x="284" y="0"/>
                  </a:lnTo>
                  <a:lnTo>
                    <a:pt x="0" y="2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2"/>
            <p:cNvSpPr/>
            <p:nvPr/>
          </p:nvSpPr>
          <p:spPr>
            <a:xfrm>
              <a:off x="6184800" y="1394280"/>
              <a:ext cx="331920" cy="138600"/>
            </a:xfrm>
            <a:custGeom>
              <a:avLst/>
              <a:gdLst/>
              <a:ahLst/>
              <a:cxnLst/>
              <a:rect l="l" t="t" r="r" b="b"/>
              <a:pathLst>
                <a:path w="922" h="385" extrusionOk="0">
                  <a:moveTo>
                    <a:pt x="0" y="0"/>
                  </a:moveTo>
                  <a:lnTo>
                    <a:pt x="922" y="0"/>
                  </a:lnTo>
                  <a:lnTo>
                    <a:pt x="922" y="385"/>
                  </a:lnTo>
                  <a:lnTo>
                    <a:pt x="0" y="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2"/>
            <p:cNvSpPr/>
            <p:nvPr/>
          </p:nvSpPr>
          <p:spPr>
            <a:xfrm>
              <a:off x="6842880" y="1340640"/>
              <a:ext cx="102240" cy="204480"/>
            </a:xfrm>
            <a:custGeom>
              <a:avLst/>
              <a:gdLst/>
              <a:ahLst/>
              <a:cxnLst/>
              <a:rect l="l" t="t" r="r" b="b"/>
              <a:pathLst>
                <a:path w="284" h="568" extrusionOk="0">
                  <a:moveTo>
                    <a:pt x="284" y="331"/>
                  </a:moveTo>
                  <a:lnTo>
                    <a:pt x="0" y="568"/>
                  </a:lnTo>
                  <a:lnTo>
                    <a:pt x="0" y="0"/>
                  </a:lnTo>
                  <a:lnTo>
                    <a:pt x="284" y="3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2"/>
            <p:cNvSpPr/>
            <p:nvPr/>
          </p:nvSpPr>
          <p:spPr>
            <a:xfrm>
              <a:off x="6527880" y="1321200"/>
              <a:ext cx="331920" cy="193680"/>
            </a:xfrm>
            <a:custGeom>
              <a:avLst/>
              <a:gdLst/>
              <a:ahLst/>
              <a:cxnLst/>
              <a:rect l="l" t="t" r="r" b="b"/>
              <a:pathLst>
                <a:path w="922" h="538" extrusionOk="0">
                  <a:moveTo>
                    <a:pt x="0" y="385"/>
                  </a:moveTo>
                  <a:lnTo>
                    <a:pt x="922" y="538"/>
                  </a:lnTo>
                  <a:lnTo>
                    <a:pt x="922" y="153"/>
                  </a:lnTo>
                  <a:lnTo>
                    <a:pt x="0" y="0"/>
                  </a:lnTo>
                  <a:lnTo>
                    <a:pt x="0" y="3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6563520" y="2014920"/>
              <a:ext cx="172800" cy="227880"/>
            </a:xfrm>
            <a:custGeom>
              <a:avLst/>
              <a:gdLst/>
              <a:ahLst/>
              <a:cxnLst/>
              <a:rect l="l" t="t" r="r" b="b"/>
              <a:pathLst>
                <a:path w="480" h="633" extrusionOk="0">
                  <a:moveTo>
                    <a:pt x="480" y="633"/>
                  </a:moveTo>
                  <a:lnTo>
                    <a:pt x="0" y="633"/>
                  </a:lnTo>
                  <a:lnTo>
                    <a:pt x="455" y="0"/>
                  </a:lnTo>
                  <a:lnTo>
                    <a:pt x="480" y="6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42"/>
            <p:cNvSpPr/>
            <p:nvPr/>
          </p:nvSpPr>
          <p:spPr>
            <a:xfrm>
              <a:off x="6310080" y="1701000"/>
              <a:ext cx="406080" cy="524160"/>
            </a:xfrm>
            <a:custGeom>
              <a:avLst/>
              <a:gdLst/>
              <a:ahLst/>
              <a:cxnLst/>
              <a:rect l="l" t="t" r="r" b="b"/>
              <a:pathLst>
                <a:path w="1128" h="1456" extrusionOk="0">
                  <a:moveTo>
                    <a:pt x="0" y="430"/>
                  </a:moveTo>
                  <a:lnTo>
                    <a:pt x="820" y="1456"/>
                  </a:lnTo>
                  <a:lnTo>
                    <a:pt x="1128" y="1027"/>
                  </a:lnTo>
                  <a:lnTo>
                    <a:pt x="308" y="0"/>
                  </a:lnTo>
                  <a:lnTo>
                    <a:pt x="0" y="4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6818760" y="1575720"/>
              <a:ext cx="96120" cy="204480"/>
            </a:xfrm>
            <a:custGeom>
              <a:avLst/>
              <a:gdLst/>
              <a:ahLst/>
              <a:cxnLst/>
              <a:rect l="l" t="t" r="r" b="b"/>
              <a:pathLst>
                <a:path w="267" h="568" extrusionOk="0">
                  <a:moveTo>
                    <a:pt x="267" y="203"/>
                  </a:moveTo>
                  <a:lnTo>
                    <a:pt x="0" y="568"/>
                  </a:lnTo>
                  <a:lnTo>
                    <a:pt x="0" y="0"/>
                  </a:lnTo>
                  <a:lnTo>
                    <a:pt x="267" y="2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6522480" y="1603800"/>
              <a:ext cx="312480" cy="233280"/>
            </a:xfrm>
            <a:custGeom>
              <a:avLst/>
              <a:gdLst/>
              <a:ahLst/>
              <a:cxnLst/>
              <a:rect l="l" t="t" r="r" b="b"/>
              <a:pathLst>
                <a:path w="868" h="648" extrusionOk="0">
                  <a:moveTo>
                    <a:pt x="0" y="648"/>
                  </a:moveTo>
                  <a:lnTo>
                    <a:pt x="868" y="385"/>
                  </a:lnTo>
                  <a:lnTo>
                    <a:pt x="868" y="0"/>
                  </a:lnTo>
                  <a:lnTo>
                    <a:pt x="0" y="263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6508440" y="1247760"/>
              <a:ext cx="38160" cy="2126880"/>
            </a:xfrm>
            <a:custGeom>
              <a:avLst/>
              <a:gdLst/>
              <a:ahLst/>
              <a:cxnLst/>
              <a:rect l="l" t="t" r="r" b="b"/>
              <a:pathLst>
                <a:path w="106" h="5908" extrusionOk="0">
                  <a:moveTo>
                    <a:pt x="0" y="0"/>
                  </a:moveTo>
                  <a:lnTo>
                    <a:pt x="106" y="0"/>
                  </a:lnTo>
                  <a:lnTo>
                    <a:pt x="106" y="5908"/>
                  </a:lnTo>
                  <a:lnTo>
                    <a:pt x="0" y="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6585840" y="2445480"/>
              <a:ext cx="118800" cy="183240"/>
            </a:xfrm>
            <a:custGeom>
              <a:avLst/>
              <a:gdLst/>
              <a:ahLst/>
              <a:cxnLst/>
              <a:rect l="l" t="t" r="r" b="b"/>
              <a:pathLst>
                <a:path w="330" h="509" extrusionOk="0">
                  <a:moveTo>
                    <a:pt x="330" y="63"/>
                  </a:moveTo>
                  <a:lnTo>
                    <a:pt x="253" y="509"/>
                  </a:lnTo>
                  <a:lnTo>
                    <a:pt x="0" y="0"/>
                  </a:lnTo>
                  <a:lnTo>
                    <a:pt x="330" y="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6374880" y="2463480"/>
              <a:ext cx="299520" cy="347760"/>
            </a:xfrm>
            <a:custGeom>
              <a:avLst/>
              <a:gdLst/>
              <a:ahLst/>
              <a:cxnLst/>
              <a:rect l="l" t="t" r="r" b="b"/>
              <a:pathLst>
                <a:path w="832" h="966" extrusionOk="0">
                  <a:moveTo>
                    <a:pt x="171" y="966"/>
                  </a:moveTo>
                  <a:lnTo>
                    <a:pt x="832" y="345"/>
                  </a:lnTo>
                  <a:lnTo>
                    <a:pt x="661" y="0"/>
                  </a:lnTo>
                  <a:lnTo>
                    <a:pt x="0" y="620"/>
                  </a:lnTo>
                  <a:lnTo>
                    <a:pt x="171" y="9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2" name="Google Shape;842;p42"/>
          <p:cNvSpPr/>
          <p:nvPr/>
        </p:nvSpPr>
        <p:spPr>
          <a:xfrm flipH="1">
            <a:off x="7300526" y="745475"/>
            <a:ext cx="965329" cy="313351"/>
          </a:xfrm>
          <a:custGeom>
            <a:avLst/>
            <a:gdLst/>
            <a:ahLst/>
            <a:cxnLst/>
            <a:rect l="l" t="t" r="r" b="b"/>
            <a:pathLst>
              <a:path w="5385" h="1748" extrusionOk="0">
                <a:moveTo>
                  <a:pt x="4758" y="1743"/>
                </a:moveTo>
                <a:cubicBezTo>
                  <a:pt x="4477" y="1758"/>
                  <a:pt x="4189" y="1736"/>
                  <a:pt x="3921" y="1736"/>
                </a:cubicBezTo>
                <a:cubicBezTo>
                  <a:pt x="2717" y="1736"/>
                  <a:pt x="1513" y="1721"/>
                  <a:pt x="310" y="1715"/>
                </a:cubicBezTo>
                <a:cubicBezTo>
                  <a:pt x="201" y="1715"/>
                  <a:pt x="83" y="1711"/>
                  <a:pt x="0" y="1641"/>
                </a:cubicBezTo>
                <a:lnTo>
                  <a:pt x="0" y="1641"/>
                </a:lnTo>
                <a:cubicBezTo>
                  <a:pt x="12" y="1630"/>
                  <a:pt x="26" y="1621"/>
                  <a:pt x="40" y="1613"/>
                </a:cubicBezTo>
                <a:cubicBezTo>
                  <a:pt x="79" y="1590"/>
                  <a:pt x="124" y="1577"/>
                  <a:pt x="170" y="1575"/>
                </a:cubicBezTo>
                <a:cubicBezTo>
                  <a:pt x="246" y="1319"/>
                  <a:pt x="585" y="1183"/>
                  <a:pt x="818" y="1315"/>
                </a:cubicBezTo>
                <a:cubicBezTo>
                  <a:pt x="774" y="1116"/>
                  <a:pt x="959" y="945"/>
                  <a:pt x="1147" y="941"/>
                </a:cubicBezTo>
                <a:cubicBezTo>
                  <a:pt x="1182" y="563"/>
                  <a:pt x="1448" y="277"/>
                  <a:pt x="1795" y="112"/>
                </a:cubicBezTo>
                <a:cubicBezTo>
                  <a:pt x="2078" y="-23"/>
                  <a:pt x="2421" y="-43"/>
                  <a:pt x="2704" y="93"/>
                </a:cubicBezTo>
                <a:cubicBezTo>
                  <a:pt x="2986" y="229"/>
                  <a:pt x="3192" y="530"/>
                  <a:pt x="3180" y="843"/>
                </a:cubicBezTo>
                <a:cubicBezTo>
                  <a:pt x="3387" y="718"/>
                  <a:pt x="3689" y="791"/>
                  <a:pt x="3815" y="996"/>
                </a:cubicBezTo>
                <a:lnTo>
                  <a:pt x="3815" y="996"/>
                </a:lnTo>
                <a:cubicBezTo>
                  <a:pt x="3820" y="986"/>
                  <a:pt x="3825" y="976"/>
                  <a:pt x="3831" y="967"/>
                </a:cubicBezTo>
                <a:cubicBezTo>
                  <a:pt x="3874" y="891"/>
                  <a:pt x="3937" y="828"/>
                  <a:pt x="4013" y="785"/>
                </a:cubicBezTo>
                <a:cubicBezTo>
                  <a:pt x="4089" y="741"/>
                  <a:pt x="4174" y="718"/>
                  <a:pt x="4262" y="718"/>
                </a:cubicBezTo>
                <a:cubicBezTo>
                  <a:pt x="4349" y="718"/>
                  <a:pt x="4435" y="741"/>
                  <a:pt x="4511" y="785"/>
                </a:cubicBezTo>
                <a:cubicBezTo>
                  <a:pt x="4586" y="828"/>
                  <a:pt x="4649" y="891"/>
                  <a:pt x="4693" y="967"/>
                </a:cubicBezTo>
                <a:cubicBezTo>
                  <a:pt x="4736" y="1043"/>
                  <a:pt x="4759" y="1128"/>
                  <a:pt x="4759" y="1216"/>
                </a:cubicBezTo>
                <a:cubicBezTo>
                  <a:pt x="4759" y="1225"/>
                  <a:pt x="4759" y="1234"/>
                  <a:pt x="4759" y="1243"/>
                </a:cubicBezTo>
                <a:cubicBezTo>
                  <a:pt x="4974" y="1130"/>
                  <a:pt x="5276" y="1241"/>
                  <a:pt x="5369" y="1466"/>
                </a:cubicBezTo>
                <a:cubicBezTo>
                  <a:pt x="5387" y="1510"/>
                  <a:pt x="5395" y="1564"/>
                  <a:pt x="5369" y="1603"/>
                </a:cubicBezTo>
                <a:lnTo>
                  <a:pt x="5369" y="1603"/>
                </a:lnTo>
                <a:cubicBezTo>
                  <a:pt x="5358" y="1615"/>
                  <a:pt x="5345" y="1625"/>
                  <a:pt x="5331" y="1633"/>
                </a:cubicBezTo>
                <a:cubicBezTo>
                  <a:pt x="5317" y="1641"/>
                  <a:pt x="5302" y="1647"/>
                  <a:pt x="5286" y="1651"/>
                </a:cubicBezTo>
                <a:lnTo>
                  <a:pt x="5286" y="1651"/>
                </a:lnTo>
                <a:cubicBezTo>
                  <a:pt x="5115" y="1705"/>
                  <a:pt x="4937" y="1736"/>
                  <a:pt x="4758" y="174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DFD717-E5E8-45C1-B5F5-AC166C9DF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97" y="734135"/>
            <a:ext cx="3905250" cy="3905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2B0358-3170-4704-9205-AD9EA474CF38}"/>
              </a:ext>
            </a:extLst>
          </p:cNvPr>
          <p:cNvSpPr txBox="1"/>
          <p:nvPr/>
        </p:nvSpPr>
        <p:spPr>
          <a:xfrm>
            <a:off x="144780" y="220403"/>
            <a:ext cx="5227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Kumbh Sans" panose="020B0604020202020204" charset="0"/>
                <a:cs typeface="Kumbh Sans" panose="020B0604020202020204" charset="0"/>
              </a:rPr>
              <a:t>Scan QR Test Our </a:t>
            </a:r>
            <a:r>
              <a:rPr lang="en-US" sz="2000" b="1" i="1" dirty="0" err="1">
                <a:latin typeface="Kumbh Sans" panose="020B0604020202020204" charset="0"/>
                <a:cs typeface="Kumbh Sans" panose="020B0604020202020204" charset="0"/>
              </a:rPr>
              <a:t>MigrantNav</a:t>
            </a:r>
            <a:endParaRPr lang="en-IN" sz="2000" b="1" dirty="0">
              <a:latin typeface="Kumbh Sans" panose="020B0604020202020204" charset="0"/>
              <a:cs typeface="Kumbh Sans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ced Displacement in Colombia Thesis Defense by Slidesgo">
  <a:themeElements>
    <a:clrScheme name="Simple Light">
      <a:dk1>
        <a:srgbClr val="000000"/>
      </a:dk1>
      <a:lt1>
        <a:srgbClr val="FDEFCD"/>
      </a:lt1>
      <a:dk2>
        <a:srgbClr val="FFFFFF"/>
      </a:dk2>
      <a:lt2>
        <a:srgbClr val="F8B661"/>
      </a:lt2>
      <a:accent1>
        <a:srgbClr val="C4833D"/>
      </a:accent1>
      <a:accent2>
        <a:srgbClr val="6CB0C0"/>
      </a:accent2>
      <a:accent3>
        <a:srgbClr val="528C9F"/>
      </a:accent3>
      <a:accent4>
        <a:srgbClr val="F48983"/>
      </a:accent4>
      <a:accent5>
        <a:srgbClr val="BD4017"/>
      </a:accent5>
      <a:accent6>
        <a:srgbClr val="FFFFFF"/>
      </a:accent6>
      <a:hlink>
        <a:srgbClr val="1D1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239</Words>
  <Application>Microsoft Office PowerPoint</Application>
  <PresentationFormat>On-screen Show (16:9)</PresentationFormat>
  <Paragraphs>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Kumbh Sans</vt:lpstr>
      <vt:lpstr>Wingdings</vt:lpstr>
      <vt:lpstr>DM Sans</vt:lpstr>
      <vt:lpstr>-apple-system</vt:lpstr>
      <vt:lpstr>Arial</vt:lpstr>
      <vt:lpstr>Urbanist</vt:lpstr>
      <vt:lpstr>Forced Displacement in Colombia Thesis Defense by Slidesgo</vt:lpstr>
      <vt:lpstr>Semantic Data Processing and Representation Capstone Project – MigrantNav  </vt:lpstr>
      <vt:lpstr>Problem Statement &amp; Solution </vt:lpstr>
      <vt:lpstr>What is RAG (Retrieval-Augmented Generation)?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Data Processing and Representation Capstone Project – MigrantNav</dc:title>
  <dc:creator>LOQ</dc:creator>
  <cp:lastModifiedBy>Thota Bhuvana Chandra</cp:lastModifiedBy>
  <cp:revision>11</cp:revision>
  <dcterms:modified xsi:type="dcterms:W3CDTF">2026-01-18T23:35:56Z</dcterms:modified>
</cp:coreProperties>
</file>